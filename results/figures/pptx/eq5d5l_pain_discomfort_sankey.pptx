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914400"/>
            <a:ext cx="4572000" cy="6400800"/>
            <a:chOff x="457200" y="914400"/>
            <a:chExt cx="4572000" cy="6400800"/>
          </a:xfrm>
        </p:grpSpPr>
        <p:sp>
          <p:nvSpPr>
            <p:cNvPr id="3" name="rc3"/>
            <p:cNvSpPr/>
            <p:nvPr/>
          </p:nvSpPr>
          <p:spPr>
            <a:xfrm>
              <a:off x="457200" y="914400"/>
              <a:ext cx="4572000" cy="64008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g4"/>
            <p:cNvSpPr/>
            <p:nvPr/>
          </p:nvSpPr>
          <p:spPr>
            <a:xfrm>
              <a:off x="2050472" y="3419445"/>
              <a:ext cx="1385454" cy="367878"/>
            </a:xfrm>
            <a:custGeom>
              <a:avLst/>
              <a:pathLst>
                <a:path w="1385454" h="367878">
                  <a:moveTo>
                    <a:pt x="0" y="33443"/>
                  </a:moveTo>
                  <a:lnTo>
                    <a:pt x="1770" y="33499"/>
                  </a:lnTo>
                  <a:lnTo>
                    <a:pt x="12744" y="33899"/>
                  </a:lnTo>
                  <a:lnTo>
                    <a:pt x="37744" y="34982"/>
                  </a:lnTo>
                  <a:lnTo>
                    <a:pt x="76023" y="36989"/>
                  </a:lnTo>
                  <a:lnTo>
                    <a:pt x="122547" y="39999"/>
                  </a:lnTo>
                  <a:lnTo>
                    <a:pt x="171377" y="43989"/>
                  </a:lnTo>
                  <a:lnTo>
                    <a:pt x="218404" y="48948"/>
                  </a:lnTo>
                  <a:lnTo>
                    <a:pt x="262059" y="54965"/>
                  </a:lnTo>
                  <a:lnTo>
                    <a:pt x="302701" y="62254"/>
                  </a:lnTo>
                  <a:lnTo>
                    <a:pt x="341759" y="71145"/>
                  </a:lnTo>
                  <a:lnTo>
                    <a:pt x="381040" y="82013"/>
                  </a:lnTo>
                  <a:lnTo>
                    <a:pt x="404090" y="89182"/>
                  </a:lnTo>
                  <a:lnTo>
                    <a:pt x="438374" y="100688"/>
                  </a:lnTo>
                  <a:lnTo>
                    <a:pt x="474687" y="113732"/>
                  </a:lnTo>
                  <a:lnTo>
                    <a:pt x="513298" y="128310"/>
                  </a:lnTo>
                  <a:lnTo>
                    <a:pt x="554209" y="144320"/>
                  </a:lnTo>
                  <a:lnTo>
                    <a:pt x="597162" y="161550"/>
                  </a:lnTo>
                  <a:lnTo>
                    <a:pt x="641669" y="179685"/>
                  </a:lnTo>
                  <a:lnTo>
                    <a:pt x="687057" y="198328"/>
                  </a:lnTo>
                  <a:lnTo>
                    <a:pt x="732544" y="217027"/>
                  </a:lnTo>
                  <a:lnTo>
                    <a:pt x="777339" y="235329"/>
                  </a:lnTo>
                  <a:lnTo>
                    <a:pt x="820733" y="252817"/>
                  </a:lnTo>
                  <a:lnTo>
                    <a:pt x="862185" y="269154"/>
                  </a:lnTo>
                  <a:lnTo>
                    <a:pt x="901378" y="284102"/>
                  </a:lnTo>
                  <a:lnTo>
                    <a:pt x="938249" y="297532"/>
                  </a:lnTo>
                  <a:lnTo>
                    <a:pt x="972998" y="309416"/>
                  </a:lnTo>
                  <a:lnTo>
                    <a:pt x="981363" y="312139"/>
                  </a:lnTo>
                  <a:lnTo>
                    <a:pt x="1021503" y="324261"/>
                  </a:lnTo>
                  <a:lnTo>
                    <a:pt x="1060466" y="334233"/>
                  </a:lnTo>
                  <a:lnTo>
                    <a:pt x="1099995" y="342387"/>
                  </a:lnTo>
                  <a:lnTo>
                    <a:pt x="1141806" y="349092"/>
                  </a:lnTo>
                  <a:lnTo>
                    <a:pt x="1186964" y="354634"/>
                  </a:lnTo>
                  <a:lnTo>
                    <a:pt x="1235104" y="359171"/>
                  </a:lnTo>
                  <a:lnTo>
                    <a:pt x="1283589" y="362743"/>
                  </a:lnTo>
                  <a:lnTo>
                    <a:pt x="1327315" y="365319"/>
                  </a:lnTo>
                  <a:lnTo>
                    <a:pt x="1360296" y="366909"/>
                  </a:lnTo>
                  <a:lnTo>
                    <a:pt x="1379005" y="367660"/>
                  </a:lnTo>
                  <a:lnTo>
                    <a:pt x="1385115" y="367868"/>
                  </a:lnTo>
                  <a:lnTo>
                    <a:pt x="1385454" y="367878"/>
                  </a:lnTo>
                  <a:lnTo>
                    <a:pt x="1385454" y="334434"/>
                  </a:lnTo>
                  <a:lnTo>
                    <a:pt x="1383683" y="334379"/>
                  </a:lnTo>
                  <a:lnTo>
                    <a:pt x="1372709" y="333979"/>
                  </a:lnTo>
                  <a:lnTo>
                    <a:pt x="1347709" y="332895"/>
                  </a:lnTo>
                  <a:lnTo>
                    <a:pt x="1309431" y="330888"/>
                  </a:lnTo>
                  <a:lnTo>
                    <a:pt x="1262906" y="327878"/>
                  </a:lnTo>
                  <a:lnTo>
                    <a:pt x="1214076" y="323889"/>
                  </a:lnTo>
                  <a:lnTo>
                    <a:pt x="1167050" y="318929"/>
                  </a:lnTo>
                  <a:lnTo>
                    <a:pt x="1123395" y="312912"/>
                  </a:lnTo>
                  <a:lnTo>
                    <a:pt x="1082752" y="305623"/>
                  </a:lnTo>
                  <a:lnTo>
                    <a:pt x="1043694" y="296732"/>
                  </a:lnTo>
                  <a:lnTo>
                    <a:pt x="1004414" y="285864"/>
                  </a:lnTo>
                  <a:lnTo>
                    <a:pt x="981363" y="278695"/>
                  </a:lnTo>
                  <a:lnTo>
                    <a:pt x="947080" y="267189"/>
                  </a:lnTo>
                  <a:lnTo>
                    <a:pt x="910766" y="254145"/>
                  </a:lnTo>
                  <a:lnTo>
                    <a:pt x="872155" y="239567"/>
                  </a:lnTo>
                  <a:lnTo>
                    <a:pt x="831245" y="223558"/>
                  </a:lnTo>
                  <a:lnTo>
                    <a:pt x="788291" y="206328"/>
                  </a:lnTo>
                  <a:lnTo>
                    <a:pt x="743784" y="188192"/>
                  </a:lnTo>
                  <a:lnTo>
                    <a:pt x="698397" y="169550"/>
                  </a:lnTo>
                  <a:lnTo>
                    <a:pt x="652910" y="150850"/>
                  </a:lnTo>
                  <a:lnTo>
                    <a:pt x="608115" y="132548"/>
                  </a:lnTo>
                  <a:lnTo>
                    <a:pt x="564721" y="115060"/>
                  </a:lnTo>
                  <a:lnTo>
                    <a:pt x="523269" y="98723"/>
                  </a:lnTo>
                  <a:lnTo>
                    <a:pt x="484075" y="83775"/>
                  </a:lnTo>
                  <a:lnTo>
                    <a:pt x="447205" y="70345"/>
                  </a:lnTo>
                  <a:lnTo>
                    <a:pt x="412456" y="58461"/>
                  </a:lnTo>
                  <a:lnTo>
                    <a:pt x="404090" y="55739"/>
                  </a:lnTo>
                  <a:lnTo>
                    <a:pt x="363951" y="43616"/>
                  </a:lnTo>
                  <a:lnTo>
                    <a:pt x="324987" y="33645"/>
                  </a:lnTo>
                  <a:lnTo>
                    <a:pt x="285459" y="25491"/>
                  </a:lnTo>
                  <a:lnTo>
                    <a:pt x="243647" y="18785"/>
                  </a:lnTo>
                  <a:lnTo>
                    <a:pt x="198489" y="13243"/>
                  </a:lnTo>
                  <a:lnTo>
                    <a:pt x="150349" y="8706"/>
                  </a:lnTo>
                  <a:lnTo>
                    <a:pt x="101864" y="5134"/>
                  </a:lnTo>
                  <a:lnTo>
                    <a:pt x="58139" y="2558"/>
                  </a:lnTo>
                  <a:lnTo>
                    <a:pt x="25158" y="969"/>
                  </a:lnTo>
                  <a:lnTo>
                    <a:pt x="6449" y="217"/>
                  </a:lnTo>
                  <a:lnTo>
                    <a:pt x="339" y="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" name="pg5"/>
            <p:cNvSpPr/>
            <p:nvPr/>
          </p:nvSpPr>
          <p:spPr>
            <a:xfrm>
              <a:off x="2050472" y="4857514"/>
              <a:ext cx="1385454" cy="1337738"/>
            </a:xfrm>
            <a:custGeom>
              <a:avLst/>
              <a:pathLst>
                <a:path w="1385454" h="1337738">
                  <a:moveTo>
                    <a:pt x="0" y="33443"/>
                  </a:moveTo>
                  <a:lnTo>
                    <a:pt x="1492" y="33624"/>
                  </a:lnTo>
                  <a:lnTo>
                    <a:pt x="10823" y="34929"/>
                  </a:lnTo>
                  <a:lnTo>
                    <a:pt x="32426" y="38485"/>
                  </a:lnTo>
                  <a:lnTo>
                    <a:pt x="66325" y="45142"/>
                  </a:lnTo>
                  <a:lnTo>
                    <a:pt x="108780" y="55262"/>
                  </a:lnTo>
                  <a:lnTo>
                    <a:pt x="154689" y="68815"/>
                  </a:lnTo>
                  <a:lnTo>
                    <a:pt x="199965" y="85712"/>
                  </a:lnTo>
                  <a:lnTo>
                    <a:pt x="242535" y="106099"/>
                  </a:lnTo>
                  <a:lnTo>
                    <a:pt x="282106" y="130498"/>
                  </a:lnTo>
                  <a:lnTo>
                    <a:pt x="319534" y="159819"/>
                  </a:lnTo>
                  <a:lnTo>
                    <a:pt x="356232" y="195254"/>
                  </a:lnTo>
                  <a:lnTo>
                    <a:pt x="393701" y="237975"/>
                  </a:lnTo>
                  <a:lnTo>
                    <a:pt x="404090" y="250826"/>
                  </a:lnTo>
                  <a:lnTo>
                    <a:pt x="430324" y="284854"/>
                  </a:lnTo>
                  <a:lnTo>
                    <a:pt x="457708" y="322419"/>
                  </a:lnTo>
                  <a:lnTo>
                    <a:pt x="486407" y="363568"/>
                  </a:lnTo>
                  <a:lnTo>
                    <a:pt x="516490" y="408225"/>
                  </a:lnTo>
                  <a:lnTo>
                    <a:pt x="547935" y="456171"/>
                  </a:lnTo>
                  <a:lnTo>
                    <a:pt x="580628" y="507037"/>
                  </a:lnTo>
                  <a:lnTo>
                    <a:pt x="614372" y="560308"/>
                  </a:lnTo>
                  <a:lnTo>
                    <a:pt x="648896" y="615339"/>
                  </a:lnTo>
                  <a:lnTo>
                    <a:pt x="683871" y="671383"/>
                  </a:lnTo>
                  <a:lnTo>
                    <a:pt x="718940" y="727634"/>
                  </a:lnTo>
                  <a:lnTo>
                    <a:pt x="753735" y="783274"/>
                  </a:lnTo>
                  <a:lnTo>
                    <a:pt x="787910" y="837521"/>
                  </a:lnTo>
                  <a:lnTo>
                    <a:pt x="821164" y="889674"/>
                  </a:lnTo>
                  <a:lnTo>
                    <a:pt x="853258" y="939149"/>
                  </a:lnTo>
                  <a:lnTo>
                    <a:pt x="884037" y="985503"/>
                  </a:lnTo>
                  <a:lnTo>
                    <a:pt x="913432" y="1028441"/>
                  </a:lnTo>
                  <a:lnTo>
                    <a:pt x="941465" y="1067816"/>
                  </a:lnTo>
                  <a:lnTo>
                    <a:pt x="968253" y="1103616"/>
                  </a:lnTo>
                  <a:lnTo>
                    <a:pt x="981363" y="1120356"/>
                  </a:lnTo>
                  <a:lnTo>
                    <a:pt x="1019256" y="1165169"/>
                  </a:lnTo>
                  <a:lnTo>
                    <a:pt x="1056020" y="1202466"/>
                  </a:lnTo>
                  <a:lnTo>
                    <a:pt x="1093100" y="1233311"/>
                  </a:lnTo>
                  <a:lnTo>
                    <a:pt x="1131978" y="1258932"/>
                  </a:lnTo>
                  <a:lnTo>
                    <a:pt x="1173708" y="1280332"/>
                  </a:lnTo>
                  <a:lnTo>
                    <a:pt x="1218375" y="1298141"/>
                  </a:lnTo>
                  <a:lnTo>
                    <a:pt x="1264436" y="1312599"/>
                  </a:lnTo>
                  <a:lnTo>
                    <a:pt x="1308316" y="1323656"/>
                  </a:lnTo>
                  <a:lnTo>
                    <a:pt x="1344997" y="1331232"/>
                  </a:lnTo>
                  <a:lnTo>
                    <a:pt x="1370099" y="1335558"/>
                  </a:lnTo>
                  <a:lnTo>
                    <a:pt x="1382476" y="1337364"/>
                  </a:lnTo>
                  <a:lnTo>
                    <a:pt x="1385454" y="1337738"/>
                  </a:lnTo>
                  <a:lnTo>
                    <a:pt x="1385454" y="1304295"/>
                  </a:lnTo>
                  <a:lnTo>
                    <a:pt x="1383961" y="1304114"/>
                  </a:lnTo>
                  <a:lnTo>
                    <a:pt x="1374630" y="1302808"/>
                  </a:lnTo>
                  <a:lnTo>
                    <a:pt x="1353027" y="1299253"/>
                  </a:lnTo>
                  <a:lnTo>
                    <a:pt x="1319128" y="1292595"/>
                  </a:lnTo>
                  <a:lnTo>
                    <a:pt x="1276673" y="1282476"/>
                  </a:lnTo>
                  <a:lnTo>
                    <a:pt x="1230765" y="1268923"/>
                  </a:lnTo>
                  <a:lnTo>
                    <a:pt x="1185488" y="1252026"/>
                  </a:lnTo>
                  <a:lnTo>
                    <a:pt x="1142919" y="1231639"/>
                  </a:lnTo>
                  <a:lnTo>
                    <a:pt x="1103347" y="1207240"/>
                  </a:lnTo>
                  <a:lnTo>
                    <a:pt x="1065919" y="1177919"/>
                  </a:lnTo>
                  <a:lnTo>
                    <a:pt x="1029222" y="1142484"/>
                  </a:lnTo>
                  <a:lnTo>
                    <a:pt x="991753" y="1099763"/>
                  </a:lnTo>
                  <a:lnTo>
                    <a:pt x="981363" y="1086912"/>
                  </a:lnTo>
                  <a:lnTo>
                    <a:pt x="955129" y="1052884"/>
                  </a:lnTo>
                  <a:lnTo>
                    <a:pt x="927745" y="1015319"/>
                  </a:lnTo>
                  <a:lnTo>
                    <a:pt x="899046" y="974170"/>
                  </a:lnTo>
                  <a:lnTo>
                    <a:pt x="868963" y="929512"/>
                  </a:lnTo>
                  <a:lnTo>
                    <a:pt x="837518" y="881566"/>
                  </a:lnTo>
                  <a:lnTo>
                    <a:pt x="804825" y="830700"/>
                  </a:lnTo>
                  <a:lnTo>
                    <a:pt x="771081" y="777429"/>
                  </a:lnTo>
                  <a:lnTo>
                    <a:pt x="736558" y="722399"/>
                  </a:lnTo>
                  <a:lnTo>
                    <a:pt x="701582" y="666355"/>
                  </a:lnTo>
                  <a:lnTo>
                    <a:pt x="666513" y="610104"/>
                  </a:lnTo>
                  <a:lnTo>
                    <a:pt x="631718" y="554464"/>
                  </a:lnTo>
                  <a:lnTo>
                    <a:pt x="597543" y="500217"/>
                  </a:lnTo>
                  <a:lnTo>
                    <a:pt x="564290" y="448064"/>
                  </a:lnTo>
                  <a:lnTo>
                    <a:pt x="532195" y="398589"/>
                  </a:lnTo>
                  <a:lnTo>
                    <a:pt x="501416" y="352235"/>
                  </a:lnTo>
                  <a:lnTo>
                    <a:pt x="472022" y="309297"/>
                  </a:lnTo>
                  <a:lnTo>
                    <a:pt x="443989" y="269922"/>
                  </a:lnTo>
                  <a:lnTo>
                    <a:pt x="417201" y="234122"/>
                  </a:lnTo>
                  <a:lnTo>
                    <a:pt x="404090" y="217382"/>
                  </a:lnTo>
                  <a:lnTo>
                    <a:pt x="366198" y="172569"/>
                  </a:lnTo>
                  <a:lnTo>
                    <a:pt x="329433" y="135272"/>
                  </a:lnTo>
                  <a:lnTo>
                    <a:pt x="292353" y="104427"/>
                  </a:lnTo>
                  <a:lnTo>
                    <a:pt x="253476" y="78806"/>
                  </a:lnTo>
                  <a:lnTo>
                    <a:pt x="211746" y="57406"/>
                  </a:lnTo>
                  <a:lnTo>
                    <a:pt x="167079" y="39597"/>
                  </a:lnTo>
                  <a:lnTo>
                    <a:pt x="121017" y="25139"/>
                  </a:lnTo>
                  <a:lnTo>
                    <a:pt x="77138" y="14082"/>
                  </a:lnTo>
                  <a:lnTo>
                    <a:pt x="40457" y="6506"/>
                  </a:lnTo>
                  <a:lnTo>
                    <a:pt x="15355" y="2180"/>
                  </a:lnTo>
                  <a:lnTo>
                    <a:pt x="2978" y="3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" name="pg6"/>
            <p:cNvSpPr/>
            <p:nvPr/>
          </p:nvSpPr>
          <p:spPr>
            <a:xfrm>
              <a:off x="2050472" y="2248923"/>
              <a:ext cx="1385454" cy="66886"/>
            </a:xfrm>
            <a:custGeom>
              <a:avLst/>
              <a:pathLst>
                <a:path w="1385454" h="66886">
                  <a:moveTo>
                    <a:pt x="0" y="66886"/>
                  </a:moveTo>
                  <a:lnTo>
                    <a:pt x="1795" y="66881"/>
                  </a:lnTo>
                  <a:lnTo>
                    <a:pt x="12910" y="66840"/>
                  </a:lnTo>
                  <a:lnTo>
                    <a:pt x="38198" y="66730"/>
                  </a:lnTo>
                  <a:lnTo>
                    <a:pt x="76837" y="66527"/>
                  </a:lnTo>
                  <a:lnTo>
                    <a:pt x="123683" y="66223"/>
                  </a:lnTo>
                  <a:lnTo>
                    <a:pt x="172734" y="65819"/>
                  </a:lnTo>
                  <a:lnTo>
                    <a:pt x="219888" y="65318"/>
                  </a:lnTo>
                  <a:lnTo>
                    <a:pt x="263626" y="64709"/>
                  </a:lnTo>
                  <a:lnTo>
                    <a:pt x="304364" y="63971"/>
                  </a:lnTo>
                  <a:lnTo>
                    <a:pt x="343577" y="63070"/>
                  </a:lnTo>
                  <a:lnTo>
                    <a:pt x="383097" y="61968"/>
                  </a:lnTo>
                  <a:lnTo>
                    <a:pt x="404090" y="61313"/>
                  </a:lnTo>
                  <a:lnTo>
                    <a:pt x="439607" y="60119"/>
                  </a:lnTo>
                  <a:lnTo>
                    <a:pt x="477313" y="58760"/>
                  </a:lnTo>
                  <a:lnTo>
                    <a:pt x="517487" y="57238"/>
                  </a:lnTo>
                  <a:lnTo>
                    <a:pt x="560106" y="55564"/>
                  </a:lnTo>
                  <a:lnTo>
                    <a:pt x="604853" y="53764"/>
                  </a:lnTo>
                  <a:lnTo>
                    <a:pt x="651149" y="51874"/>
                  </a:lnTo>
                  <a:lnTo>
                    <a:pt x="698218" y="49939"/>
                  </a:lnTo>
                  <a:lnTo>
                    <a:pt x="745184" y="48010"/>
                  </a:lnTo>
                  <a:lnTo>
                    <a:pt x="791183" y="46137"/>
                  </a:lnTo>
                  <a:lnTo>
                    <a:pt x="835477" y="44363"/>
                  </a:lnTo>
                  <a:lnTo>
                    <a:pt x="877545" y="42723"/>
                  </a:lnTo>
                  <a:lnTo>
                    <a:pt x="917135" y="41238"/>
                  </a:lnTo>
                  <a:lnTo>
                    <a:pt x="954294" y="39918"/>
                  </a:lnTo>
                  <a:lnTo>
                    <a:pt x="981363" y="39017"/>
                  </a:lnTo>
                  <a:lnTo>
                    <a:pt x="1021686" y="37799"/>
                  </a:lnTo>
                  <a:lnTo>
                    <a:pt x="1060830" y="36799"/>
                  </a:lnTo>
                  <a:lnTo>
                    <a:pt x="1100562" y="35982"/>
                  </a:lnTo>
                  <a:lnTo>
                    <a:pt x="1142618" y="35310"/>
                  </a:lnTo>
                  <a:lnTo>
                    <a:pt x="1188061" y="34756"/>
                  </a:lnTo>
                  <a:lnTo>
                    <a:pt x="1236478" y="34302"/>
                  </a:lnTo>
                  <a:lnTo>
                    <a:pt x="1285129" y="33946"/>
                  </a:lnTo>
                  <a:lnTo>
                    <a:pt x="1328776" y="33691"/>
                  </a:lnTo>
                  <a:lnTo>
                    <a:pt x="1361379" y="33535"/>
                  </a:lnTo>
                  <a:lnTo>
                    <a:pt x="1379535" y="33463"/>
                  </a:lnTo>
                  <a:lnTo>
                    <a:pt x="1385197" y="33444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3659" y="5"/>
                  </a:lnTo>
                  <a:lnTo>
                    <a:pt x="1372544" y="46"/>
                  </a:lnTo>
                  <a:lnTo>
                    <a:pt x="1347256" y="156"/>
                  </a:lnTo>
                  <a:lnTo>
                    <a:pt x="1308617" y="359"/>
                  </a:lnTo>
                  <a:lnTo>
                    <a:pt x="1261770" y="663"/>
                  </a:lnTo>
                  <a:lnTo>
                    <a:pt x="1212720" y="1067"/>
                  </a:lnTo>
                  <a:lnTo>
                    <a:pt x="1165565" y="1568"/>
                  </a:lnTo>
                  <a:lnTo>
                    <a:pt x="1121827" y="2176"/>
                  </a:lnTo>
                  <a:lnTo>
                    <a:pt x="1081089" y="2915"/>
                  </a:lnTo>
                  <a:lnTo>
                    <a:pt x="1041877" y="3816"/>
                  </a:lnTo>
                  <a:lnTo>
                    <a:pt x="1002356" y="4918"/>
                  </a:lnTo>
                  <a:lnTo>
                    <a:pt x="981363" y="5573"/>
                  </a:lnTo>
                  <a:lnTo>
                    <a:pt x="945846" y="6767"/>
                  </a:lnTo>
                  <a:lnTo>
                    <a:pt x="908141" y="8125"/>
                  </a:lnTo>
                  <a:lnTo>
                    <a:pt x="867967" y="9648"/>
                  </a:lnTo>
                  <a:lnTo>
                    <a:pt x="825348" y="11322"/>
                  </a:lnTo>
                  <a:lnTo>
                    <a:pt x="780601" y="13122"/>
                  </a:lnTo>
                  <a:lnTo>
                    <a:pt x="734305" y="15012"/>
                  </a:lnTo>
                  <a:lnTo>
                    <a:pt x="687236" y="16947"/>
                  </a:lnTo>
                  <a:lnTo>
                    <a:pt x="640270" y="18876"/>
                  </a:lnTo>
                  <a:lnTo>
                    <a:pt x="594271" y="20749"/>
                  </a:lnTo>
                  <a:lnTo>
                    <a:pt x="549977" y="22523"/>
                  </a:lnTo>
                  <a:lnTo>
                    <a:pt x="507909" y="24163"/>
                  </a:lnTo>
                  <a:lnTo>
                    <a:pt x="468319" y="25648"/>
                  </a:lnTo>
                  <a:lnTo>
                    <a:pt x="431159" y="26968"/>
                  </a:lnTo>
                  <a:lnTo>
                    <a:pt x="404090" y="27869"/>
                  </a:lnTo>
                  <a:lnTo>
                    <a:pt x="363767" y="29086"/>
                  </a:lnTo>
                  <a:lnTo>
                    <a:pt x="324623" y="30087"/>
                  </a:lnTo>
                  <a:lnTo>
                    <a:pt x="284892" y="30904"/>
                  </a:lnTo>
                  <a:lnTo>
                    <a:pt x="242835" y="31576"/>
                  </a:lnTo>
                  <a:lnTo>
                    <a:pt x="197393" y="32130"/>
                  </a:lnTo>
                  <a:lnTo>
                    <a:pt x="148975" y="32584"/>
                  </a:lnTo>
                  <a:lnTo>
                    <a:pt x="100325" y="32939"/>
                  </a:lnTo>
                  <a:lnTo>
                    <a:pt x="56678" y="33195"/>
                  </a:lnTo>
                  <a:lnTo>
                    <a:pt x="24075" y="33351"/>
                  </a:lnTo>
                  <a:lnTo>
                    <a:pt x="5918" y="33423"/>
                  </a:lnTo>
                  <a:lnTo>
                    <a:pt x="256" y="33442"/>
                  </a:lnTo>
                  <a:lnTo>
                    <a:pt x="0" y="3344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" name="pg7"/>
            <p:cNvSpPr/>
            <p:nvPr/>
          </p:nvSpPr>
          <p:spPr>
            <a:xfrm>
              <a:off x="2050472" y="3452888"/>
              <a:ext cx="1385454" cy="367878"/>
            </a:xfrm>
            <a:custGeom>
              <a:avLst/>
              <a:pathLst>
                <a:path w="1385454" h="367878">
                  <a:moveTo>
                    <a:pt x="0" y="33443"/>
                  </a:moveTo>
                  <a:lnTo>
                    <a:pt x="1770" y="33499"/>
                  </a:lnTo>
                  <a:lnTo>
                    <a:pt x="12744" y="33899"/>
                  </a:lnTo>
                  <a:lnTo>
                    <a:pt x="37744" y="34982"/>
                  </a:lnTo>
                  <a:lnTo>
                    <a:pt x="76023" y="36989"/>
                  </a:lnTo>
                  <a:lnTo>
                    <a:pt x="122547" y="39999"/>
                  </a:lnTo>
                  <a:lnTo>
                    <a:pt x="171377" y="43989"/>
                  </a:lnTo>
                  <a:lnTo>
                    <a:pt x="218404" y="48948"/>
                  </a:lnTo>
                  <a:lnTo>
                    <a:pt x="262059" y="54965"/>
                  </a:lnTo>
                  <a:lnTo>
                    <a:pt x="302701" y="62254"/>
                  </a:lnTo>
                  <a:lnTo>
                    <a:pt x="341759" y="71145"/>
                  </a:lnTo>
                  <a:lnTo>
                    <a:pt x="381040" y="82013"/>
                  </a:lnTo>
                  <a:lnTo>
                    <a:pt x="404090" y="89182"/>
                  </a:lnTo>
                  <a:lnTo>
                    <a:pt x="438374" y="100688"/>
                  </a:lnTo>
                  <a:lnTo>
                    <a:pt x="474687" y="113732"/>
                  </a:lnTo>
                  <a:lnTo>
                    <a:pt x="513298" y="128310"/>
                  </a:lnTo>
                  <a:lnTo>
                    <a:pt x="554209" y="144320"/>
                  </a:lnTo>
                  <a:lnTo>
                    <a:pt x="597162" y="161550"/>
                  </a:lnTo>
                  <a:lnTo>
                    <a:pt x="641669" y="179685"/>
                  </a:lnTo>
                  <a:lnTo>
                    <a:pt x="687057" y="198328"/>
                  </a:lnTo>
                  <a:lnTo>
                    <a:pt x="732544" y="217027"/>
                  </a:lnTo>
                  <a:lnTo>
                    <a:pt x="777339" y="235329"/>
                  </a:lnTo>
                  <a:lnTo>
                    <a:pt x="820733" y="252817"/>
                  </a:lnTo>
                  <a:lnTo>
                    <a:pt x="862185" y="269154"/>
                  </a:lnTo>
                  <a:lnTo>
                    <a:pt x="901378" y="284102"/>
                  </a:lnTo>
                  <a:lnTo>
                    <a:pt x="938249" y="297532"/>
                  </a:lnTo>
                  <a:lnTo>
                    <a:pt x="972998" y="309416"/>
                  </a:lnTo>
                  <a:lnTo>
                    <a:pt x="981363" y="312139"/>
                  </a:lnTo>
                  <a:lnTo>
                    <a:pt x="1021503" y="324261"/>
                  </a:lnTo>
                  <a:lnTo>
                    <a:pt x="1060466" y="334233"/>
                  </a:lnTo>
                  <a:lnTo>
                    <a:pt x="1099995" y="342387"/>
                  </a:lnTo>
                  <a:lnTo>
                    <a:pt x="1141806" y="349092"/>
                  </a:lnTo>
                  <a:lnTo>
                    <a:pt x="1186964" y="354634"/>
                  </a:lnTo>
                  <a:lnTo>
                    <a:pt x="1235104" y="359171"/>
                  </a:lnTo>
                  <a:lnTo>
                    <a:pt x="1283589" y="362743"/>
                  </a:lnTo>
                  <a:lnTo>
                    <a:pt x="1327315" y="365319"/>
                  </a:lnTo>
                  <a:lnTo>
                    <a:pt x="1360296" y="366909"/>
                  </a:lnTo>
                  <a:lnTo>
                    <a:pt x="1379005" y="367660"/>
                  </a:lnTo>
                  <a:lnTo>
                    <a:pt x="1385115" y="367868"/>
                  </a:lnTo>
                  <a:lnTo>
                    <a:pt x="1385454" y="367878"/>
                  </a:lnTo>
                  <a:lnTo>
                    <a:pt x="1385454" y="334434"/>
                  </a:lnTo>
                  <a:lnTo>
                    <a:pt x="1383683" y="334379"/>
                  </a:lnTo>
                  <a:lnTo>
                    <a:pt x="1372709" y="333979"/>
                  </a:lnTo>
                  <a:lnTo>
                    <a:pt x="1347709" y="332895"/>
                  </a:lnTo>
                  <a:lnTo>
                    <a:pt x="1309431" y="330888"/>
                  </a:lnTo>
                  <a:lnTo>
                    <a:pt x="1262906" y="327878"/>
                  </a:lnTo>
                  <a:lnTo>
                    <a:pt x="1214076" y="323889"/>
                  </a:lnTo>
                  <a:lnTo>
                    <a:pt x="1167050" y="318929"/>
                  </a:lnTo>
                  <a:lnTo>
                    <a:pt x="1123395" y="312912"/>
                  </a:lnTo>
                  <a:lnTo>
                    <a:pt x="1082752" y="305623"/>
                  </a:lnTo>
                  <a:lnTo>
                    <a:pt x="1043694" y="296732"/>
                  </a:lnTo>
                  <a:lnTo>
                    <a:pt x="1004414" y="285864"/>
                  </a:lnTo>
                  <a:lnTo>
                    <a:pt x="981363" y="278695"/>
                  </a:lnTo>
                  <a:lnTo>
                    <a:pt x="947080" y="267189"/>
                  </a:lnTo>
                  <a:lnTo>
                    <a:pt x="910766" y="254145"/>
                  </a:lnTo>
                  <a:lnTo>
                    <a:pt x="872155" y="239567"/>
                  </a:lnTo>
                  <a:lnTo>
                    <a:pt x="831245" y="223558"/>
                  </a:lnTo>
                  <a:lnTo>
                    <a:pt x="788291" y="206328"/>
                  </a:lnTo>
                  <a:lnTo>
                    <a:pt x="743784" y="188192"/>
                  </a:lnTo>
                  <a:lnTo>
                    <a:pt x="698397" y="169550"/>
                  </a:lnTo>
                  <a:lnTo>
                    <a:pt x="652910" y="150850"/>
                  </a:lnTo>
                  <a:lnTo>
                    <a:pt x="608115" y="132548"/>
                  </a:lnTo>
                  <a:lnTo>
                    <a:pt x="564721" y="115060"/>
                  </a:lnTo>
                  <a:lnTo>
                    <a:pt x="523269" y="98723"/>
                  </a:lnTo>
                  <a:lnTo>
                    <a:pt x="484075" y="83775"/>
                  </a:lnTo>
                  <a:lnTo>
                    <a:pt x="447205" y="70345"/>
                  </a:lnTo>
                  <a:lnTo>
                    <a:pt x="412456" y="58461"/>
                  </a:lnTo>
                  <a:lnTo>
                    <a:pt x="404090" y="55739"/>
                  </a:lnTo>
                  <a:lnTo>
                    <a:pt x="363951" y="43616"/>
                  </a:lnTo>
                  <a:lnTo>
                    <a:pt x="324987" y="33645"/>
                  </a:lnTo>
                  <a:lnTo>
                    <a:pt x="285459" y="25491"/>
                  </a:lnTo>
                  <a:lnTo>
                    <a:pt x="243647" y="18785"/>
                  </a:lnTo>
                  <a:lnTo>
                    <a:pt x="198489" y="13243"/>
                  </a:lnTo>
                  <a:lnTo>
                    <a:pt x="150349" y="8706"/>
                  </a:lnTo>
                  <a:lnTo>
                    <a:pt x="101864" y="5134"/>
                  </a:lnTo>
                  <a:lnTo>
                    <a:pt x="58139" y="2558"/>
                  </a:lnTo>
                  <a:lnTo>
                    <a:pt x="25158" y="969"/>
                  </a:lnTo>
                  <a:lnTo>
                    <a:pt x="6449" y="217"/>
                  </a:lnTo>
                  <a:lnTo>
                    <a:pt x="339" y="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" name="pg8"/>
            <p:cNvSpPr/>
            <p:nvPr/>
          </p:nvSpPr>
          <p:spPr>
            <a:xfrm>
              <a:off x="2050472" y="4422749"/>
              <a:ext cx="1385454" cy="902973"/>
            </a:xfrm>
            <a:custGeom>
              <a:avLst/>
              <a:pathLst>
                <a:path w="1385454" h="902973">
                  <a:moveTo>
                    <a:pt x="0" y="33443"/>
                  </a:moveTo>
                  <a:lnTo>
                    <a:pt x="1644" y="33577"/>
                  </a:lnTo>
                  <a:lnTo>
                    <a:pt x="11873" y="34539"/>
                  </a:lnTo>
                  <a:lnTo>
                    <a:pt x="35347" y="37154"/>
                  </a:lnTo>
                  <a:lnTo>
                    <a:pt x="71685" y="42020"/>
                  </a:lnTo>
                  <a:lnTo>
                    <a:pt x="116443" y="49360"/>
                  </a:lnTo>
                  <a:lnTo>
                    <a:pt x="164034" y="59132"/>
                  </a:lnTo>
                  <a:lnTo>
                    <a:pt x="210334" y="71291"/>
                  </a:lnTo>
                  <a:lnTo>
                    <a:pt x="253528" y="86001"/>
                  </a:lnTo>
                  <a:lnTo>
                    <a:pt x="293679" y="103721"/>
                  </a:lnTo>
                  <a:lnTo>
                    <a:pt x="331962" y="125192"/>
                  </a:lnTo>
                  <a:lnTo>
                    <a:pt x="370022" y="151322"/>
                  </a:lnTo>
                  <a:lnTo>
                    <a:pt x="404090" y="178365"/>
                  </a:lnTo>
                  <a:lnTo>
                    <a:pt x="433801" y="204159"/>
                  </a:lnTo>
                  <a:lnTo>
                    <a:pt x="465011" y="232970"/>
                  </a:lnTo>
                  <a:lnTo>
                    <a:pt x="497929" y="264821"/>
                  </a:lnTo>
                  <a:lnTo>
                    <a:pt x="532614" y="299595"/>
                  </a:lnTo>
                  <a:lnTo>
                    <a:pt x="568973" y="337017"/>
                  </a:lnTo>
                  <a:lnTo>
                    <a:pt x="606770" y="376650"/>
                  </a:lnTo>
                  <a:lnTo>
                    <a:pt x="645644" y="417907"/>
                  </a:lnTo>
                  <a:lnTo>
                    <a:pt x="685135" y="460088"/>
                  </a:lnTo>
                  <a:lnTo>
                    <a:pt x="724728" y="502420"/>
                  </a:lnTo>
                  <a:lnTo>
                    <a:pt x="763897" y="544119"/>
                  </a:lnTo>
                  <a:lnTo>
                    <a:pt x="802156" y="584450"/>
                  </a:lnTo>
                  <a:lnTo>
                    <a:pt x="839100" y="622779"/>
                  </a:lnTo>
                  <a:lnTo>
                    <a:pt x="874445" y="658609"/>
                  </a:lnTo>
                  <a:lnTo>
                    <a:pt x="908042" y="691602"/>
                  </a:lnTo>
                  <a:lnTo>
                    <a:pt x="939890" y="721582"/>
                  </a:lnTo>
                  <a:lnTo>
                    <a:pt x="970140" y="748521"/>
                  </a:lnTo>
                  <a:lnTo>
                    <a:pt x="981363" y="758052"/>
                  </a:lnTo>
                  <a:lnTo>
                    <a:pt x="1020512" y="788848"/>
                  </a:lnTo>
                  <a:lnTo>
                    <a:pt x="1058503" y="814310"/>
                  </a:lnTo>
                  <a:lnTo>
                    <a:pt x="1096944" y="835236"/>
                  </a:lnTo>
                  <a:lnTo>
                    <a:pt x="1137447" y="852520"/>
                  </a:lnTo>
                  <a:lnTo>
                    <a:pt x="1181080" y="866873"/>
                  </a:lnTo>
                  <a:lnTo>
                    <a:pt x="1227704" y="878713"/>
                  </a:lnTo>
                  <a:lnTo>
                    <a:pt x="1275206" y="888169"/>
                  </a:lnTo>
                  <a:lnTo>
                    <a:pt x="1319179" y="895181"/>
                  </a:lnTo>
                  <a:lnTo>
                    <a:pt x="1354008" y="899728"/>
                  </a:lnTo>
                  <a:lnTo>
                    <a:pt x="1375641" y="902082"/>
                  </a:lnTo>
                  <a:lnTo>
                    <a:pt x="1384366" y="902886"/>
                  </a:lnTo>
                  <a:lnTo>
                    <a:pt x="1385454" y="902973"/>
                  </a:lnTo>
                  <a:lnTo>
                    <a:pt x="1385454" y="869530"/>
                  </a:lnTo>
                  <a:lnTo>
                    <a:pt x="1383810" y="869396"/>
                  </a:lnTo>
                  <a:lnTo>
                    <a:pt x="1373580" y="868434"/>
                  </a:lnTo>
                  <a:lnTo>
                    <a:pt x="1350107" y="865819"/>
                  </a:lnTo>
                  <a:lnTo>
                    <a:pt x="1313768" y="860953"/>
                  </a:lnTo>
                  <a:lnTo>
                    <a:pt x="1269011" y="853613"/>
                  </a:lnTo>
                  <a:lnTo>
                    <a:pt x="1221419" y="843841"/>
                  </a:lnTo>
                  <a:lnTo>
                    <a:pt x="1175119" y="831682"/>
                  </a:lnTo>
                  <a:lnTo>
                    <a:pt x="1131926" y="816972"/>
                  </a:lnTo>
                  <a:lnTo>
                    <a:pt x="1091775" y="799252"/>
                  </a:lnTo>
                  <a:lnTo>
                    <a:pt x="1053491" y="777780"/>
                  </a:lnTo>
                  <a:lnTo>
                    <a:pt x="1015432" y="751650"/>
                  </a:lnTo>
                  <a:lnTo>
                    <a:pt x="981363" y="724608"/>
                  </a:lnTo>
                  <a:lnTo>
                    <a:pt x="951652" y="698813"/>
                  </a:lnTo>
                  <a:lnTo>
                    <a:pt x="920443" y="670003"/>
                  </a:lnTo>
                  <a:lnTo>
                    <a:pt x="887524" y="638152"/>
                  </a:lnTo>
                  <a:lnTo>
                    <a:pt x="852839" y="603378"/>
                  </a:lnTo>
                  <a:lnTo>
                    <a:pt x="816481" y="565956"/>
                  </a:lnTo>
                  <a:lnTo>
                    <a:pt x="778684" y="526323"/>
                  </a:lnTo>
                  <a:lnTo>
                    <a:pt x="739810" y="485065"/>
                  </a:lnTo>
                  <a:lnTo>
                    <a:pt x="700318" y="442885"/>
                  </a:lnTo>
                  <a:lnTo>
                    <a:pt x="660725" y="400553"/>
                  </a:lnTo>
                  <a:lnTo>
                    <a:pt x="621556" y="358854"/>
                  </a:lnTo>
                  <a:lnTo>
                    <a:pt x="583298" y="318522"/>
                  </a:lnTo>
                  <a:lnTo>
                    <a:pt x="546353" y="280193"/>
                  </a:lnTo>
                  <a:lnTo>
                    <a:pt x="511008" y="244364"/>
                  </a:lnTo>
                  <a:lnTo>
                    <a:pt x="477412" y="211371"/>
                  </a:lnTo>
                  <a:lnTo>
                    <a:pt x="445564" y="181391"/>
                  </a:lnTo>
                  <a:lnTo>
                    <a:pt x="415314" y="154452"/>
                  </a:lnTo>
                  <a:lnTo>
                    <a:pt x="404090" y="144921"/>
                  </a:lnTo>
                  <a:lnTo>
                    <a:pt x="364942" y="114125"/>
                  </a:lnTo>
                  <a:lnTo>
                    <a:pt x="326950" y="88662"/>
                  </a:lnTo>
                  <a:lnTo>
                    <a:pt x="288509" y="67737"/>
                  </a:lnTo>
                  <a:lnTo>
                    <a:pt x="248007" y="50452"/>
                  </a:lnTo>
                  <a:lnTo>
                    <a:pt x="204373" y="36100"/>
                  </a:lnTo>
                  <a:lnTo>
                    <a:pt x="157749" y="24260"/>
                  </a:lnTo>
                  <a:lnTo>
                    <a:pt x="110248" y="14804"/>
                  </a:lnTo>
                  <a:lnTo>
                    <a:pt x="66275" y="7792"/>
                  </a:lnTo>
                  <a:lnTo>
                    <a:pt x="31446" y="3245"/>
                  </a:lnTo>
                  <a:lnTo>
                    <a:pt x="9813" y="890"/>
                  </a:lnTo>
                  <a:lnTo>
                    <a:pt x="1088" y="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" name="pg9"/>
            <p:cNvSpPr/>
            <p:nvPr/>
          </p:nvSpPr>
          <p:spPr>
            <a:xfrm>
              <a:off x="2050472" y="2282366"/>
              <a:ext cx="1385454" cy="66886"/>
            </a:xfrm>
            <a:custGeom>
              <a:avLst/>
              <a:pathLst>
                <a:path w="1385454" h="66886">
                  <a:moveTo>
                    <a:pt x="0" y="66886"/>
                  </a:moveTo>
                  <a:lnTo>
                    <a:pt x="1795" y="66881"/>
                  </a:lnTo>
                  <a:lnTo>
                    <a:pt x="12910" y="66840"/>
                  </a:lnTo>
                  <a:lnTo>
                    <a:pt x="38198" y="66730"/>
                  </a:lnTo>
                  <a:lnTo>
                    <a:pt x="76837" y="66527"/>
                  </a:lnTo>
                  <a:lnTo>
                    <a:pt x="123683" y="66223"/>
                  </a:lnTo>
                  <a:lnTo>
                    <a:pt x="172734" y="65819"/>
                  </a:lnTo>
                  <a:lnTo>
                    <a:pt x="219888" y="65318"/>
                  </a:lnTo>
                  <a:lnTo>
                    <a:pt x="263626" y="64709"/>
                  </a:lnTo>
                  <a:lnTo>
                    <a:pt x="304364" y="63971"/>
                  </a:lnTo>
                  <a:lnTo>
                    <a:pt x="343577" y="63070"/>
                  </a:lnTo>
                  <a:lnTo>
                    <a:pt x="383097" y="61968"/>
                  </a:lnTo>
                  <a:lnTo>
                    <a:pt x="404090" y="61313"/>
                  </a:lnTo>
                  <a:lnTo>
                    <a:pt x="439607" y="60119"/>
                  </a:lnTo>
                  <a:lnTo>
                    <a:pt x="477313" y="58760"/>
                  </a:lnTo>
                  <a:lnTo>
                    <a:pt x="517487" y="57238"/>
                  </a:lnTo>
                  <a:lnTo>
                    <a:pt x="560106" y="55564"/>
                  </a:lnTo>
                  <a:lnTo>
                    <a:pt x="604853" y="53764"/>
                  </a:lnTo>
                  <a:lnTo>
                    <a:pt x="651149" y="51874"/>
                  </a:lnTo>
                  <a:lnTo>
                    <a:pt x="698218" y="49939"/>
                  </a:lnTo>
                  <a:lnTo>
                    <a:pt x="745184" y="48010"/>
                  </a:lnTo>
                  <a:lnTo>
                    <a:pt x="791183" y="46137"/>
                  </a:lnTo>
                  <a:lnTo>
                    <a:pt x="835477" y="44363"/>
                  </a:lnTo>
                  <a:lnTo>
                    <a:pt x="877545" y="42723"/>
                  </a:lnTo>
                  <a:lnTo>
                    <a:pt x="917135" y="41238"/>
                  </a:lnTo>
                  <a:lnTo>
                    <a:pt x="954294" y="39918"/>
                  </a:lnTo>
                  <a:lnTo>
                    <a:pt x="981363" y="39017"/>
                  </a:lnTo>
                  <a:lnTo>
                    <a:pt x="1021686" y="37799"/>
                  </a:lnTo>
                  <a:lnTo>
                    <a:pt x="1060830" y="36799"/>
                  </a:lnTo>
                  <a:lnTo>
                    <a:pt x="1100562" y="35982"/>
                  </a:lnTo>
                  <a:lnTo>
                    <a:pt x="1142618" y="35310"/>
                  </a:lnTo>
                  <a:lnTo>
                    <a:pt x="1188061" y="34756"/>
                  </a:lnTo>
                  <a:lnTo>
                    <a:pt x="1236478" y="34302"/>
                  </a:lnTo>
                  <a:lnTo>
                    <a:pt x="1285129" y="33946"/>
                  </a:lnTo>
                  <a:lnTo>
                    <a:pt x="1328776" y="33691"/>
                  </a:lnTo>
                  <a:lnTo>
                    <a:pt x="1361379" y="33535"/>
                  </a:lnTo>
                  <a:lnTo>
                    <a:pt x="1379535" y="33463"/>
                  </a:lnTo>
                  <a:lnTo>
                    <a:pt x="1385197" y="33444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3659" y="5"/>
                  </a:lnTo>
                  <a:lnTo>
                    <a:pt x="1372544" y="46"/>
                  </a:lnTo>
                  <a:lnTo>
                    <a:pt x="1347256" y="156"/>
                  </a:lnTo>
                  <a:lnTo>
                    <a:pt x="1308617" y="359"/>
                  </a:lnTo>
                  <a:lnTo>
                    <a:pt x="1261770" y="663"/>
                  </a:lnTo>
                  <a:lnTo>
                    <a:pt x="1212720" y="1067"/>
                  </a:lnTo>
                  <a:lnTo>
                    <a:pt x="1165565" y="1568"/>
                  </a:lnTo>
                  <a:lnTo>
                    <a:pt x="1121827" y="2176"/>
                  </a:lnTo>
                  <a:lnTo>
                    <a:pt x="1081089" y="2915"/>
                  </a:lnTo>
                  <a:lnTo>
                    <a:pt x="1041877" y="3816"/>
                  </a:lnTo>
                  <a:lnTo>
                    <a:pt x="1002356" y="4918"/>
                  </a:lnTo>
                  <a:lnTo>
                    <a:pt x="981363" y="5573"/>
                  </a:lnTo>
                  <a:lnTo>
                    <a:pt x="945846" y="6767"/>
                  </a:lnTo>
                  <a:lnTo>
                    <a:pt x="908141" y="8125"/>
                  </a:lnTo>
                  <a:lnTo>
                    <a:pt x="867967" y="9648"/>
                  </a:lnTo>
                  <a:lnTo>
                    <a:pt x="825348" y="11322"/>
                  </a:lnTo>
                  <a:lnTo>
                    <a:pt x="780601" y="13122"/>
                  </a:lnTo>
                  <a:lnTo>
                    <a:pt x="734305" y="15012"/>
                  </a:lnTo>
                  <a:lnTo>
                    <a:pt x="687236" y="16947"/>
                  </a:lnTo>
                  <a:lnTo>
                    <a:pt x="640270" y="18876"/>
                  </a:lnTo>
                  <a:lnTo>
                    <a:pt x="594271" y="20749"/>
                  </a:lnTo>
                  <a:lnTo>
                    <a:pt x="549977" y="22523"/>
                  </a:lnTo>
                  <a:lnTo>
                    <a:pt x="507909" y="24163"/>
                  </a:lnTo>
                  <a:lnTo>
                    <a:pt x="468319" y="25648"/>
                  </a:lnTo>
                  <a:lnTo>
                    <a:pt x="431159" y="26968"/>
                  </a:lnTo>
                  <a:lnTo>
                    <a:pt x="404090" y="27869"/>
                  </a:lnTo>
                  <a:lnTo>
                    <a:pt x="363767" y="29086"/>
                  </a:lnTo>
                  <a:lnTo>
                    <a:pt x="324623" y="30087"/>
                  </a:lnTo>
                  <a:lnTo>
                    <a:pt x="284892" y="30904"/>
                  </a:lnTo>
                  <a:lnTo>
                    <a:pt x="242835" y="31576"/>
                  </a:lnTo>
                  <a:lnTo>
                    <a:pt x="197393" y="32130"/>
                  </a:lnTo>
                  <a:lnTo>
                    <a:pt x="148975" y="32584"/>
                  </a:lnTo>
                  <a:lnTo>
                    <a:pt x="100325" y="32939"/>
                  </a:lnTo>
                  <a:lnTo>
                    <a:pt x="56678" y="33195"/>
                  </a:lnTo>
                  <a:lnTo>
                    <a:pt x="24075" y="33351"/>
                  </a:lnTo>
                  <a:lnTo>
                    <a:pt x="5918" y="33423"/>
                  </a:lnTo>
                  <a:lnTo>
                    <a:pt x="256" y="33442"/>
                  </a:lnTo>
                  <a:lnTo>
                    <a:pt x="0" y="3344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" name="pg10"/>
            <p:cNvSpPr/>
            <p:nvPr/>
          </p:nvSpPr>
          <p:spPr>
            <a:xfrm>
              <a:off x="2050472" y="2315810"/>
              <a:ext cx="1385454" cy="66886"/>
            </a:xfrm>
            <a:custGeom>
              <a:avLst/>
              <a:pathLst>
                <a:path w="1385454" h="66886">
                  <a:moveTo>
                    <a:pt x="0" y="66886"/>
                  </a:moveTo>
                  <a:lnTo>
                    <a:pt x="1795" y="66881"/>
                  </a:lnTo>
                  <a:lnTo>
                    <a:pt x="12910" y="66840"/>
                  </a:lnTo>
                  <a:lnTo>
                    <a:pt x="38198" y="66730"/>
                  </a:lnTo>
                  <a:lnTo>
                    <a:pt x="76837" y="66527"/>
                  </a:lnTo>
                  <a:lnTo>
                    <a:pt x="123683" y="66223"/>
                  </a:lnTo>
                  <a:lnTo>
                    <a:pt x="172734" y="65819"/>
                  </a:lnTo>
                  <a:lnTo>
                    <a:pt x="219888" y="65318"/>
                  </a:lnTo>
                  <a:lnTo>
                    <a:pt x="263626" y="64709"/>
                  </a:lnTo>
                  <a:lnTo>
                    <a:pt x="304364" y="63971"/>
                  </a:lnTo>
                  <a:lnTo>
                    <a:pt x="343577" y="63070"/>
                  </a:lnTo>
                  <a:lnTo>
                    <a:pt x="383097" y="61968"/>
                  </a:lnTo>
                  <a:lnTo>
                    <a:pt x="404090" y="61313"/>
                  </a:lnTo>
                  <a:lnTo>
                    <a:pt x="439607" y="60119"/>
                  </a:lnTo>
                  <a:lnTo>
                    <a:pt x="477313" y="58760"/>
                  </a:lnTo>
                  <a:lnTo>
                    <a:pt x="517487" y="57238"/>
                  </a:lnTo>
                  <a:lnTo>
                    <a:pt x="560106" y="55564"/>
                  </a:lnTo>
                  <a:lnTo>
                    <a:pt x="604853" y="53764"/>
                  </a:lnTo>
                  <a:lnTo>
                    <a:pt x="651149" y="51874"/>
                  </a:lnTo>
                  <a:lnTo>
                    <a:pt x="698218" y="49939"/>
                  </a:lnTo>
                  <a:lnTo>
                    <a:pt x="745184" y="48010"/>
                  </a:lnTo>
                  <a:lnTo>
                    <a:pt x="791183" y="46137"/>
                  </a:lnTo>
                  <a:lnTo>
                    <a:pt x="835477" y="44363"/>
                  </a:lnTo>
                  <a:lnTo>
                    <a:pt x="877545" y="42723"/>
                  </a:lnTo>
                  <a:lnTo>
                    <a:pt x="917135" y="41238"/>
                  </a:lnTo>
                  <a:lnTo>
                    <a:pt x="954294" y="39918"/>
                  </a:lnTo>
                  <a:lnTo>
                    <a:pt x="981363" y="39017"/>
                  </a:lnTo>
                  <a:lnTo>
                    <a:pt x="1021686" y="37799"/>
                  </a:lnTo>
                  <a:lnTo>
                    <a:pt x="1060830" y="36799"/>
                  </a:lnTo>
                  <a:lnTo>
                    <a:pt x="1100562" y="35982"/>
                  </a:lnTo>
                  <a:lnTo>
                    <a:pt x="1142618" y="35310"/>
                  </a:lnTo>
                  <a:lnTo>
                    <a:pt x="1188061" y="34756"/>
                  </a:lnTo>
                  <a:lnTo>
                    <a:pt x="1236478" y="34302"/>
                  </a:lnTo>
                  <a:lnTo>
                    <a:pt x="1285129" y="33946"/>
                  </a:lnTo>
                  <a:lnTo>
                    <a:pt x="1328776" y="33691"/>
                  </a:lnTo>
                  <a:lnTo>
                    <a:pt x="1361379" y="33535"/>
                  </a:lnTo>
                  <a:lnTo>
                    <a:pt x="1379535" y="33463"/>
                  </a:lnTo>
                  <a:lnTo>
                    <a:pt x="1385197" y="33444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3659" y="5"/>
                  </a:lnTo>
                  <a:lnTo>
                    <a:pt x="1372544" y="46"/>
                  </a:lnTo>
                  <a:lnTo>
                    <a:pt x="1347256" y="156"/>
                  </a:lnTo>
                  <a:lnTo>
                    <a:pt x="1308617" y="359"/>
                  </a:lnTo>
                  <a:lnTo>
                    <a:pt x="1261770" y="663"/>
                  </a:lnTo>
                  <a:lnTo>
                    <a:pt x="1212720" y="1067"/>
                  </a:lnTo>
                  <a:lnTo>
                    <a:pt x="1165565" y="1568"/>
                  </a:lnTo>
                  <a:lnTo>
                    <a:pt x="1121827" y="2176"/>
                  </a:lnTo>
                  <a:lnTo>
                    <a:pt x="1081089" y="2915"/>
                  </a:lnTo>
                  <a:lnTo>
                    <a:pt x="1041877" y="3816"/>
                  </a:lnTo>
                  <a:lnTo>
                    <a:pt x="1002356" y="4918"/>
                  </a:lnTo>
                  <a:lnTo>
                    <a:pt x="981363" y="5573"/>
                  </a:lnTo>
                  <a:lnTo>
                    <a:pt x="945846" y="6767"/>
                  </a:lnTo>
                  <a:lnTo>
                    <a:pt x="908141" y="8125"/>
                  </a:lnTo>
                  <a:lnTo>
                    <a:pt x="867967" y="9648"/>
                  </a:lnTo>
                  <a:lnTo>
                    <a:pt x="825348" y="11322"/>
                  </a:lnTo>
                  <a:lnTo>
                    <a:pt x="780601" y="13122"/>
                  </a:lnTo>
                  <a:lnTo>
                    <a:pt x="734305" y="15012"/>
                  </a:lnTo>
                  <a:lnTo>
                    <a:pt x="687236" y="16947"/>
                  </a:lnTo>
                  <a:lnTo>
                    <a:pt x="640270" y="18876"/>
                  </a:lnTo>
                  <a:lnTo>
                    <a:pt x="594271" y="20749"/>
                  </a:lnTo>
                  <a:lnTo>
                    <a:pt x="549977" y="22523"/>
                  </a:lnTo>
                  <a:lnTo>
                    <a:pt x="507909" y="24163"/>
                  </a:lnTo>
                  <a:lnTo>
                    <a:pt x="468319" y="25648"/>
                  </a:lnTo>
                  <a:lnTo>
                    <a:pt x="431159" y="26968"/>
                  </a:lnTo>
                  <a:lnTo>
                    <a:pt x="404090" y="27869"/>
                  </a:lnTo>
                  <a:lnTo>
                    <a:pt x="363767" y="29086"/>
                  </a:lnTo>
                  <a:lnTo>
                    <a:pt x="324623" y="30087"/>
                  </a:lnTo>
                  <a:lnTo>
                    <a:pt x="284892" y="30904"/>
                  </a:lnTo>
                  <a:lnTo>
                    <a:pt x="242835" y="31576"/>
                  </a:lnTo>
                  <a:lnTo>
                    <a:pt x="197393" y="32130"/>
                  </a:lnTo>
                  <a:lnTo>
                    <a:pt x="148975" y="32584"/>
                  </a:lnTo>
                  <a:lnTo>
                    <a:pt x="100325" y="32939"/>
                  </a:lnTo>
                  <a:lnTo>
                    <a:pt x="56678" y="33195"/>
                  </a:lnTo>
                  <a:lnTo>
                    <a:pt x="24075" y="33351"/>
                  </a:lnTo>
                  <a:lnTo>
                    <a:pt x="5918" y="33423"/>
                  </a:lnTo>
                  <a:lnTo>
                    <a:pt x="256" y="33442"/>
                  </a:lnTo>
                  <a:lnTo>
                    <a:pt x="0" y="3344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" name="pg11"/>
            <p:cNvSpPr/>
            <p:nvPr/>
          </p:nvSpPr>
          <p:spPr>
            <a:xfrm>
              <a:off x="2050472" y="3486331"/>
              <a:ext cx="1385454" cy="367878"/>
            </a:xfrm>
            <a:custGeom>
              <a:avLst/>
              <a:pathLst>
                <a:path w="1385454" h="367878">
                  <a:moveTo>
                    <a:pt x="0" y="33443"/>
                  </a:moveTo>
                  <a:lnTo>
                    <a:pt x="1770" y="33499"/>
                  </a:lnTo>
                  <a:lnTo>
                    <a:pt x="12744" y="33899"/>
                  </a:lnTo>
                  <a:lnTo>
                    <a:pt x="37744" y="34982"/>
                  </a:lnTo>
                  <a:lnTo>
                    <a:pt x="76023" y="36989"/>
                  </a:lnTo>
                  <a:lnTo>
                    <a:pt x="122547" y="39999"/>
                  </a:lnTo>
                  <a:lnTo>
                    <a:pt x="171377" y="43989"/>
                  </a:lnTo>
                  <a:lnTo>
                    <a:pt x="218404" y="48948"/>
                  </a:lnTo>
                  <a:lnTo>
                    <a:pt x="262059" y="54965"/>
                  </a:lnTo>
                  <a:lnTo>
                    <a:pt x="302701" y="62254"/>
                  </a:lnTo>
                  <a:lnTo>
                    <a:pt x="341759" y="71145"/>
                  </a:lnTo>
                  <a:lnTo>
                    <a:pt x="381040" y="82013"/>
                  </a:lnTo>
                  <a:lnTo>
                    <a:pt x="404090" y="89182"/>
                  </a:lnTo>
                  <a:lnTo>
                    <a:pt x="438374" y="100688"/>
                  </a:lnTo>
                  <a:lnTo>
                    <a:pt x="474687" y="113732"/>
                  </a:lnTo>
                  <a:lnTo>
                    <a:pt x="513298" y="128310"/>
                  </a:lnTo>
                  <a:lnTo>
                    <a:pt x="554209" y="144320"/>
                  </a:lnTo>
                  <a:lnTo>
                    <a:pt x="597162" y="161550"/>
                  </a:lnTo>
                  <a:lnTo>
                    <a:pt x="641669" y="179685"/>
                  </a:lnTo>
                  <a:lnTo>
                    <a:pt x="687057" y="198328"/>
                  </a:lnTo>
                  <a:lnTo>
                    <a:pt x="732544" y="217027"/>
                  </a:lnTo>
                  <a:lnTo>
                    <a:pt x="777339" y="235329"/>
                  </a:lnTo>
                  <a:lnTo>
                    <a:pt x="820733" y="252817"/>
                  </a:lnTo>
                  <a:lnTo>
                    <a:pt x="862185" y="269154"/>
                  </a:lnTo>
                  <a:lnTo>
                    <a:pt x="901378" y="284102"/>
                  </a:lnTo>
                  <a:lnTo>
                    <a:pt x="938249" y="297532"/>
                  </a:lnTo>
                  <a:lnTo>
                    <a:pt x="972998" y="309416"/>
                  </a:lnTo>
                  <a:lnTo>
                    <a:pt x="981363" y="312139"/>
                  </a:lnTo>
                  <a:lnTo>
                    <a:pt x="1021503" y="324261"/>
                  </a:lnTo>
                  <a:lnTo>
                    <a:pt x="1060466" y="334233"/>
                  </a:lnTo>
                  <a:lnTo>
                    <a:pt x="1099995" y="342387"/>
                  </a:lnTo>
                  <a:lnTo>
                    <a:pt x="1141806" y="349092"/>
                  </a:lnTo>
                  <a:lnTo>
                    <a:pt x="1186964" y="354634"/>
                  </a:lnTo>
                  <a:lnTo>
                    <a:pt x="1235104" y="359171"/>
                  </a:lnTo>
                  <a:lnTo>
                    <a:pt x="1283589" y="362743"/>
                  </a:lnTo>
                  <a:lnTo>
                    <a:pt x="1327315" y="365319"/>
                  </a:lnTo>
                  <a:lnTo>
                    <a:pt x="1360296" y="366909"/>
                  </a:lnTo>
                  <a:lnTo>
                    <a:pt x="1379005" y="367660"/>
                  </a:lnTo>
                  <a:lnTo>
                    <a:pt x="1385115" y="367868"/>
                  </a:lnTo>
                  <a:lnTo>
                    <a:pt x="1385454" y="367878"/>
                  </a:lnTo>
                  <a:lnTo>
                    <a:pt x="1385454" y="334434"/>
                  </a:lnTo>
                  <a:lnTo>
                    <a:pt x="1383683" y="334379"/>
                  </a:lnTo>
                  <a:lnTo>
                    <a:pt x="1372709" y="333979"/>
                  </a:lnTo>
                  <a:lnTo>
                    <a:pt x="1347709" y="332895"/>
                  </a:lnTo>
                  <a:lnTo>
                    <a:pt x="1309431" y="330888"/>
                  </a:lnTo>
                  <a:lnTo>
                    <a:pt x="1262906" y="327878"/>
                  </a:lnTo>
                  <a:lnTo>
                    <a:pt x="1214076" y="323889"/>
                  </a:lnTo>
                  <a:lnTo>
                    <a:pt x="1167050" y="318929"/>
                  </a:lnTo>
                  <a:lnTo>
                    <a:pt x="1123395" y="312912"/>
                  </a:lnTo>
                  <a:lnTo>
                    <a:pt x="1082752" y="305623"/>
                  </a:lnTo>
                  <a:lnTo>
                    <a:pt x="1043694" y="296732"/>
                  </a:lnTo>
                  <a:lnTo>
                    <a:pt x="1004414" y="285864"/>
                  </a:lnTo>
                  <a:lnTo>
                    <a:pt x="981363" y="278695"/>
                  </a:lnTo>
                  <a:lnTo>
                    <a:pt x="947080" y="267189"/>
                  </a:lnTo>
                  <a:lnTo>
                    <a:pt x="910766" y="254145"/>
                  </a:lnTo>
                  <a:lnTo>
                    <a:pt x="872155" y="239567"/>
                  </a:lnTo>
                  <a:lnTo>
                    <a:pt x="831245" y="223558"/>
                  </a:lnTo>
                  <a:lnTo>
                    <a:pt x="788291" y="206328"/>
                  </a:lnTo>
                  <a:lnTo>
                    <a:pt x="743784" y="188192"/>
                  </a:lnTo>
                  <a:lnTo>
                    <a:pt x="698397" y="169550"/>
                  </a:lnTo>
                  <a:lnTo>
                    <a:pt x="652910" y="150850"/>
                  </a:lnTo>
                  <a:lnTo>
                    <a:pt x="608115" y="132548"/>
                  </a:lnTo>
                  <a:lnTo>
                    <a:pt x="564721" y="115060"/>
                  </a:lnTo>
                  <a:lnTo>
                    <a:pt x="523269" y="98723"/>
                  </a:lnTo>
                  <a:lnTo>
                    <a:pt x="484075" y="83775"/>
                  </a:lnTo>
                  <a:lnTo>
                    <a:pt x="447205" y="70345"/>
                  </a:lnTo>
                  <a:lnTo>
                    <a:pt x="412456" y="58461"/>
                  </a:lnTo>
                  <a:lnTo>
                    <a:pt x="404090" y="55739"/>
                  </a:lnTo>
                  <a:lnTo>
                    <a:pt x="363951" y="43616"/>
                  </a:lnTo>
                  <a:lnTo>
                    <a:pt x="324987" y="33645"/>
                  </a:lnTo>
                  <a:lnTo>
                    <a:pt x="285459" y="25491"/>
                  </a:lnTo>
                  <a:lnTo>
                    <a:pt x="243647" y="18785"/>
                  </a:lnTo>
                  <a:lnTo>
                    <a:pt x="198489" y="13243"/>
                  </a:lnTo>
                  <a:lnTo>
                    <a:pt x="150349" y="8706"/>
                  </a:lnTo>
                  <a:lnTo>
                    <a:pt x="101864" y="5134"/>
                  </a:lnTo>
                  <a:lnTo>
                    <a:pt x="58139" y="2558"/>
                  </a:lnTo>
                  <a:lnTo>
                    <a:pt x="25158" y="969"/>
                  </a:lnTo>
                  <a:lnTo>
                    <a:pt x="6449" y="217"/>
                  </a:lnTo>
                  <a:lnTo>
                    <a:pt x="339" y="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" name="pg12"/>
            <p:cNvSpPr/>
            <p:nvPr/>
          </p:nvSpPr>
          <p:spPr>
            <a:xfrm>
              <a:off x="2050472" y="3519775"/>
              <a:ext cx="1385454" cy="367878"/>
            </a:xfrm>
            <a:custGeom>
              <a:avLst/>
              <a:pathLst>
                <a:path w="1385454" h="367878">
                  <a:moveTo>
                    <a:pt x="0" y="33443"/>
                  </a:moveTo>
                  <a:lnTo>
                    <a:pt x="1770" y="33499"/>
                  </a:lnTo>
                  <a:lnTo>
                    <a:pt x="12744" y="33899"/>
                  </a:lnTo>
                  <a:lnTo>
                    <a:pt x="37744" y="34982"/>
                  </a:lnTo>
                  <a:lnTo>
                    <a:pt x="76023" y="36989"/>
                  </a:lnTo>
                  <a:lnTo>
                    <a:pt x="122547" y="39999"/>
                  </a:lnTo>
                  <a:lnTo>
                    <a:pt x="171377" y="43989"/>
                  </a:lnTo>
                  <a:lnTo>
                    <a:pt x="218404" y="48948"/>
                  </a:lnTo>
                  <a:lnTo>
                    <a:pt x="262059" y="54965"/>
                  </a:lnTo>
                  <a:lnTo>
                    <a:pt x="302701" y="62254"/>
                  </a:lnTo>
                  <a:lnTo>
                    <a:pt x="341759" y="71145"/>
                  </a:lnTo>
                  <a:lnTo>
                    <a:pt x="381040" y="82013"/>
                  </a:lnTo>
                  <a:lnTo>
                    <a:pt x="404090" y="89182"/>
                  </a:lnTo>
                  <a:lnTo>
                    <a:pt x="438374" y="100688"/>
                  </a:lnTo>
                  <a:lnTo>
                    <a:pt x="474687" y="113732"/>
                  </a:lnTo>
                  <a:lnTo>
                    <a:pt x="513298" y="128310"/>
                  </a:lnTo>
                  <a:lnTo>
                    <a:pt x="554209" y="144320"/>
                  </a:lnTo>
                  <a:lnTo>
                    <a:pt x="597162" y="161550"/>
                  </a:lnTo>
                  <a:lnTo>
                    <a:pt x="641669" y="179685"/>
                  </a:lnTo>
                  <a:lnTo>
                    <a:pt x="687057" y="198328"/>
                  </a:lnTo>
                  <a:lnTo>
                    <a:pt x="732544" y="217027"/>
                  </a:lnTo>
                  <a:lnTo>
                    <a:pt x="777339" y="235329"/>
                  </a:lnTo>
                  <a:lnTo>
                    <a:pt x="820733" y="252817"/>
                  </a:lnTo>
                  <a:lnTo>
                    <a:pt x="862185" y="269154"/>
                  </a:lnTo>
                  <a:lnTo>
                    <a:pt x="901378" y="284102"/>
                  </a:lnTo>
                  <a:lnTo>
                    <a:pt x="938249" y="297532"/>
                  </a:lnTo>
                  <a:lnTo>
                    <a:pt x="972998" y="309416"/>
                  </a:lnTo>
                  <a:lnTo>
                    <a:pt x="981363" y="312139"/>
                  </a:lnTo>
                  <a:lnTo>
                    <a:pt x="1021503" y="324261"/>
                  </a:lnTo>
                  <a:lnTo>
                    <a:pt x="1060466" y="334233"/>
                  </a:lnTo>
                  <a:lnTo>
                    <a:pt x="1099995" y="342387"/>
                  </a:lnTo>
                  <a:lnTo>
                    <a:pt x="1141806" y="349092"/>
                  </a:lnTo>
                  <a:lnTo>
                    <a:pt x="1186964" y="354634"/>
                  </a:lnTo>
                  <a:lnTo>
                    <a:pt x="1235104" y="359171"/>
                  </a:lnTo>
                  <a:lnTo>
                    <a:pt x="1283589" y="362743"/>
                  </a:lnTo>
                  <a:lnTo>
                    <a:pt x="1327315" y="365319"/>
                  </a:lnTo>
                  <a:lnTo>
                    <a:pt x="1360296" y="366909"/>
                  </a:lnTo>
                  <a:lnTo>
                    <a:pt x="1379005" y="367660"/>
                  </a:lnTo>
                  <a:lnTo>
                    <a:pt x="1385115" y="367868"/>
                  </a:lnTo>
                  <a:lnTo>
                    <a:pt x="1385454" y="367878"/>
                  </a:lnTo>
                  <a:lnTo>
                    <a:pt x="1385454" y="334434"/>
                  </a:lnTo>
                  <a:lnTo>
                    <a:pt x="1383683" y="334379"/>
                  </a:lnTo>
                  <a:lnTo>
                    <a:pt x="1372709" y="333979"/>
                  </a:lnTo>
                  <a:lnTo>
                    <a:pt x="1347709" y="332895"/>
                  </a:lnTo>
                  <a:lnTo>
                    <a:pt x="1309431" y="330888"/>
                  </a:lnTo>
                  <a:lnTo>
                    <a:pt x="1262906" y="327878"/>
                  </a:lnTo>
                  <a:lnTo>
                    <a:pt x="1214076" y="323889"/>
                  </a:lnTo>
                  <a:lnTo>
                    <a:pt x="1167050" y="318929"/>
                  </a:lnTo>
                  <a:lnTo>
                    <a:pt x="1123395" y="312912"/>
                  </a:lnTo>
                  <a:lnTo>
                    <a:pt x="1082752" y="305623"/>
                  </a:lnTo>
                  <a:lnTo>
                    <a:pt x="1043694" y="296732"/>
                  </a:lnTo>
                  <a:lnTo>
                    <a:pt x="1004414" y="285864"/>
                  </a:lnTo>
                  <a:lnTo>
                    <a:pt x="981363" y="278695"/>
                  </a:lnTo>
                  <a:lnTo>
                    <a:pt x="947080" y="267189"/>
                  </a:lnTo>
                  <a:lnTo>
                    <a:pt x="910766" y="254145"/>
                  </a:lnTo>
                  <a:lnTo>
                    <a:pt x="872155" y="239567"/>
                  </a:lnTo>
                  <a:lnTo>
                    <a:pt x="831245" y="223558"/>
                  </a:lnTo>
                  <a:lnTo>
                    <a:pt x="788291" y="206328"/>
                  </a:lnTo>
                  <a:lnTo>
                    <a:pt x="743784" y="188192"/>
                  </a:lnTo>
                  <a:lnTo>
                    <a:pt x="698397" y="169550"/>
                  </a:lnTo>
                  <a:lnTo>
                    <a:pt x="652910" y="150850"/>
                  </a:lnTo>
                  <a:lnTo>
                    <a:pt x="608115" y="132548"/>
                  </a:lnTo>
                  <a:lnTo>
                    <a:pt x="564721" y="115060"/>
                  </a:lnTo>
                  <a:lnTo>
                    <a:pt x="523269" y="98723"/>
                  </a:lnTo>
                  <a:lnTo>
                    <a:pt x="484075" y="83775"/>
                  </a:lnTo>
                  <a:lnTo>
                    <a:pt x="447205" y="70345"/>
                  </a:lnTo>
                  <a:lnTo>
                    <a:pt x="412456" y="58461"/>
                  </a:lnTo>
                  <a:lnTo>
                    <a:pt x="404090" y="55739"/>
                  </a:lnTo>
                  <a:lnTo>
                    <a:pt x="363951" y="43616"/>
                  </a:lnTo>
                  <a:lnTo>
                    <a:pt x="324987" y="33645"/>
                  </a:lnTo>
                  <a:lnTo>
                    <a:pt x="285459" y="25491"/>
                  </a:lnTo>
                  <a:lnTo>
                    <a:pt x="243647" y="18785"/>
                  </a:lnTo>
                  <a:lnTo>
                    <a:pt x="198489" y="13243"/>
                  </a:lnTo>
                  <a:lnTo>
                    <a:pt x="150349" y="8706"/>
                  </a:lnTo>
                  <a:lnTo>
                    <a:pt x="101864" y="5134"/>
                  </a:lnTo>
                  <a:lnTo>
                    <a:pt x="58139" y="2558"/>
                  </a:lnTo>
                  <a:lnTo>
                    <a:pt x="25158" y="969"/>
                  </a:lnTo>
                  <a:lnTo>
                    <a:pt x="6449" y="217"/>
                  </a:lnTo>
                  <a:lnTo>
                    <a:pt x="339" y="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" name="pg13"/>
            <p:cNvSpPr/>
            <p:nvPr/>
          </p:nvSpPr>
          <p:spPr>
            <a:xfrm>
              <a:off x="2050472" y="2349253"/>
              <a:ext cx="1385454" cy="66886"/>
            </a:xfrm>
            <a:custGeom>
              <a:avLst/>
              <a:pathLst>
                <a:path w="1385454" h="66886">
                  <a:moveTo>
                    <a:pt x="0" y="66886"/>
                  </a:moveTo>
                  <a:lnTo>
                    <a:pt x="1795" y="66881"/>
                  </a:lnTo>
                  <a:lnTo>
                    <a:pt x="12910" y="66840"/>
                  </a:lnTo>
                  <a:lnTo>
                    <a:pt x="38198" y="66730"/>
                  </a:lnTo>
                  <a:lnTo>
                    <a:pt x="76837" y="66527"/>
                  </a:lnTo>
                  <a:lnTo>
                    <a:pt x="123683" y="66223"/>
                  </a:lnTo>
                  <a:lnTo>
                    <a:pt x="172734" y="65819"/>
                  </a:lnTo>
                  <a:lnTo>
                    <a:pt x="219888" y="65318"/>
                  </a:lnTo>
                  <a:lnTo>
                    <a:pt x="263626" y="64709"/>
                  </a:lnTo>
                  <a:lnTo>
                    <a:pt x="304364" y="63971"/>
                  </a:lnTo>
                  <a:lnTo>
                    <a:pt x="343577" y="63070"/>
                  </a:lnTo>
                  <a:lnTo>
                    <a:pt x="383097" y="61968"/>
                  </a:lnTo>
                  <a:lnTo>
                    <a:pt x="404090" y="61313"/>
                  </a:lnTo>
                  <a:lnTo>
                    <a:pt x="439607" y="60119"/>
                  </a:lnTo>
                  <a:lnTo>
                    <a:pt x="477313" y="58760"/>
                  </a:lnTo>
                  <a:lnTo>
                    <a:pt x="517487" y="57238"/>
                  </a:lnTo>
                  <a:lnTo>
                    <a:pt x="560106" y="55564"/>
                  </a:lnTo>
                  <a:lnTo>
                    <a:pt x="604853" y="53764"/>
                  </a:lnTo>
                  <a:lnTo>
                    <a:pt x="651149" y="51874"/>
                  </a:lnTo>
                  <a:lnTo>
                    <a:pt x="698218" y="49939"/>
                  </a:lnTo>
                  <a:lnTo>
                    <a:pt x="745184" y="48010"/>
                  </a:lnTo>
                  <a:lnTo>
                    <a:pt x="791183" y="46137"/>
                  </a:lnTo>
                  <a:lnTo>
                    <a:pt x="835477" y="44363"/>
                  </a:lnTo>
                  <a:lnTo>
                    <a:pt x="877545" y="42723"/>
                  </a:lnTo>
                  <a:lnTo>
                    <a:pt x="917135" y="41238"/>
                  </a:lnTo>
                  <a:lnTo>
                    <a:pt x="954294" y="39918"/>
                  </a:lnTo>
                  <a:lnTo>
                    <a:pt x="981363" y="39017"/>
                  </a:lnTo>
                  <a:lnTo>
                    <a:pt x="1021686" y="37799"/>
                  </a:lnTo>
                  <a:lnTo>
                    <a:pt x="1060830" y="36799"/>
                  </a:lnTo>
                  <a:lnTo>
                    <a:pt x="1100562" y="35982"/>
                  </a:lnTo>
                  <a:lnTo>
                    <a:pt x="1142618" y="35310"/>
                  </a:lnTo>
                  <a:lnTo>
                    <a:pt x="1188061" y="34756"/>
                  </a:lnTo>
                  <a:lnTo>
                    <a:pt x="1236478" y="34302"/>
                  </a:lnTo>
                  <a:lnTo>
                    <a:pt x="1285129" y="33946"/>
                  </a:lnTo>
                  <a:lnTo>
                    <a:pt x="1328776" y="33691"/>
                  </a:lnTo>
                  <a:lnTo>
                    <a:pt x="1361379" y="33535"/>
                  </a:lnTo>
                  <a:lnTo>
                    <a:pt x="1379535" y="33463"/>
                  </a:lnTo>
                  <a:lnTo>
                    <a:pt x="1385197" y="33444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3659" y="5"/>
                  </a:lnTo>
                  <a:lnTo>
                    <a:pt x="1372544" y="46"/>
                  </a:lnTo>
                  <a:lnTo>
                    <a:pt x="1347256" y="156"/>
                  </a:lnTo>
                  <a:lnTo>
                    <a:pt x="1308617" y="359"/>
                  </a:lnTo>
                  <a:lnTo>
                    <a:pt x="1261770" y="663"/>
                  </a:lnTo>
                  <a:lnTo>
                    <a:pt x="1212720" y="1067"/>
                  </a:lnTo>
                  <a:lnTo>
                    <a:pt x="1165565" y="1568"/>
                  </a:lnTo>
                  <a:lnTo>
                    <a:pt x="1121827" y="2176"/>
                  </a:lnTo>
                  <a:lnTo>
                    <a:pt x="1081089" y="2915"/>
                  </a:lnTo>
                  <a:lnTo>
                    <a:pt x="1041877" y="3816"/>
                  </a:lnTo>
                  <a:lnTo>
                    <a:pt x="1002356" y="4918"/>
                  </a:lnTo>
                  <a:lnTo>
                    <a:pt x="981363" y="5573"/>
                  </a:lnTo>
                  <a:lnTo>
                    <a:pt x="945846" y="6767"/>
                  </a:lnTo>
                  <a:lnTo>
                    <a:pt x="908141" y="8125"/>
                  </a:lnTo>
                  <a:lnTo>
                    <a:pt x="867967" y="9648"/>
                  </a:lnTo>
                  <a:lnTo>
                    <a:pt x="825348" y="11322"/>
                  </a:lnTo>
                  <a:lnTo>
                    <a:pt x="780601" y="13122"/>
                  </a:lnTo>
                  <a:lnTo>
                    <a:pt x="734305" y="15012"/>
                  </a:lnTo>
                  <a:lnTo>
                    <a:pt x="687236" y="16947"/>
                  </a:lnTo>
                  <a:lnTo>
                    <a:pt x="640270" y="18876"/>
                  </a:lnTo>
                  <a:lnTo>
                    <a:pt x="594271" y="20749"/>
                  </a:lnTo>
                  <a:lnTo>
                    <a:pt x="549977" y="22523"/>
                  </a:lnTo>
                  <a:lnTo>
                    <a:pt x="507909" y="24163"/>
                  </a:lnTo>
                  <a:lnTo>
                    <a:pt x="468319" y="25648"/>
                  </a:lnTo>
                  <a:lnTo>
                    <a:pt x="431159" y="26968"/>
                  </a:lnTo>
                  <a:lnTo>
                    <a:pt x="404090" y="27869"/>
                  </a:lnTo>
                  <a:lnTo>
                    <a:pt x="363767" y="29086"/>
                  </a:lnTo>
                  <a:lnTo>
                    <a:pt x="324623" y="30087"/>
                  </a:lnTo>
                  <a:lnTo>
                    <a:pt x="284892" y="30904"/>
                  </a:lnTo>
                  <a:lnTo>
                    <a:pt x="242835" y="31576"/>
                  </a:lnTo>
                  <a:lnTo>
                    <a:pt x="197393" y="32130"/>
                  </a:lnTo>
                  <a:lnTo>
                    <a:pt x="148975" y="32584"/>
                  </a:lnTo>
                  <a:lnTo>
                    <a:pt x="100325" y="32939"/>
                  </a:lnTo>
                  <a:lnTo>
                    <a:pt x="56678" y="33195"/>
                  </a:lnTo>
                  <a:lnTo>
                    <a:pt x="24075" y="33351"/>
                  </a:lnTo>
                  <a:lnTo>
                    <a:pt x="5918" y="33423"/>
                  </a:lnTo>
                  <a:lnTo>
                    <a:pt x="256" y="33442"/>
                  </a:lnTo>
                  <a:lnTo>
                    <a:pt x="0" y="3344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" name="pg14"/>
            <p:cNvSpPr/>
            <p:nvPr/>
          </p:nvSpPr>
          <p:spPr>
            <a:xfrm>
              <a:off x="2050472" y="3553218"/>
              <a:ext cx="1385454" cy="367878"/>
            </a:xfrm>
            <a:custGeom>
              <a:avLst/>
              <a:pathLst>
                <a:path w="1385454" h="367878">
                  <a:moveTo>
                    <a:pt x="0" y="33443"/>
                  </a:moveTo>
                  <a:lnTo>
                    <a:pt x="1770" y="33499"/>
                  </a:lnTo>
                  <a:lnTo>
                    <a:pt x="12744" y="33899"/>
                  </a:lnTo>
                  <a:lnTo>
                    <a:pt x="37744" y="34982"/>
                  </a:lnTo>
                  <a:lnTo>
                    <a:pt x="76023" y="36989"/>
                  </a:lnTo>
                  <a:lnTo>
                    <a:pt x="122547" y="39999"/>
                  </a:lnTo>
                  <a:lnTo>
                    <a:pt x="171377" y="43989"/>
                  </a:lnTo>
                  <a:lnTo>
                    <a:pt x="218404" y="48948"/>
                  </a:lnTo>
                  <a:lnTo>
                    <a:pt x="262059" y="54965"/>
                  </a:lnTo>
                  <a:lnTo>
                    <a:pt x="302701" y="62254"/>
                  </a:lnTo>
                  <a:lnTo>
                    <a:pt x="341759" y="71145"/>
                  </a:lnTo>
                  <a:lnTo>
                    <a:pt x="381040" y="82013"/>
                  </a:lnTo>
                  <a:lnTo>
                    <a:pt x="404090" y="89182"/>
                  </a:lnTo>
                  <a:lnTo>
                    <a:pt x="438374" y="100688"/>
                  </a:lnTo>
                  <a:lnTo>
                    <a:pt x="474687" y="113732"/>
                  </a:lnTo>
                  <a:lnTo>
                    <a:pt x="513298" y="128310"/>
                  </a:lnTo>
                  <a:lnTo>
                    <a:pt x="554209" y="144320"/>
                  </a:lnTo>
                  <a:lnTo>
                    <a:pt x="597162" y="161550"/>
                  </a:lnTo>
                  <a:lnTo>
                    <a:pt x="641669" y="179685"/>
                  </a:lnTo>
                  <a:lnTo>
                    <a:pt x="687057" y="198328"/>
                  </a:lnTo>
                  <a:lnTo>
                    <a:pt x="732544" y="217027"/>
                  </a:lnTo>
                  <a:lnTo>
                    <a:pt x="777339" y="235329"/>
                  </a:lnTo>
                  <a:lnTo>
                    <a:pt x="820733" y="252817"/>
                  </a:lnTo>
                  <a:lnTo>
                    <a:pt x="862185" y="269154"/>
                  </a:lnTo>
                  <a:lnTo>
                    <a:pt x="901378" y="284102"/>
                  </a:lnTo>
                  <a:lnTo>
                    <a:pt x="938249" y="297532"/>
                  </a:lnTo>
                  <a:lnTo>
                    <a:pt x="972998" y="309416"/>
                  </a:lnTo>
                  <a:lnTo>
                    <a:pt x="981363" y="312139"/>
                  </a:lnTo>
                  <a:lnTo>
                    <a:pt x="1021503" y="324261"/>
                  </a:lnTo>
                  <a:lnTo>
                    <a:pt x="1060466" y="334233"/>
                  </a:lnTo>
                  <a:lnTo>
                    <a:pt x="1099995" y="342387"/>
                  </a:lnTo>
                  <a:lnTo>
                    <a:pt x="1141806" y="349092"/>
                  </a:lnTo>
                  <a:lnTo>
                    <a:pt x="1186964" y="354634"/>
                  </a:lnTo>
                  <a:lnTo>
                    <a:pt x="1235104" y="359171"/>
                  </a:lnTo>
                  <a:lnTo>
                    <a:pt x="1283589" y="362743"/>
                  </a:lnTo>
                  <a:lnTo>
                    <a:pt x="1327315" y="365319"/>
                  </a:lnTo>
                  <a:lnTo>
                    <a:pt x="1360296" y="366909"/>
                  </a:lnTo>
                  <a:lnTo>
                    <a:pt x="1379005" y="367660"/>
                  </a:lnTo>
                  <a:lnTo>
                    <a:pt x="1385115" y="367868"/>
                  </a:lnTo>
                  <a:lnTo>
                    <a:pt x="1385454" y="367878"/>
                  </a:lnTo>
                  <a:lnTo>
                    <a:pt x="1385454" y="334434"/>
                  </a:lnTo>
                  <a:lnTo>
                    <a:pt x="1383683" y="334379"/>
                  </a:lnTo>
                  <a:lnTo>
                    <a:pt x="1372709" y="333979"/>
                  </a:lnTo>
                  <a:lnTo>
                    <a:pt x="1347709" y="332895"/>
                  </a:lnTo>
                  <a:lnTo>
                    <a:pt x="1309431" y="330888"/>
                  </a:lnTo>
                  <a:lnTo>
                    <a:pt x="1262906" y="327878"/>
                  </a:lnTo>
                  <a:lnTo>
                    <a:pt x="1214076" y="323889"/>
                  </a:lnTo>
                  <a:lnTo>
                    <a:pt x="1167050" y="318929"/>
                  </a:lnTo>
                  <a:lnTo>
                    <a:pt x="1123395" y="312912"/>
                  </a:lnTo>
                  <a:lnTo>
                    <a:pt x="1082752" y="305623"/>
                  </a:lnTo>
                  <a:lnTo>
                    <a:pt x="1043694" y="296732"/>
                  </a:lnTo>
                  <a:lnTo>
                    <a:pt x="1004414" y="285864"/>
                  </a:lnTo>
                  <a:lnTo>
                    <a:pt x="981363" y="278695"/>
                  </a:lnTo>
                  <a:lnTo>
                    <a:pt x="947080" y="267189"/>
                  </a:lnTo>
                  <a:lnTo>
                    <a:pt x="910766" y="254145"/>
                  </a:lnTo>
                  <a:lnTo>
                    <a:pt x="872155" y="239567"/>
                  </a:lnTo>
                  <a:lnTo>
                    <a:pt x="831245" y="223558"/>
                  </a:lnTo>
                  <a:lnTo>
                    <a:pt x="788291" y="206328"/>
                  </a:lnTo>
                  <a:lnTo>
                    <a:pt x="743784" y="188192"/>
                  </a:lnTo>
                  <a:lnTo>
                    <a:pt x="698397" y="169550"/>
                  </a:lnTo>
                  <a:lnTo>
                    <a:pt x="652910" y="150850"/>
                  </a:lnTo>
                  <a:lnTo>
                    <a:pt x="608115" y="132548"/>
                  </a:lnTo>
                  <a:lnTo>
                    <a:pt x="564721" y="115060"/>
                  </a:lnTo>
                  <a:lnTo>
                    <a:pt x="523269" y="98723"/>
                  </a:lnTo>
                  <a:lnTo>
                    <a:pt x="484075" y="83775"/>
                  </a:lnTo>
                  <a:lnTo>
                    <a:pt x="447205" y="70345"/>
                  </a:lnTo>
                  <a:lnTo>
                    <a:pt x="412456" y="58461"/>
                  </a:lnTo>
                  <a:lnTo>
                    <a:pt x="404090" y="55739"/>
                  </a:lnTo>
                  <a:lnTo>
                    <a:pt x="363951" y="43616"/>
                  </a:lnTo>
                  <a:lnTo>
                    <a:pt x="324987" y="33645"/>
                  </a:lnTo>
                  <a:lnTo>
                    <a:pt x="285459" y="25491"/>
                  </a:lnTo>
                  <a:lnTo>
                    <a:pt x="243647" y="18785"/>
                  </a:lnTo>
                  <a:lnTo>
                    <a:pt x="198489" y="13243"/>
                  </a:lnTo>
                  <a:lnTo>
                    <a:pt x="150349" y="8706"/>
                  </a:lnTo>
                  <a:lnTo>
                    <a:pt x="101864" y="5134"/>
                  </a:lnTo>
                  <a:lnTo>
                    <a:pt x="58139" y="2558"/>
                  </a:lnTo>
                  <a:lnTo>
                    <a:pt x="25158" y="969"/>
                  </a:lnTo>
                  <a:lnTo>
                    <a:pt x="6449" y="217"/>
                  </a:lnTo>
                  <a:lnTo>
                    <a:pt x="339" y="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" name="pg15"/>
            <p:cNvSpPr/>
            <p:nvPr/>
          </p:nvSpPr>
          <p:spPr>
            <a:xfrm>
              <a:off x="2050472" y="2382697"/>
              <a:ext cx="1385454" cy="66886"/>
            </a:xfrm>
            <a:custGeom>
              <a:avLst/>
              <a:pathLst>
                <a:path w="1385454" h="66886">
                  <a:moveTo>
                    <a:pt x="0" y="66886"/>
                  </a:moveTo>
                  <a:lnTo>
                    <a:pt x="1795" y="66881"/>
                  </a:lnTo>
                  <a:lnTo>
                    <a:pt x="12910" y="66840"/>
                  </a:lnTo>
                  <a:lnTo>
                    <a:pt x="38198" y="66730"/>
                  </a:lnTo>
                  <a:lnTo>
                    <a:pt x="76837" y="66527"/>
                  </a:lnTo>
                  <a:lnTo>
                    <a:pt x="123683" y="66223"/>
                  </a:lnTo>
                  <a:lnTo>
                    <a:pt x="172734" y="65819"/>
                  </a:lnTo>
                  <a:lnTo>
                    <a:pt x="219888" y="65318"/>
                  </a:lnTo>
                  <a:lnTo>
                    <a:pt x="263626" y="64709"/>
                  </a:lnTo>
                  <a:lnTo>
                    <a:pt x="304364" y="63971"/>
                  </a:lnTo>
                  <a:lnTo>
                    <a:pt x="343577" y="63070"/>
                  </a:lnTo>
                  <a:lnTo>
                    <a:pt x="383097" y="61968"/>
                  </a:lnTo>
                  <a:lnTo>
                    <a:pt x="404090" y="61313"/>
                  </a:lnTo>
                  <a:lnTo>
                    <a:pt x="439607" y="60119"/>
                  </a:lnTo>
                  <a:lnTo>
                    <a:pt x="477313" y="58760"/>
                  </a:lnTo>
                  <a:lnTo>
                    <a:pt x="517487" y="57238"/>
                  </a:lnTo>
                  <a:lnTo>
                    <a:pt x="560106" y="55564"/>
                  </a:lnTo>
                  <a:lnTo>
                    <a:pt x="604853" y="53764"/>
                  </a:lnTo>
                  <a:lnTo>
                    <a:pt x="651149" y="51874"/>
                  </a:lnTo>
                  <a:lnTo>
                    <a:pt x="698218" y="49939"/>
                  </a:lnTo>
                  <a:lnTo>
                    <a:pt x="745184" y="48010"/>
                  </a:lnTo>
                  <a:lnTo>
                    <a:pt x="791183" y="46137"/>
                  </a:lnTo>
                  <a:lnTo>
                    <a:pt x="835477" y="44363"/>
                  </a:lnTo>
                  <a:lnTo>
                    <a:pt x="877545" y="42723"/>
                  </a:lnTo>
                  <a:lnTo>
                    <a:pt x="917135" y="41238"/>
                  </a:lnTo>
                  <a:lnTo>
                    <a:pt x="954294" y="39918"/>
                  </a:lnTo>
                  <a:lnTo>
                    <a:pt x="981363" y="39017"/>
                  </a:lnTo>
                  <a:lnTo>
                    <a:pt x="1021686" y="37799"/>
                  </a:lnTo>
                  <a:lnTo>
                    <a:pt x="1060830" y="36799"/>
                  </a:lnTo>
                  <a:lnTo>
                    <a:pt x="1100562" y="35982"/>
                  </a:lnTo>
                  <a:lnTo>
                    <a:pt x="1142618" y="35310"/>
                  </a:lnTo>
                  <a:lnTo>
                    <a:pt x="1188061" y="34756"/>
                  </a:lnTo>
                  <a:lnTo>
                    <a:pt x="1236478" y="34302"/>
                  </a:lnTo>
                  <a:lnTo>
                    <a:pt x="1285129" y="33946"/>
                  </a:lnTo>
                  <a:lnTo>
                    <a:pt x="1328776" y="33691"/>
                  </a:lnTo>
                  <a:lnTo>
                    <a:pt x="1361379" y="33535"/>
                  </a:lnTo>
                  <a:lnTo>
                    <a:pt x="1379535" y="33463"/>
                  </a:lnTo>
                  <a:lnTo>
                    <a:pt x="1385197" y="33444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3659" y="5"/>
                  </a:lnTo>
                  <a:lnTo>
                    <a:pt x="1372544" y="46"/>
                  </a:lnTo>
                  <a:lnTo>
                    <a:pt x="1347256" y="156"/>
                  </a:lnTo>
                  <a:lnTo>
                    <a:pt x="1308617" y="359"/>
                  </a:lnTo>
                  <a:lnTo>
                    <a:pt x="1261770" y="663"/>
                  </a:lnTo>
                  <a:lnTo>
                    <a:pt x="1212720" y="1067"/>
                  </a:lnTo>
                  <a:lnTo>
                    <a:pt x="1165565" y="1568"/>
                  </a:lnTo>
                  <a:lnTo>
                    <a:pt x="1121827" y="2176"/>
                  </a:lnTo>
                  <a:lnTo>
                    <a:pt x="1081089" y="2915"/>
                  </a:lnTo>
                  <a:lnTo>
                    <a:pt x="1041877" y="3816"/>
                  </a:lnTo>
                  <a:lnTo>
                    <a:pt x="1002356" y="4918"/>
                  </a:lnTo>
                  <a:lnTo>
                    <a:pt x="981363" y="5573"/>
                  </a:lnTo>
                  <a:lnTo>
                    <a:pt x="945846" y="6767"/>
                  </a:lnTo>
                  <a:lnTo>
                    <a:pt x="908141" y="8125"/>
                  </a:lnTo>
                  <a:lnTo>
                    <a:pt x="867967" y="9648"/>
                  </a:lnTo>
                  <a:lnTo>
                    <a:pt x="825348" y="11322"/>
                  </a:lnTo>
                  <a:lnTo>
                    <a:pt x="780601" y="13122"/>
                  </a:lnTo>
                  <a:lnTo>
                    <a:pt x="734305" y="15012"/>
                  </a:lnTo>
                  <a:lnTo>
                    <a:pt x="687236" y="16947"/>
                  </a:lnTo>
                  <a:lnTo>
                    <a:pt x="640270" y="18876"/>
                  </a:lnTo>
                  <a:lnTo>
                    <a:pt x="594271" y="20749"/>
                  </a:lnTo>
                  <a:lnTo>
                    <a:pt x="549977" y="22523"/>
                  </a:lnTo>
                  <a:lnTo>
                    <a:pt x="507909" y="24163"/>
                  </a:lnTo>
                  <a:lnTo>
                    <a:pt x="468319" y="25648"/>
                  </a:lnTo>
                  <a:lnTo>
                    <a:pt x="431159" y="26968"/>
                  </a:lnTo>
                  <a:lnTo>
                    <a:pt x="404090" y="27869"/>
                  </a:lnTo>
                  <a:lnTo>
                    <a:pt x="363767" y="29086"/>
                  </a:lnTo>
                  <a:lnTo>
                    <a:pt x="324623" y="30087"/>
                  </a:lnTo>
                  <a:lnTo>
                    <a:pt x="284892" y="30904"/>
                  </a:lnTo>
                  <a:lnTo>
                    <a:pt x="242835" y="31576"/>
                  </a:lnTo>
                  <a:lnTo>
                    <a:pt x="197393" y="32130"/>
                  </a:lnTo>
                  <a:lnTo>
                    <a:pt x="148975" y="32584"/>
                  </a:lnTo>
                  <a:lnTo>
                    <a:pt x="100325" y="32939"/>
                  </a:lnTo>
                  <a:lnTo>
                    <a:pt x="56678" y="33195"/>
                  </a:lnTo>
                  <a:lnTo>
                    <a:pt x="24075" y="33351"/>
                  </a:lnTo>
                  <a:lnTo>
                    <a:pt x="5918" y="33423"/>
                  </a:lnTo>
                  <a:lnTo>
                    <a:pt x="256" y="33442"/>
                  </a:lnTo>
                  <a:lnTo>
                    <a:pt x="0" y="3344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6" name="pg16"/>
            <p:cNvSpPr/>
            <p:nvPr/>
          </p:nvSpPr>
          <p:spPr>
            <a:xfrm>
              <a:off x="2050472" y="3586662"/>
              <a:ext cx="1385454" cy="367878"/>
            </a:xfrm>
            <a:custGeom>
              <a:avLst/>
              <a:pathLst>
                <a:path w="1385454" h="367878">
                  <a:moveTo>
                    <a:pt x="0" y="33443"/>
                  </a:moveTo>
                  <a:lnTo>
                    <a:pt x="1770" y="33499"/>
                  </a:lnTo>
                  <a:lnTo>
                    <a:pt x="12744" y="33899"/>
                  </a:lnTo>
                  <a:lnTo>
                    <a:pt x="37744" y="34982"/>
                  </a:lnTo>
                  <a:lnTo>
                    <a:pt x="76023" y="36989"/>
                  </a:lnTo>
                  <a:lnTo>
                    <a:pt x="122547" y="39999"/>
                  </a:lnTo>
                  <a:lnTo>
                    <a:pt x="171377" y="43989"/>
                  </a:lnTo>
                  <a:lnTo>
                    <a:pt x="218404" y="48948"/>
                  </a:lnTo>
                  <a:lnTo>
                    <a:pt x="262059" y="54965"/>
                  </a:lnTo>
                  <a:lnTo>
                    <a:pt x="302701" y="62254"/>
                  </a:lnTo>
                  <a:lnTo>
                    <a:pt x="341759" y="71145"/>
                  </a:lnTo>
                  <a:lnTo>
                    <a:pt x="381040" y="82013"/>
                  </a:lnTo>
                  <a:lnTo>
                    <a:pt x="404090" y="89182"/>
                  </a:lnTo>
                  <a:lnTo>
                    <a:pt x="438374" y="100688"/>
                  </a:lnTo>
                  <a:lnTo>
                    <a:pt x="474687" y="113732"/>
                  </a:lnTo>
                  <a:lnTo>
                    <a:pt x="513298" y="128310"/>
                  </a:lnTo>
                  <a:lnTo>
                    <a:pt x="554209" y="144320"/>
                  </a:lnTo>
                  <a:lnTo>
                    <a:pt x="597162" y="161550"/>
                  </a:lnTo>
                  <a:lnTo>
                    <a:pt x="641669" y="179685"/>
                  </a:lnTo>
                  <a:lnTo>
                    <a:pt x="687057" y="198328"/>
                  </a:lnTo>
                  <a:lnTo>
                    <a:pt x="732544" y="217027"/>
                  </a:lnTo>
                  <a:lnTo>
                    <a:pt x="777339" y="235329"/>
                  </a:lnTo>
                  <a:lnTo>
                    <a:pt x="820733" y="252817"/>
                  </a:lnTo>
                  <a:lnTo>
                    <a:pt x="862185" y="269154"/>
                  </a:lnTo>
                  <a:lnTo>
                    <a:pt x="901378" y="284102"/>
                  </a:lnTo>
                  <a:lnTo>
                    <a:pt x="938249" y="297532"/>
                  </a:lnTo>
                  <a:lnTo>
                    <a:pt x="972998" y="309416"/>
                  </a:lnTo>
                  <a:lnTo>
                    <a:pt x="981363" y="312139"/>
                  </a:lnTo>
                  <a:lnTo>
                    <a:pt x="1021503" y="324261"/>
                  </a:lnTo>
                  <a:lnTo>
                    <a:pt x="1060466" y="334233"/>
                  </a:lnTo>
                  <a:lnTo>
                    <a:pt x="1099995" y="342387"/>
                  </a:lnTo>
                  <a:lnTo>
                    <a:pt x="1141806" y="349092"/>
                  </a:lnTo>
                  <a:lnTo>
                    <a:pt x="1186964" y="354634"/>
                  </a:lnTo>
                  <a:lnTo>
                    <a:pt x="1235104" y="359171"/>
                  </a:lnTo>
                  <a:lnTo>
                    <a:pt x="1283589" y="362743"/>
                  </a:lnTo>
                  <a:lnTo>
                    <a:pt x="1327315" y="365319"/>
                  </a:lnTo>
                  <a:lnTo>
                    <a:pt x="1360296" y="366909"/>
                  </a:lnTo>
                  <a:lnTo>
                    <a:pt x="1379005" y="367660"/>
                  </a:lnTo>
                  <a:lnTo>
                    <a:pt x="1385115" y="367868"/>
                  </a:lnTo>
                  <a:lnTo>
                    <a:pt x="1385454" y="367878"/>
                  </a:lnTo>
                  <a:lnTo>
                    <a:pt x="1385454" y="334434"/>
                  </a:lnTo>
                  <a:lnTo>
                    <a:pt x="1383683" y="334379"/>
                  </a:lnTo>
                  <a:lnTo>
                    <a:pt x="1372709" y="333979"/>
                  </a:lnTo>
                  <a:lnTo>
                    <a:pt x="1347709" y="332895"/>
                  </a:lnTo>
                  <a:lnTo>
                    <a:pt x="1309431" y="330888"/>
                  </a:lnTo>
                  <a:lnTo>
                    <a:pt x="1262906" y="327878"/>
                  </a:lnTo>
                  <a:lnTo>
                    <a:pt x="1214076" y="323889"/>
                  </a:lnTo>
                  <a:lnTo>
                    <a:pt x="1167050" y="318929"/>
                  </a:lnTo>
                  <a:lnTo>
                    <a:pt x="1123395" y="312912"/>
                  </a:lnTo>
                  <a:lnTo>
                    <a:pt x="1082752" y="305623"/>
                  </a:lnTo>
                  <a:lnTo>
                    <a:pt x="1043694" y="296732"/>
                  </a:lnTo>
                  <a:lnTo>
                    <a:pt x="1004414" y="285864"/>
                  </a:lnTo>
                  <a:lnTo>
                    <a:pt x="981363" y="278695"/>
                  </a:lnTo>
                  <a:lnTo>
                    <a:pt x="947080" y="267189"/>
                  </a:lnTo>
                  <a:lnTo>
                    <a:pt x="910766" y="254145"/>
                  </a:lnTo>
                  <a:lnTo>
                    <a:pt x="872155" y="239567"/>
                  </a:lnTo>
                  <a:lnTo>
                    <a:pt x="831245" y="223558"/>
                  </a:lnTo>
                  <a:lnTo>
                    <a:pt x="788291" y="206328"/>
                  </a:lnTo>
                  <a:lnTo>
                    <a:pt x="743784" y="188192"/>
                  </a:lnTo>
                  <a:lnTo>
                    <a:pt x="698397" y="169550"/>
                  </a:lnTo>
                  <a:lnTo>
                    <a:pt x="652910" y="150850"/>
                  </a:lnTo>
                  <a:lnTo>
                    <a:pt x="608115" y="132548"/>
                  </a:lnTo>
                  <a:lnTo>
                    <a:pt x="564721" y="115060"/>
                  </a:lnTo>
                  <a:lnTo>
                    <a:pt x="523269" y="98723"/>
                  </a:lnTo>
                  <a:lnTo>
                    <a:pt x="484075" y="83775"/>
                  </a:lnTo>
                  <a:lnTo>
                    <a:pt x="447205" y="70345"/>
                  </a:lnTo>
                  <a:lnTo>
                    <a:pt x="412456" y="58461"/>
                  </a:lnTo>
                  <a:lnTo>
                    <a:pt x="404090" y="55739"/>
                  </a:lnTo>
                  <a:lnTo>
                    <a:pt x="363951" y="43616"/>
                  </a:lnTo>
                  <a:lnTo>
                    <a:pt x="324987" y="33645"/>
                  </a:lnTo>
                  <a:lnTo>
                    <a:pt x="285459" y="25491"/>
                  </a:lnTo>
                  <a:lnTo>
                    <a:pt x="243647" y="18785"/>
                  </a:lnTo>
                  <a:lnTo>
                    <a:pt x="198489" y="13243"/>
                  </a:lnTo>
                  <a:lnTo>
                    <a:pt x="150349" y="8706"/>
                  </a:lnTo>
                  <a:lnTo>
                    <a:pt x="101864" y="5134"/>
                  </a:lnTo>
                  <a:lnTo>
                    <a:pt x="58139" y="2558"/>
                  </a:lnTo>
                  <a:lnTo>
                    <a:pt x="25158" y="969"/>
                  </a:lnTo>
                  <a:lnTo>
                    <a:pt x="6449" y="217"/>
                  </a:lnTo>
                  <a:lnTo>
                    <a:pt x="339" y="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7" name="pg17"/>
            <p:cNvSpPr/>
            <p:nvPr/>
          </p:nvSpPr>
          <p:spPr>
            <a:xfrm>
              <a:off x="2050472" y="4890957"/>
              <a:ext cx="1385454" cy="1337738"/>
            </a:xfrm>
            <a:custGeom>
              <a:avLst/>
              <a:pathLst>
                <a:path w="1385454" h="1337738">
                  <a:moveTo>
                    <a:pt x="0" y="33443"/>
                  </a:moveTo>
                  <a:lnTo>
                    <a:pt x="1492" y="33624"/>
                  </a:lnTo>
                  <a:lnTo>
                    <a:pt x="10823" y="34929"/>
                  </a:lnTo>
                  <a:lnTo>
                    <a:pt x="32426" y="38485"/>
                  </a:lnTo>
                  <a:lnTo>
                    <a:pt x="66325" y="45142"/>
                  </a:lnTo>
                  <a:lnTo>
                    <a:pt x="108780" y="55262"/>
                  </a:lnTo>
                  <a:lnTo>
                    <a:pt x="154689" y="68815"/>
                  </a:lnTo>
                  <a:lnTo>
                    <a:pt x="199965" y="85712"/>
                  </a:lnTo>
                  <a:lnTo>
                    <a:pt x="242535" y="106099"/>
                  </a:lnTo>
                  <a:lnTo>
                    <a:pt x="282106" y="130498"/>
                  </a:lnTo>
                  <a:lnTo>
                    <a:pt x="319534" y="159819"/>
                  </a:lnTo>
                  <a:lnTo>
                    <a:pt x="356232" y="195254"/>
                  </a:lnTo>
                  <a:lnTo>
                    <a:pt x="393701" y="237975"/>
                  </a:lnTo>
                  <a:lnTo>
                    <a:pt x="404090" y="250826"/>
                  </a:lnTo>
                  <a:lnTo>
                    <a:pt x="430324" y="284854"/>
                  </a:lnTo>
                  <a:lnTo>
                    <a:pt x="457708" y="322419"/>
                  </a:lnTo>
                  <a:lnTo>
                    <a:pt x="486407" y="363568"/>
                  </a:lnTo>
                  <a:lnTo>
                    <a:pt x="516490" y="408225"/>
                  </a:lnTo>
                  <a:lnTo>
                    <a:pt x="547935" y="456171"/>
                  </a:lnTo>
                  <a:lnTo>
                    <a:pt x="580628" y="507037"/>
                  </a:lnTo>
                  <a:lnTo>
                    <a:pt x="614372" y="560308"/>
                  </a:lnTo>
                  <a:lnTo>
                    <a:pt x="648896" y="615339"/>
                  </a:lnTo>
                  <a:lnTo>
                    <a:pt x="683871" y="671383"/>
                  </a:lnTo>
                  <a:lnTo>
                    <a:pt x="718940" y="727634"/>
                  </a:lnTo>
                  <a:lnTo>
                    <a:pt x="753735" y="783274"/>
                  </a:lnTo>
                  <a:lnTo>
                    <a:pt x="787910" y="837521"/>
                  </a:lnTo>
                  <a:lnTo>
                    <a:pt x="821164" y="889674"/>
                  </a:lnTo>
                  <a:lnTo>
                    <a:pt x="853258" y="939149"/>
                  </a:lnTo>
                  <a:lnTo>
                    <a:pt x="884037" y="985503"/>
                  </a:lnTo>
                  <a:lnTo>
                    <a:pt x="913432" y="1028441"/>
                  </a:lnTo>
                  <a:lnTo>
                    <a:pt x="941465" y="1067816"/>
                  </a:lnTo>
                  <a:lnTo>
                    <a:pt x="968253" y="1103616"/>
                  </a:lnTo>
                  <a:lnTo>
                    <a:pt x="981363" y="1120356"/>
                  </a:lnTo>
                  <a:lnTo>
                    <a:pt x="1019256" y="1165169"/>
                  </a:lnTo>
                  <a:lnTo>
                    <a:pt x="1056020" y="1202466"/>
                  </a:lnTo>
                  <a:lnTo>
                    <a:pt x="1093100" y="1233311"/>
                  </a:lnTo>
                  <a:lnTo>
                    <a:pt x="1131978" y="1258932"/>
                  </a:lnTo>
                  <a:lnTo>
                    <a:pt x="1173708" y="1280332"/>
                  </a:lnTo>
                  <a:lnTo>
                    <a:pt x="1218375" y="1298141"/>
                  </a:lnTo>
                  <a:lnTo>
                    <a:pt x="1264436" y="1312599"/>
                  </a:lnTo>
                  <a:lnTo>
                    <a:pt x="1308316" y="1323656"/>
                  </a:lnTo>
                  <a:lnTo>
                    <a:pt x="1344997" y="1331232"/>
                  </a:lnTo>
                  <a:lnTo>
                    <a:pt x="1370099" y="1335558"/>
                  </a:lnTo>
                  <a:lnTo>
                    <a:pt x="1382476" y="1337364"/>
                  </a:lnTo>
                  <a:lnTo>
                    <a:pt x="1385454" y="1337738"/>
                  </a:lnTo>
                  <a:lnTo>
                    <a:pt x="1385454" y="1304295"/>
                  </a:lnTo>
                  <a:lnTo>
                    <a:pt x="1383961" y="1304114"/>
                  </a:lnTo>
                  <a:lnTo>
                    <a:pt x="1374630" y="1302808"/>
                  </a:lnTo>
                  <a:lnTo>
                    <a:pt x="1353027" y="1299253"/>
                  </a:lnTo>
                  <a:lnTo>
                    <a:pt x="1319128" y="1292595"/>
                  </a:lnTo>
                  <a:lnTo>
                    <a:pt x="1276673" y="1282476"/>
                  </a:lnTo>
                  <a:lnTo>
                    <a:pt x="1230765" y="1268923"/>
                  </a:lnTo>
                  <a:lnTo>
                    <a:pt x="1185488" y="1252026"/>
                  </a:lnTo>
                  <a:lnTo>
                    <a:pt x="1142919" y="1231639"/>
                  </a:lnTo>
                  <a:lnTo>
                    <a:pt x="1103347" y="1207240"/>
                  </a:lnTo>
                  <a:lnTo>
                    <a:pt x="1065919" y="1177919"/>
                  </a:lnTo>
                  <a:lnTo>
                    <a:pt x="1029222" y="1142484"/>
                  </a:lnTo>
                  <a:lnTo>
                    <a:pt x="991753" y="1099763"/>
                  </a:lnTo>
                  <a:lnTo>
                    <a:pt x="981363" y="1086912"/>
                  </a:lnTo>
                  <a:lnTo>
                    <a:pt x="955129" y="1052884"/>
                  </a:lnTo>
                  <a:lnTo>
                    <a:pt x="927745" y="1015319"/>
                  </a:lnTo>
                  <a:lnTo>
                    <a:pt x="899046" y="974170"/>
                  </a:lnTo>
                  <a:lnTo>
                    <a:pt x="868963" y="929512"/>
                  </a:lnTo>
                  <a:lnTo>
                    <a:pt x="837518" y="881566"/>
                  </a:lnTo>
                  <a:lnTo>
                    <a:pt x="804825" y="830700"/>
                  </a:lnTo>
                  <a:lnTo>
                    <a:pt x="771081" y="777429"/>
                  </a:lnTo>
                  <a:lnTo>
                    <a:pt x="736558" y="722399"/>
                  </a:lnTo>
                  <a:lnTo>
                    <a:pt x="701582" y="666355"/>
                  </a:lnTo>
                  <a:lnTo>
                    <a:pt x="666513" y="610104"/>
                  </a:lnTo>
                  <a:lnTo>
                    <a:pt x="631718" y="554464"/>
                  </a:lnTo>
                  <a:lnTo>
                    <a:pt x="597543" y="500217"/>
                  </a:lnTo>
                  <a:lnTo>
                    <a:pt x="564290" y="448064"/>
                  </a:lnTo>
                  <a:lnTo>
                    <a:pt x="532195" y="398589"/>
                  </a:lnTo>
                  <a:lnTo>
                    <a:pt x="501416" y="352235"/>
                  </a:lnTo>
                  <a:lnTo>
                    <a:pt x="472022" y="309297"/>
                  </a:lnTo>
                  <a:lnTo>
                    <a:pt x="443989" y="269922"/>
                  </a:lnTo>
                  <a:lnTo>
                    <a:pt x="417201" y="234122"/>
                  </a:lnTo>
                  <a:lnTo>
                    <a:pt x="404090" y="217382"/>
                  </a:lnTo>
                  <a:lnTo>
                    <a:pt x="366198" y="172569"/>
                  </a:lnTo>
                  <a:lnTo>
                    <a:pt x="329433" y="135272"/>
                  </a:lnTo>
                  <a:lnTo>
                    <a:pt x="292353" y="104427"/>
                  </a:lnTo>
                  <a:lnTo>
                    <a:pt x="253476" y="78806"/>
                  </a:lnTo>
                  <a:lnTo>
                    <a:pt x="211746" y="57406"/>
                  </a:lnTo>
                  <a:lnTo>
                    <a:pt x="167079" y="39597"/>
                  </a:lnTo>
                  <a:lnTo>
                    <a:pt x="121017" y="25139"/>
                  </a:lnTo>
                  <a:lnTo>
                    <a:pt x="77138" y="14082"/>
                  </a:lnTo>
                  <a:lnTo>
                    <a:pt x="40457" y="6506"/>
                  </a:lnTo>
                  <a:lnTo>
                    <a:pt x="15355" y="2180"/>
                  </a:lnTo>
                  <a:lnTo>
                    <a:pt x="2978" y="3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2050472" y="2416140"/>
              <a:ext cx="1385454" cy="66886"/>
            </a:xfrm>
            <a:custGeom>
              <a:avLst/>
              <a:pathLst>
                <a:path w="1385454" h="66886">
                  <a:moveTo>
                    <a:pt x="0" y="66886"/>
                  </a:moveTo>
                  <a:lnTo>
                    <a:pt x="1795" y="66881"/>
                  </a:lnTo>
                  <a:lnTo>
                    <a:pt x="12910" y="66840"/>
                  </a:lnTo>
                  <a:lnTo>
                    <a:pt x="38198" y="66730"/>
                  </a:lnTo>
                  <a:lnTo>
                    <a:pt x="76837" y="66527"/>
                  </a:lnTo>
                  <a:lnTo>
                    <a:pt x="123683" y="66223"/>
                  </a:lnTo>
                  <a:lnTo>
                    <a:pt x="172734" y="65819"/>
                  </a:lnTo>
                  <a:lnTo>
                    <a:pt x="219888" y="65318"/>
                  </a:lnTo>
                  <a:lnTo>
                    <a:pt x="263626" y="64709"/>
                  </a:lnTo>
                  <a:lnTo>
                    <a:pt x="304364" y="63971"/>
                  </a:lnTo>
                  <a:lnTo>
                    <a:pt x="343577" y="63070"/>
                  </a:lnTo>
                  <a:lnTo>
                    <a:pt x="383097" y="61968"/>
                  </a:lnTo>
                  <a:lnTo>
                    <a:pt x="404090" y="61313"/>
                  </a:lnTo>
                  <a:lnTo>
                    <a:pt x="439607" y="60119"/>
                  </a:lnTo>
                  <a:lnTo>
                    <a:pt x="477313" y="58760"/>
                  </a:lnTo>
                  <a:lnTo>
                    <a:pt x="517487" y="57238"/>
                  </a:lnTo>
                  <a:lnTo>
                    <a:pt x="560106" y="55564"/>
                  </a:lnTo>
                  <a:lnTo>
                    <a:pt x="604853" y="53764"/>
                  </a:lnTo>
                  <a:lnTo>
                    <a:pt x="651149" y="51874"/>
                  </a:lnTo>
                  <a:lnTo>
                    <a:pt x="698218" y="49939"/>
                  </a:lnTo>
                  <a:lnTo>
                    <a:pt x="745184" y="48010"/>
                  </a:lnTo>
                  <a:lnTo>
                    <a:pt x="791183" y="46137"/>
                  </a:lnTo>
                  <a:lnTo>
                    <a:pt x="835477" y="44363"/>
                  </a:lnTo>
                  <a:lnTo>
                    <a:pt x="877545" y="42723"/>
                  </a:lnTo>
                  <a:lnTo>
                    <a:pt x="917135" y="41238"/>
                  </a:lnTo>
                  <a:lnTo>
                    <a:pt x="954294" y="39918"/>
                  </a:lnTo>
                  <a:lnTo>
                    <a:pt x="981363" y="39017"/>
                  </a:lnTo>
                  <a:lnTo>
                    <a:pt x="1021686" y="37799"/>
                  </a:lnTo>
                  <a:lnTo>
                    <a:pt x="1060830" y="36799"/>
                  </a:lnTo>
                  <a:lnTo>
                    <a:pt x="1100562" y="35982"/>
                  </a:lnTo>
                  <a:lnTo>
                    <a:pt x="1142618" y="35310"/>
                  </a:lnTo>
                  <a:lnTo>
                    <a:pt x="1188061" y="34756"/>
                  </a:lnTo>
                  <a:lnTo>
                    <a:pt x="1236478" y="34302"/>
                  </a:lnTo>
                  <a:lnTo>
                    <a:pt x="1285129" y="33946"/>
                  </a:lnTo>
                  <a:lnTo>
                    <a:pt x="1328776" y="33691"/>
                  </a:lnTo>
                  <a:lnTo>
                    <a:pt x="1361379" y="33535"/>
                  </a:lnTo>
                  <a:lnTo>
                    <a:pt x="1379535" y="33463"/>
                  </a:lnTo>
                  <a:lnTo>
                    <a:pt x="1385197" y="33444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3659" y="5"/>
                  </a:lnTo>
                  <a:lnTo>
                    <a:pt x="1372544" y="46"/>
                  </a:lnTo>
                  <a:lnTo>
                    <a:pt x="1347256" y="156"/>
                  </a:lnTo>
                  <a:lnTo>
                    <a:pt x="1308617" y="359"/>
                  </a:lnTo>
                  <a:lnTo>
                    <a:pt x="1261770" y="663"/>
                  </a:lnTo>
                  <a:lnTo>
                    <a:pt x="1212720" y="1067"/>
                  </a:lnTo>
                  <a:lnTo>
                    <a:pt x="1165565" y="1568"/>
                  </a:lnTo>
                  <a:lnTo>
                    <a:pt x="1121827" y="2176"/>
                  </a:lnTo>
                  <a:lnTo>
                    <a:pt x="1081089" y="2915"/>
                  </a:lnTo>
                  <a:lnTo>
                    <a:pt x="1041877" y="3816"/>
                  </a:lnTo>
                  <a:lnTo>
                    <a:pt x="1002356" y="4918"/>
                  </a:lnTo>
                  <a:lnTo>
                    <a:pt x="981363" y="5573"/>
                  </a:lnTo>
                  <a:lnTo>
                    <a:pt x="945846" y="6767"/>
                  </a:lnTo>
                  <a:lnTo>
                    <a:pt x="908141" y="8125"/>
                  </a:lnTo>
                  <a:lnTo>
                    <a:pt x="867967" y="9648"/>
                  </a:lnTo>
                  <a:lnTo>
                    <a:pt x="825348" y="11322"/>
                  </a:lnTo>
                  <a:lnTo>
                    <a:pt x="780601" y="13122"/>
                  </a:lnTo>
                  <a:lnTo>
                    <a:pt x="734305" y="15012"/>
                  </a:lnTo>
                  <a:lnTo>
                    <a:pt x="687236" y="16947"/>
                  </a:lnTo>
                  <a:lnTo>
                    <a:pt x="640270" y="18876"/>
                  </a:lnTo>
                  <a:lnTo>
                    <a:pt x="594271" y="20749"/>
                  </a:lnTo>
                  <a:lnTo>
                    <a:pt x="549977" y="22523"/>
                  </a:lnTo>
                  <a:lnTo>
                    <a:pt x="507909" y="24163"/>
                  </a:lnTo>
                  <a:lnTo>
                    <a:pt x="468319" y="25648"/>
                  </a:lnTo>
                  <a:lnTo>
                    <a:pt x="431159" y="26968"/>
                  </a:lnTo>
                  <a:lnTo>
                    <a:pt x="404090" y="27869"/>
                  </a:lnTo>
                  <a:lnTo>
                    <a:pt x="363767" y="29086"/>
                  </a:lnTo>
                  <a:lnTo>
                    <a:pt x="324623" y="30087"/>
                  </a:lnTo>
                  <a:lnTo>
                    <a:pt x="284892" y="30904"/>
                  </a:lnTo>
                  <a:lnTo>
                    <a:pt x="242835" y="31576"/>
                  </a:lnTo>
                  <a:lnTo>
                    <a:pt x="197393" y="32130"/>
                  </a:lnTo>
                  <a:lnTo>
                    <a:pt x="148975" y="32584"/>
                  </a:lnTo>
                  <a:lnTo>
                    <a:pt x="100325" y="32939"/>
                  </a:lnTo>
                  <a:lnTo>
                    <a:pt x="56678" y="33195"/>
                  </a:lnTo>
                  <a:lnTo>
                    <a:pt x="24075" y="33351"/>
                  </a:lnTo>
                  <a:lnTo>
                    <a:pt x="5918" y="33423"/>
                  </a:lnTo>
                  <a:lnTo>
                    <a:pt x="256" y="33442"/>
                  </a:lnTo>
                  <a:lnTo>
                    <a:pt x="0" y="3344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2050472" y="3620105"/>
              <a:ext cx="1385454" cy="367878"/>
            </a:xfrm>
            <a:custGeom>
              <a:avLst/>
              <a:pathLst>
                <a:path w="1385454" h="367878">
                  <a:moveTo>
                    <a:pt x="0" y="33443"/>
                  </a:moveTo>
                  <a:lnTo>
                    <a:pt x="1770" y="33499"/>
                  </a:lnTo>
                  <a:lnTo>
                    <a:pt x="12744" y="33899"/>
                  </a:lnTo>
                  <a:lnTo>
                    <a:pt x="37744" y="34982"/>
                  </a:lnTo>
                  <a:lnTo>
                    <a:pt x="76023" y="36989"/>
                  </a:lnTo>
                  <a:lnTo>
                    <a:pt x="122547" y="39999"/>
                  </a:lnTo>
                  <a:lnTo>
                    <a:pt x="171377" y="43989"/>
                  </a:lnTo>
                  <a:lnTo>
                    <a:pt x="218404" y="48948"/>
                  </a:lnTo>
                  <a:lnTo>
                    <a:pt x="262059" y="54965"/>
                  </a:lnTo>
                  <a:lnTo>
                    <a:pt x="302701" y="62254"/>
                  </a:lnTo>
                  <a:lnTo>
                    <a:pt x="341759" y="71145"/>
                  </a:lnTo>
                  <a:lnTo>
                    <a:pt x="381040" y="82013"/>
                  </a:lnTo>
                  <a:lnTo>
                    <a:pt x="404090" y="89182"/>
                  </a:lnTo>
                  <a:lnTo>
                    <a:pt x="438374" y="100688"/>
                  </a:lnTo>
                  <a:lnTo>
                    <a:pt x="474687" y="113732"/>
                  </a:lnTo>
                  <a:lnTo>
                    <a:pt x="513298" y="128310"/>
                  </a:lnTo>
                  <a:lnTo>
                    <a:pt x="554209" y="144320"/>
                  </a:lnTo>
                  <a:lnTo>
                    <a:pt x="597162" y="161550"/>
                  </a:lnTo>
                  <a:lnTo>
                    <a:pt x="641669" y="179685"/>
                  </a:lnTo>
                  <a:lnTo>
                    <a:pt x="687057" y="198328"/>
                  </a:lnTo>
                  <a:lnTo>
                    <a:pt x="732544" y="217027"/>
                  </a:lnTo>
                  <a:lnTo>
                    <a:pt x="777339" y="235329"/>
                  </a:lnTo>
                  <a:lnTo>
                    <a:pt x="820733" y="252817"/>
                  </a:lnTo>
                  <a:lnTo>
                    <a:pt x="862185" y="269154"/>
                  </a:lnTo>
                  <a:lnTo>
                    <a:pt x="901378" y="284102"/>
                  </a:lnTo>
                  <a:lnTo>
                    <a:pt x="938249" y="297532"/>
                  </a:lnTo>
                  <a:lnTo>
                    <a:pt x="972998" y="309416"/>
                  </a:lnTo>
                  <a:lnTo>
                    <a:pt x="981363" y="312139"/>
                  </a:lnTo>
                  <a:lnTo>
                    <a:pt x="1021503" y="324261"/>
                  </a:lnTo>
                  <a:lnTo>
                    <a:pt x="1060466" y="334233"/>
                  </a:lnTo>
                  <a:lnTo>
                    <a:pt x="1099995" y="342387"/>
                  </a:lnTo>
                  <a:lnTo>
                    <a:pt x="1141806" y="349092"/>
                  </a:lnTo>
                  <a:lnTo>
                    <a:pt x="1186964" y="354634"/>
                  </a:lnTo>
                  <a:lnTo>
                    <a:pt x="1235104" y="359171"/>
                  </a:lnTo>
                  <a:lnTo>
                    <a:pt x="1283589" y="362743"/>
                  </a:lnTo>
                  <a:lnTo>
                    <a:pt x="1327315" y="365319"/>
                  </a:lnTo>
                  <a:lnTo>
                    <a:pt x="1360296" y="366909"/>
                  </a:lnTo>
                  <a:lnTo>
                    <a:pt x="1379005" y="367660"/>
                  </a:lnTo>
                  <a:lnTo>
                    <a:pt x="1385115" y="367868"/>
                  </a:lnTo>
                  <a:lnTo>
                    <a:pt x="1385454" y="367878"/>
                  </a:lnTo>
                  <a:lnTo>
                    <a:pt x="1385454" y="334434"/>
                  </a:lnTo>
                  <a:lnTo>
                    <a:pt x="1383683" y="334379"/>
                  </a:lnTo>
                  <a:lnTo>
                    <a:pt x="1372709" y="333979"/>
                  </a:lnTo>
                  <a:lnTo>
                    <a:pt x="1347709" y="332895"/>
                  </a:lnTo>
                  <a:lnTo>
                    <a:pt x="1309431" y="330888"/>
                  </a:lnTo>
                  <a:lnTo>
                    <a:pt x="1262906" y="327878"/>
                  </a:lnTo>
                  <a:lnTo>
                    <a:pt x="1214076" y="323889"/>
                  </a:lnTo>
                  <a:lnTo>
                    <a:pt x="1167050" y="318929"/>
                  </a:lnTo>
                  <a:lnTo>
                    <a:pt x="1123395" y="312912"/>
                  </a:lnTo>
                  <a:lnTo>
                    <a:pt x="1082752" y="305623"/>
                  </a:lnTo>
                  <a:lnTo>
                    <a:pt x="1043694" y="296732"/>
                  </a:lnTo>
                  <a:lnTo>
                    <a:pt x="1004414" y="285864"/>
                  </a:lnTo>
                  <a:lnTo>
                    <a:pt x="981363" y="278695"/>
                  </a:lnTo>
                  <a:lnTo>
                    <a:pt x="947080" y="267189"/>
                  </a:lnTo>
                  <a:lnTo>
                    <a:pt x="910766" y="254145"/>
                  </a:lnTo>
                  <a:lnTo>
                    <a:pt x="872155" y="239567"/>
                  </a:lnTo>
                  <a:lnTo>
                    <a:pt x="831245" y="223558"/>
                  </a:lnTo>
                  <a:lnTo>
                    <a:pt x="788291" y="206328"/>
                  </a:lnTo>
                  <a:lnTo>
                    <a:pt x="743784" y="188192"/>
                  </a:lnTo>
                  <a:lnTo>
                    <a:pt x="698397" y="169550"/>
                  </a:lnTo>
                  <a:lnTo>
                    <a:pt x="652910" y="150850"/>
                  </a:lnTo>
                  <a:lnTo>
                    <a:pt x="608115" y="132548"/>
                  </a:lnTo>
                  <a:lnTo>
                    <a:pt x="564721" y="115060"/>
                  </a:lnTo>
                  <a:lnTo>
                    <a:pt x="523269" y="98723"/>
                  </a:lnTo>
                  <a:lnTo>
                    <a:pt x="484075" y="83775"/>
                  </a:lnTo>
                  <a:lnTo>
                    <a:pt x="447205" y="70345"/>
                  </a:lnTo>
                  <a:lnTo>
                    <a:pt x="412456" y="58461"/>
                  </a:lnTo>
                  <a:lnTo>
                    <a:pt x="404090" y="55739"/>
                  </a:lnTo>
                  <a:lnTo>
                    <a:pt x="363951" y="43616"/>
                  </a:lnTo>
                  <a:lnTo>
                    <a:pt x="324987" y="33645"/>
                  </a:lnTo>
                  <a:lnTo>
                    <a:pt x="285459" y="25491"/>
                  </a:lnTo>
                  <a:lnTo>
                    <a:pt x="243647" y="18785"/>
                  </a:lnTo>
                  <a:lnTo>
                    <a:pt x="198489" y="13243"/>
                  </a:lnTo>
                  <a:lnTo>
                    <a:pt x="150349" y="8706"/>
                  </a:lnTo>
                  <a:lnTo>
                    <a:pt x="101864" y="5134"/>
                  </a:lnTo>
                  <a:lnTo>
                    <a:pt x="58139" y="2558"/>
                  </a:lnTo>
                  <a:lnTo>
                    <a:pt x="25158" y="969"/>
                  </a:lnTo>
                  <a:lnTo>
                    <a:pt x="6449" y="217"/>
                  </a:lnTo>
                  <a:lnTo>
                    <a:pt x="339" y="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2050472" y="4456192"/>
              <a:ext cx="1385454" cy="902973"/>
            </a:xfrm>
            <a:custGeom>
              <a:avLst/>
              <a:pathLst>
                <a:path w="1385454" h="902973">
                  <a:moveTo>
                    <a:pt x="0" y="33443"/>
                  </a:moveTo>
                  <a:lnTo>
                    <a:pt x="1644" y="33577"/>
                  </a:lnTo>
                  <a:lnTo>
                    <a:pt x="11873" y="34539"/>
                  </a:lnTo>
                  <a:lnTo>
                    <a:pt x="35347" y="37154"/>
                  </a:lnTo>
                  <a:lnTo>
                    <a:pt x="71685" y="42020"/>
                  </a:lnTo>
                  <a:lnTo>
                    <a:pt x="116443" y="49360"/>
                  </a:lnTo>
                  <a:lnTo>
                    <a:pt x="164034" y="59132"/>
                  </a:lnTo>
                  <a:lnTo>
                    <a:pt x="210334" y="71291"/>
                  </a:lnTo>
                  <a:lnTo>
                    <a:pt x="253528" y="86001"/>
                  </a:lnTo>
                  <a:lnTo>
                    <a:pt x="293679" y="103721"/>
                  </a:lnTo>
                  <a:lnTo>
                    <a:pt x="331962" y="125192"/>
                  </a:lnTo>
                  <a:lnTo>
                    <a:pt x="370022" y="151322"/>
                  </a:lnTo>
                  <a:lnTo>
                    <a:pt x="404090" y="178365"/>
                  </a:lnTo>
                  <a:lnTo>
                    <a:pt x="433801" y="204159"/>
                  </a:lnTo>
                  <a:lnTo>
                    <a:pt x="465011" y="232970"/>
                  </a:lnTo>
                  <a:lnTo>
                    <a:pt x="497929" y="264821"/>
                  </a:lnTo>
                  <a:lnTo>
                    <a:pt x="532614" y="299595"/>
                  </a:lnTo>
                  <a:lnTo>
                    <a:pt x="568973" y="337017"/>
                  </a:lnTo>
                  <a:lnTo>
                    <a:pt x="606770" y="376650"/>
                  </a:lnTo>
                  <a:lnTo>
                    <a:pt x="645644" y="417907"/>
                  </a:lnTo>
                  <a:lnTo>
                    <a:pt x="685135" y="460088"/>
                  </a:lnTo>
                  <a:lnTo>
                    <a:pt x="724728" y="502420"/>
                  </a:lnTo>
                  <a:lnTo>
                    <a:pt x="763897" y="544119"/>
                  </a:lnTo>
                  <a:lnTo>
                    <a:pt x="802156" y="584450"/>
                  </a:lnTo>
                  <a:lnTo>
                    <a:pt x="839100" y="622779"/>
                  </a:lnTo>
                  <a:lnTo>
                    <a:pt x="874445" y="658609"/>
                  </a:lnTo>
                  <a:lnTo>
                    <a:pt x="908042" y="691602"/>
                  </a:lnTo>
                  <a:lnTo>
                    <a:pt x="939890" y="721582"/>
                  </a:lnTo>
                  <a:lnTo>
                    <a:pt x="970140" y="748521"/>
                  </a:lnTo>
                  <a:lnTo>
                    <a:pt x="981363" y="758052"/>
                  </a:lnTo>
                  <a:lnTo>
                    <a:pt x="1020512" y="788848"/>
                  </a:lnTo>
                  <a:lnTo>
                    <a:pt x="1058503" y="814310"/>
                  </a:lnTo>
                  <a:lnTo>
                    <a:pt x="1096944" y="835236"/>
                  </a:lnTo>
                  <a:lnTo>
                    <a:pt x="1137447" y="852520"/>
                  </a:lnTo>
                  <a:lnTo>
                    <a:pt x="1181080" y="866873"/>
                  </a:lnTo>
                  <a:lnTo>
                    <a:pt x="1227704" y="878713"/>
                  </a:lnTo>
                  <a:lnTo>
                    <a:pt x="1275206" y="888169"/>
                  </a:lnTo>
                  <a:lnTo>
                    <a:pt x="1319179" y="895181"/>
                  </a:lnTo>
                  <a:lnTo>
                    <a:pt x="1354008" y="899728"/>
                  </a:lnTo>
                  <a:lnTo>
                    <a:pt x="1375641" y="902082"/>
                  </a:lnTo>
                  <a:lnTo>
                    <a:pt x="1384366" y="902886"/>
                  </a:lnTo>
                  <a:lnTo>
                    <a:pt x="1385454" y="902973"/>
                  </a:lnTo>
                  <a:lnTo>
                    <a:pt x="1385454" y="869530"/>
                  </a:lnTo>
                  <a:lnTo>
                    <a:pt x="1383810" y="869396"/>
                  </a:lnTo>
                  <a:lnTo>
                    <a:pt x="1373580" y="868434"/>
                  </a:lnTo>
                  <a:lnTo>
                    <a:pt x="1350107" y="865819"/>
                  </a:lnTo>
                  <a:lnTo>
                    <a:pt x="1313768" y="860953"/>
                  </a:lnTo>
                  <a:lnTo>
                    <a:pt x="1269011" y="853613"/>
                  </a:lnTo>
                  <a:lnTo>
                    <a:pt x="1221419" y="843841"/>
                  </a:lnTo>
                  <a:lnTo>
                    <a:pt x="1175119" y="831682"/>
                  </a:lnTo>
                  <a:lnTo>
                    <a:pt x="1131926" y="816972"/>
                  </a:lnTo>
                  <a:lnTo>
                    <a:pt x="1091775" y="799252"/>
                  </a:lnTo>
                  <a:lnTo>
                    <a:pt x="1053491" y="777780"/>
                  </a:lnTo>
                  <a:lnTo>
                    <a:pt x="1015432" y="751650"/>
                  </a:lnTo>
                  <a:lnTo>
                    <a:pt x="981363" y="724608"/>
                  </a:lnTo>
                  <a:lnTo>
                    <a:pt x="951652" y="698813"/>
                  </a:lnTo>
                  <a:lnTo>
                    <a:pt x="920443" y="670003"/>
                  </a:lnTo>
                  <a:lnTo>
                    <a:pt x="887524" y="638152"/>
                  </a:lnTo>
                  <a:lnTo>
                    <a:pt x="852839" y="603378"/>
                  </a:lnTo>
                  <a:lnTo>
                    <a:pt x="816481" y="565956"/>
                  </a:lnTo>
                  <a:lnTo>
                    <a:pt x="778684" y="526323"/>
                  </a:lnTo>
                  <a:lnTo>
                    <a:pt x="739810" y="485065"/>
                  </a:lnTo>
                  <a:lnTo>
                    <a:pt x="700318" y="442885"/>
                  </a:lnTo>
                  <a:lnTo>
                    <a:pt x="660725" y="400553"/>
                  </a:lnTo>
                  <a:lnTo>
                    <a:pt x="621556" y="358854"/>
                  </a:lnTo>
                  <a:lnTo>
                    <a:pt x="583298" y="318522"/>
                  </a:lnTo>
                  <a:lnTo>
                    <a:pt x="546353" y="280193"/>
                  </a:lnTo>
                  <a:lnTo>
                    <a:pt x="511008" y="244364"/>
                  </a:lnTo>
                  <a:lnTo>
                    <a:pt x="477412" y="211371"/>
                  </a:lnTo>
                  <a:lnTo>
                    <a:pt x="445564" y="181391"/>
                  </a:lnTo>
                  <a:lnTo>
                    <a:pt x="415314" y="154452"/>
                  </a:lnTo>
                  <a:lnTo>
                    <a:pt x="404090" y="144921"/>
                  </a:lnTo>
                  <a:lnTo>
                    <a:pt x="364942" y="114125"/>
                  </a:lnTo>
                  <a:lnTo>
                    <a:pt x="326950" y="88662"/>
                  </a:lnTo>
                  <a:lnTo>
                    <a:pt x="288509" y="67737"/>
                  </a:lnTo>
                  <a:lnTo>
                    <a:pt x="248007" y="50452"/>
                  </a:lnTo>
                  <a:lnTo>
                    <a:pt x="204373" y="36100"/>
                  </a:lnTo>
                  <a:lnTo>
                    <a:pt x="157749" y="24260"/>
                  </a:lnTo>
                  <a:lnTo>
                    <a:pt x="110248" y="14804"/>
                  </a:lnTo>
                  <a:lnTo>
                    <a:pt x="66275" y="7792"/>
                  </a:lnTo>
                  <a:lnTo>
                    <a:pt x="31446" y="3245"/>
                  </a:lnTo>
                  <a:lnTo>
                    <a:pt x="9813" y="890"/>
                  </a:lnTo>
                  <a:lnTo>
                    <a:pt x="1088" y="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2050472" y="3653549"/>
              <a:ext cx="1385454" cy="367878"/>
            </a:xfrm>
            <a:custGeom>
              <a:avLst/>
              <a:pathLst>
                <a:path w="1385454" h="367878">
                  <a:moveTo>
                    <a:pt x="0" y="33443"/>
                  </a:moveTo>
                  <a:lnTo>
                    <a:pt x="1770" y="33499"/>
                  </a:lnTo>
                  <a:lnTo>
                    <a:pt x="12744" y="33899"/>
                  </a:lnTo>
                  <a:lnTo>
                    <a:pt x="37744" y="34982"/>
                  </a:lnTo>
                  <a:lnTo>
                    <a:pt x="76023" y="36989"/>
                  </a:lnTo>
                  <a:lnTo>
                    <a:pt x="122547" y="39999"/>
                  </a:lnTo>
                  <a:lnTo>
                    <a:pt x="171377" y="43989"/>
                  </a:lnTo>
                  <a:lnTo>
                    <a:pt x="218404" y="48948"/>
                  </a:lnTo>
                  <a:lnTo>
                    <a:pt x="262059" y="54965"/>
                  </a:lnTo>
                  <a:lnTo>
                    <a:pt x="302701" y="62254"/>
                  </a:lnTo>
                  <a:lnTo>
                    <a:pt x="341759" y="71145"/>
                  </a:lnTo>
                  <a:lnTo>
                    <a:pt x="381040" y="82013"/>
                  </a:lnTo>
                  <a:lnTo>
                    <a:pt x="404090" y="89182"/>
                  </a:lnTo>
                  <a:lnTo>
                    <a:pt x="438374" y="100688"/>
                  </a:lnTo>
                  <a:lnTo>
                    <a:pt x="474687" y="113732"/>
                  </a:lnTo>
                  <a:lnTo>
                    <a:pt x="513298" y="128310"/>
                  </a:lnTo>
                  <a:lnTo>
                    <a:pt x="554209" y="144320"/>
                  </a:lnTo>
                  <a:lnTo>
                    <a:pt x="597162" y="161550"/>
                  </a:lnTo>
                  <a:lnTo>
                    <a:pt x="641669" y="179685"/>
                  </a:lnTo>
                  <a:lnTo>
                    <a:pt x="687057" y="198328"/>
                  </a:lnTo>
                  <a:lnTo>
                    <a:pt x="732544" y="217027"/>
                  </a:lnTo>
                  <a:lnTo>
                    <a:pt x="777339" y="235329"/>
                  </a:lnTo>
                  <a:lnTo>
                    <a:pt x="820733" y="252817"/>
                  </a:lnTo>
                  <a:lnTo>
                    <a:pt x="862185" y="269154"/>
                  </a:lnTo>
                  <a:lnTo>
                    <a:pt x="901378" y="284102"/>
                  </a:lnTo>
                  <a:lnTo>
                    <a:pt x="938249" y="297532"/>
                  </a:lnTo>
                  <a:lnTo>
                    <a:pt x="972998" y="309416"/>
                  </a:lnTo>
                  <a:lnTo>
                    <a:pt x="981363" y="312139"/>
                  </a:lnTo>
                  <a:lnTo>
                    <a:pt x="1021503" y="324261"/>
                  </a:lnTo>
                  <a:lnTo>
                    <a:pt x="1060466" y="334233"/>
                  </a:lnTo>
                  <a:lnTo>
                    <a:pt x="1099995" y="342387"/>
                  </a:lnTo>
                  <a:lnTo>
                    <a:pt x="1141806" y="349092"/>
                  </a:lnTo>
                  <a:lnTo>
                    <a:pt x="1186964" y="354634"/>
                  </a:lnTo>
                  <a:lnTo>
                    <a:pt x="1235104" y="359171"/>
                  </a:lnTo>
                  <a:lnTo>
                    <a:pt x="1283589" y="362743"/>
                  </a:lnTo>
                  <a:lnTo>
                    <a:pt x="1327315" y="365319"/>
                  </a:lnTo>
                  <a:lnTo>
                    <a:pt x="1360296" y="366909"/>
                  </a:lnTo>
                  <a:lnTo>
                    <a:pt x="1379005" y="367660"/>
                  </a:lnTo>
                  <a:lnTo>
                    <a:pt x="1385115" y="367868"/>
                  </a:lnTo>
                  <a:lnTo>
                    <a:pt x="1385454" y="367878"/>
                  </a:lnTo>
                  <a:lnTo>
                    <a:pt x="1385454" y="334434"/>
                  </a:lnTo>
                  <a:lnTo>
                    <a:pt x="1383683" y="334379"/>
                  </a:lnTo>
                  <a:lnTo>
                    <a:pt x="1372709" y="333979"/>
                  </a:lnTo>
                  <a:lnTo>
                    <a:pt x="1347709" y="332895"/>
                  </a:lnTo>
                  <a:lnTo>
                    <a:pt x="1309431" y="330888"/>
                  </a:lnTo>
                  <a:lnTo>
                    <a:pt x="1262906" y="327878"/>
                  </a:lnTo>
                  <a:lnTo>
                    <a:pt x="1214076" y="323889"/>
                  </a:lnTo>
                  <a:lnTo>
                    <a:pt x="1167050" y="318929"/>
                  </a:lnTo>
                  <a:lnTo>
                    <a:pt x="1123395" y="312912"/>
                  </a:lnTo>
                  <a:lnTo>
                    <a:pt x="1082752" y="305623"/>
                  </a:lnTo>
                  <a:lnTo>
                    <a:pt x="1043694" y="296732"/>
                  </a:lnTo>
                  <a:lnTo>
                    <a:pt x="1004414" y="285864"/>
                  </a:lnTo>
                  <a:lnTo>
                    <a:pt x="981363" y="278695"/>
                  </a:lnTo>
                  <a:lnTo>
                    <a:pt x="947080" y="267189"/>
                  </a:lnTo>
                  <a:lnTo>
                    <a:pt x="910766" y="254145"/>
                  </a:lnTo>
                  <a:lnTo>
                    <a:pt x="872155" y="239567"/>
                  </a:lnTo>
                  <a:lnTo>
                    <a:pt x="831245" y="223558"/>
                  </a:lnTo>
                  <a:lnTo>
                    <a:pt x="788291" y="206328"/>
                  </a:lnTo>
                  <a:lnTo>
                    <a:pt x="743784" y="188192"/>
                  </a:lnTo>
                  <a:lnTo>
                    <a:pt x="698397" y="169550"/>
                  </a:lnTo>
                  <a:lnTo>
                    <a:pt x="652910" y="150850"/>
                  </a:lnTo>
                  <a:lnTo>
                    <a:pt x="608115" y="132548"/>
                  </a:lnTo>
                  <a:lnTo>
                    <a:pt x="564721" y="115060"/>
                  </a:lnTo>
                  <a:lnTo>
                    <a:pt x="523269" y="98723"/>
                  </a:lnTo>
                  <a:lnTo>
                    <a:pt x="484075" y="83775"/>
                  </a:lnTo>
                  <a:lnTo>
                    <a:pt x="447205" y="70345"/>
                  </a:lnTo>
                  <a:lnTo>
                    <a:pt x="412456" y="58461"/>
                  </a:lnTo>
                  <a:lnTo>
                    <a:pt x="404090" y="55739"/>
                  </a:lnTo>
                  <a:lnTo>
                    <a:pt x="363951" y="43616"/>
                  </a:lnTo>
                  <a:lnTo>
                    <a:pt x="324987" y="33645"/>
                  </a:lnTo>
                  <a:lnTo>
                    <a:pt x="285459" y="25491"/>
                  </a:lnTo>
                  <a:lnTo>
                    <a:pt x="243647" y="18785"/>
                  </a:lnTo>
                  <a:lnTo>
                    <a:pt x="198489" y="13243"/>
                  </a:lnTo>
                  <a:lnTo>
                    <a:pt x="150349" y="8706"/>
                  </a:lnTo>
                  <a:lnTo>
                    <a:pt x="101864" y="5134"/>
                  </a:lnTo>
                  <a:lnTo>
                    <a:pt x="58139" y="2558"/>
                  </a:lnTo>
                  <a:lnTo>
                    <a:pt x="25158" y="969"/>
                  </a:lnTo>
                  <a:lnTo>
                    <a:pt x="6449" y="217"/>
                  </a:lnTo>
                  <a:lnTo>
                    <a:pt x="339" y="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2050472" y="4489636"/>
              <a:ext cx="1385454" cy="902973"/>
            </a:xfrm>
            <a:custGeom>
              <a:avLst/>
              <a:pathLst>
                <a:path w="1385454" h="902973">
                  <a:moveTo>
                    <a:pt x="0" y="33443"/>
                  </a:moveTo>
                  <a:lnTo>
                    <a:pt x="1644" y="33577"/>
                  </a:lnTo>
                  <a:lnTo>
                    <a:pt x="11873" y="34539"/>
                  </a:lnTo>
                  <a:lnTo>
                    <a:pt x="35347" y="37154"/>
                  </a:lnTo>
                  <a:lnTo>
                    <a:pt x="71685" y="42020"/>
                  </a:lnTo>
                  <a:lnTo>
                    <a:pt x="116443" y="49360"/>
                  </a:lnTo>
                  <a:lnTo>
                    <a:pt x="164034" y="59132"/>
                  </a:lnTo>
                  <a:lnTo>
                    <a:pt x="210334" y="71291"/>
                  </a:lnTo>
                  <a:lnTo>
                    <a:pt x="253528" y="86001"/>
                  </a:lnTo>
                  <a:lnTo>
                    <a:pt x="293679" y="103721"/>
                  </a:lnTo>
                  <a:lnTo>
                    <a:pt x="331962" y="125192"/>
                  </a:lnTo>
                  <a:lnTo>
                    <a:pt x="370022" y="151322"/>
                  </a:lnTo>
                  <a:lnTo>
                    <a:pt x="404090" y="178365"/>
                  </a:lnTo>
                  <a:lnTo>
                    <a:pt x="433801" y="204159"/>
                  </a:lnTo>
                  <a:lnTo>
                    <a:pt x="465011" y="232970"/>
                  </a:lnTo>
                  <a:lnTo>
                    <a:pt x="497929" y="264821"/>
                  </a:lnTo>
                  <a:lnTo>
                    <a:pt x="532614" y="299595"/>
                  </a:lnTo>
                  <a:lnTo>
                    <a:pt x="568973" y="337017"/>
                  </a:lnTo>
                  <a:lnTo>
                    <a:pt x="606770" y="376650"/>
                  </a:lnTo>
                  <a:lnTo>
                    <a:pt x="645644" y="417907"/>
                  </a:lnTo>
                  <a:lnTo>
                    <a:pt x="685135" y="460088"/>
                  </a:lnTo>
                  <a:lnTo>
                    <a:pt x="724728" y="502420"/>
                  </a:lnTo>
                  <a:lnTo>
                    <a:pt x="763897" y="544119"/>
                  </a:lnTo>
                  <a:lnTo>
                    <a:pt x="802156" y="584450"/>
                  </a:lnTo>
                  <a:lnTo>
                    <a:pt x="839100" y="622779"/>
                  </a:lnTo>
                  <a:lnTo>
                    <a:pt x="874445" y="658609"/>
                  </a:lnTo>
                  <a:lnTo>
                    <a:pt x="908042" y="691602"/>
                  </a:lnTo>
                  <a:lnTo>
                    <a:pt x="939890" y="721582"/>
                  </a:lnTo>
                  <a:lnTo>
                    <a:pt x="970140" y="748521"/>
                  </a:lnTo>
                  <a:lnTo>
                    <a:pt x="981363" y="758052"/>
                  </a:lnTo>
                  <a:lnTo>
                    <a:pt x="1020512" y="788848"/>
                  </a:lnTo>
                  <a:lnTo>
                    <a:pt x="1058503" y="814310"/>
                  </a:lnTo>
                  <a:lnTo>
                    <a:pt x="1096944" y="835236"/>
                  </a:lnTo>
                  <a:lnTo>
                    <a:pt x="1137447" y="852520"/>
                  </a:lnTo>
                  <a:lnTo>
                    <a:pt x="1181080" y="866873"/>
                  </a:lnTo>
                  <a:lnTo>
                    <a:pt x="1227704" y="878713"/>
                  </a:lnTo>
                  <a:lnTo>
                    <a:pt x="1275206" y="888169"/>
                  </a:lnTo>
                  <a:lnTo>
                    <a:pt x="1319179" y="895181"/>
                  </a:lnTo>
                  <a:lnTo>
                    <a:pt x="1354008" y="899728"/>
                  </a:lnTo>
                  <a:lnTo>
                    <a:pt x="1375641" y="902082"/>
                  </a:lnTo>
                  <a:lnTo>
                    <a:pt x="1384366" y="902886"/>
                  </a:lnTo>
                  <a:lnTo>
                    <a:pt x="1385454" y="902973"/>
                  </a:lnTo>
                  <a:lnTo>
                    <a:pt x="1385454" y="869530"/>
                  </a:lnTo>
                  <a:lnTo>
                    <a:pt x="1383810" y="869396"/>
                  </a:lnTo>
                  <a:lnTo>
                    <a:pt x="1373580" y="868434"/>
                  </a:lnTo>
                  <a:lnTo>
                    <a:pt x="1350107" y="865819"/>
                  </a:lnTo>
                  <a:lnTo>
                    <a:pt x="1313768" y="860953"/>
                  </a:lnTo>
                  <a:lnTo>
                    <a:pt x="1269011" y="853613"/>
                  </a:lnTo>
                  <a:lnTo>
                    <a:pt x="1221419" y="843841"/>
                  </a:lnTo>
                  <a:lnTo>
                    <a:pt x="1175119" y="831682"/>
                  </a:lnTo>
                  <a:lnTo>
                    <a:pt x="1131926" y="816972"/>
                  </a:lnTo>
                  <a:lnTo>
                    <a:pt x="1091775" y="799252"/>
                  </a:lnTo>
                  <a:lnTo>
                    <a:pt x="1053491" y="777780"/>
                  </a:lnTo>
                  <a:lnTo>
                    <a:pt x="1015432" y="751650"/>
                  </a:lnTo>
                  <a:lnTo>
                    <a:pt x="981363" y="724608"/>
                  </a:lnTo>
                  <a:lnTo>
                    <a:pt x="951652" y="698813"/>
                  </a:lnTo>
                  <a:lnTo>
                    <a:pt x="920443" y="670003"/>
                  </a:lnTo>
                  <a:lnTo>
                    <a:pt x="887524" y="638152"/>
                  </a:lnTo>
                  <a:lnTo>
                    <a:pt x="852839" y="603378"/>
                  </a:lnTo>
                  <a:lnTo>
                    <a:pt x="816481" y="565956"/>
                  </a:lnTo>
                  <a:lnTo>
                    <a:pt x="778684" y="526323"/>
                  </a:lnTo>
                  <a:lnTo>
                    <a:pt x="739810" y="485065"/>
                  </a:lnTo>
                  <a:lnTo>
                    <a:pt x="700318" y="442885"/>
                  </a:lnTo>
                  <a:lnTo>
                    <a:pt x="660725" y="400553"/>
                  </a:lnTo>
                  <a:lnTo>
                    <a:pt x="621556" y="358854"/>
                  </a:lnTo>
                  <a:lnTo>
                    <a:pt x="583298" y="318522"/>
                  </a:lnTo>
                  <a:lnTo>
                    <a:pt x="546353" y="280193"/>
                  </a:lnTo>
                  <a:lnTo>
                    <a:pt x="511008" y="244364"/>
                  </a:lnTo>
                  <a:lnTo>
                    <a:pt x="477412" y="211371"/>
                  </a:lnTo>
                  <a:lnTo>
                    <a:pt x="445564" y="181391"/>
                  </a:lnTo>
                  <a:lnTo>
                    <a:pt x="415314" y="154452"/>
                  </a:lnTo>
                  <a:lnTo>
                    <a:pt x="404090" y="144921"/>
                  </a:lnTo>
                  <a:lnTo>
                    <a:pt x="364942" y="114125"/>
                  </a:lnTo>
                  <a:lnTo>
                    <a:pt x="326950" y="88662"/>
                  </a:lnTo>
                  <a:lnTo>
                    <a:pt x="288509" y="67737"/>
                  </a:lnTo>
                  <a:lnTo>
                    <a:pt x="248007" y="50452"/>
                  </a:lnTo>
                  <a:lnTo>
                    <a:pt x="204373" y="36100"/>
                  </a:lnTo>
                  <a:lnTo>
                    <a:pt x="157749" y="24260"/>
                  </a:lnTo>
                  <a:lnTo>
                    <a:pt x="110248" y="14804"/>
                  </a:lnTo>
                  <a:lnTo>
                    <a:pt x="66275" y="7792"/>
                  </a:lnTo>
                  <a:lnTo>
                    <a:pt x="31446" y="3245"/>
                  </a:lnTo>
                  <a:lnTo>
                    <a:pt x="9813" y="890"/>
                  </a:lnTo>
                  <a:lnTo>
                    <a:pt x="1088" y="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2050472" y="2449584"/>
              <a:ext cx="1385454" cy="66886"/>
            </a:xfrm>
            <a:custGeom>
              <a:avLst/>
              <a:pathLst>
                <a:path w="1385454" h="66886">
                  <a:moveTo>
                    <a:pt x="0" y="66886"/>
                  </a:moveTo>
                  <a:lnTo>
                    <a:pt x="1795" y="66881"/>
                  </a:lnTo>
                  <a:lnTo>
                    <a:pt x="12910" y="66840"/>
                  </a:lnTo>
                  <a:lnTo>
                    <a:pt x="38198" y="66730"/>
                  </a:lnTo>
                  <a:lnTo>
                    <a:pt x="76837" y="66527"/>
                  </a:lnTo>
                  <a:lnTo>
                    <a:pt x="123683" y="66223"/>
                  </a:lnTo>
                  <a:lnTo>
                    <a:pt x="172734" y="65819"/>
                  </a:lnTo>
                  <a:lnTo>
                    <a:pt x="219888" y="65318"/>
                  </a:lnTo>
                  <a:lnTo>
                    <a:pt x="263626" y="64709"/>
                  </a:lnTo>
                  <a:lnTo>
                    <a:pt x="304364" y="63971"/>
                  </a:lnTo>
                  <a:lnTo>
                    <a:pt x="343577" y="63070"/>
                  </a:lnTo>
                  <a:lnTo>
                    <a:pt x="383097" y="61968"/>
                  </a:lnTo>
                  <a:lnTo>
                    <a:pt x="404090" y="61313"/>
                  </a:lnTo>
                  <a:lnTo>
                    <a:pt x="439607" y="60119"/>
                  </a:lnTo>
                  <a:lnTo>
                    <a:pt x="477313" y="58760"/>
                  </a:lnTo>
                  <a:lnTo>
                    <a:pt x="517487" y="57238"/>
                  </a:lnTo>
                  <a:lnTo>
                    <a:pt x="560106" y="55564"/>
                  </a:lnTo>
                  <a:lnTo>
                    <a:pt x="604853" y="53764"/>
                  </a:lnTo>
                  <a:lnTo>
                    <a:pt x="651149" y="51874"/>
                  </a:lnTo>
                  <a:lnTo>
                    <a:pt x="698218" y="49939"/>
                  </a:lnTo>
                  <a:lnTo>
                    <a:pt x="745184" y="48010"/>
                  </a:lnTo>
                  <a:lnTo>
                    <a:pt x="791183" y="46137"/>
                  </a:lnTo>
                  <a:lnTo>
                    <a:pt x="835477" y="44363"/>
                  </a:lnTo>
                  <a:lnTo>
                    <a:pt x="877545" y="42723"/>
                  </a:lnTo>
                  <a:lnTo>
                    <a:pt x="917135" y="41238"/>
                  </a:lnTo>
                  <a:lnTo>
                    <a:pt x="954294" y="39918"/>
                  </a:lnTo>
                  <a:lnTo>
                    <a:pt x="981363" y="39017"/>
                  </a:lnTo>
                  <a:lnTo>
                    <a:pt x="1021686" y="37799"/>
                  </a:lnTo>
                  <a:lnTo>
                    <a:pt x="1060830" y="36799"/>
                  </a:lnTo>
                  <a:lnTo>
                    <a:pt x="1100562" y="35982"/>
                  </a:lnTo>
                  <a:lnTo>
                    <a:pt x="1142618" y="35310"/>
                  </a:lnTo>
                  <a:lnTo>
                    <a:pt x="1188061" y="34756"/>
                  </a:lnTo>
                  <a:lnTo>
                    <a:pt x="1236478" y="34302"/>
                  </a:lnTo>
                  <a:lnTo>
                    <a:pt x="1285129" y="33946"/>
                  </a:lnTo>
                  <a:lnTo>
                    <a:pt x="1328776" y="33691"/>
                  </a:lnTo>
                  <a:lnTo>
                    <a:pt x="1361379" y="33535"/>
                  </a:lnTo>
                  <a:lnTo>
                    <a:pt x="1379535" y="33463"/>
                  </a:lnTo>
                  <a:lnTo>
                    <a:pt x="1385197" y="33444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3659" y="5"/>
                  </a:lnTo>
                  <a:lnTo>
                    <a:pt x="1372544" y="46"/>
                  </a:lnTo>
                  <a:lnTo>
                    <a:pt x="1347256" y="156"/>
                  </a:lnTo>
                  <a:lnTo>
                    <a:pt x="1308617" y="359"/>
                  </a:lnTo>
                  <a:lnTo>
                    <a:pt x="1261770" y="663"/>
                  </a:lnTo>
                  <a:lnTo>
                    <a:pt x="1212720" y="1067"/>
                  </a:lnTo>
                  <a:lnTo>
                    <a:pt x="1165565" y="1568"/>
                  </a:lnTo>
                  <a:lnTo>
                    <a:pt x="1121827" y="2176"/>
                  </a:lnTo>
                  <a:lnTo>
                    <a:pt x="1081089" y="2915"/>
                  </a:lnTo>
                  <a:lnTo>
                    <a:pt x="1041877" y="3816"/>
                  </a:lnTo>
                  <a:lnTo>
                    <a:pt x="1002356" y="4918"/>
                  </a:lnTo>
                  <a:lnTo>
                    <a:pt x="981363" y="5573"/>
                  </a:lnTo>
                  <a:lnTo>
                    <a:pt x="945846" y="6767"/>
                  </a:lnTo>
                  <a:lnTo>
                    <a:pt x="908141" y="8125"/>
                  </a:lnTo>
                  <a:lnTo>
                    <a:pt x="867967" y="9648"/>
                  </a:lnTo>
                  <a:lnTo>
                    <a:pt x="825348" y="11322"/>
                  </a:lnTo>
                  <a:lnTo>
                    <a:pt x="780601" y="13122"/>
                  </a:lnTo>
                  <a:lnTo>
                    <a:pt x="734305" y="15012"/>
                  </a:lnTo>
                  <a:lnTo>
                    <a:pt x="687236" y="16947"/>
                  </a:lnTo>
                  <a:lnTo>
                    <a:pt x="640270" y="18876"/>
                  </a:lnTo>
                  <a:lnTo>
                    <a:pt x="594271" y="20749"/>
                  </a:lnTo>
                  <a:lnTo>
                    <a:pt x="549977" y="22523"/>
                  </a:lnTo>
                  <a:lnTo>
                    <a:pt x="507909" y="24163"/>
                  </a:lnTo>
                  <a:lnTo>
                    <a:pt x="468319" y="25648"/>
                  </a:lnTo>
                  <a:lnTo>
                    <a:pt x="431159" y="26968"/>
                  </a:lnTo>
                  <a:lnTo>
                    <a:pt x="404090" y="27869"/>
                  </a:lnTo>
                  <a:lnTo>
                    <a:pt x="363767" y="29086"/>
                  </a:lnTo>
                  <a:lnTo>
                    <a:pt x="324623" y="30087"/>
                  </a:lnTo>
                  <a:lnTo>
                    <a:pt x="284892" y="30904"/>
                  </a:lnTo>
                  <a:lnTo>
                    <a:pt x="242835" y="31576"/>
                  </a:lnTo>
                  <a:lnTo>
                    <a:pt x="197393" y="32130"/>
                  </a:lnTo>
                  <a:lnTo>
                    <a:pt x="148975" y="32584"/>
                  </a:lnTo>
                  <a:lnTo>
                    <a:pt x="100325" y="32939"/>
                  </a:lnTo>
                  <a:lnTo>
                    <a:pt x="56678" y="33195"/>
                  </a:lnTo>
                  <a:lnTo>
                    <a:pt x="24075" y="33351"/>
                  </a:lnTo>
                  <a:lnTo>
                    <a:pt x="5918" y="33423"/>
                  </a:lnTo>
                  <a:lnTo>
                    <a:pt x="256" y="33442"/>
                  </a:lnTo>
                  <a:lnTo>
                    <a:pt x="0" y="3344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2050472" y="3686992"/>
              <a:ext cx="1385454" cy="367878"/>
            </a:xfrm>
            <a:custGeom>
              <a:avLst/>
              <a:pathLst>
                <a:path w="1385454" h="367878">
                  <a:moveTo>
                    <a:pt x="0" y="33443"/>
                  </a:moveTo>
                  <a:lnTo>
                    <a:pt x="1770" y="33499"/>
                  </a:lnTo>
                  <a:lnTo>
                    <a:pt x="12744" y="33899"/>
                  </a:lnTo>
                  <a:lnTo>
                    <a:pt x="37744" y="34982"/>
                  </a:lnTo>
                  <a:lnTo>
                    <a:pt x="76023" y="36989"/>
                  </a:lnTo>
                  <a:lnTo>
                    <a:pt x="122547" y="39999"/>
                  </a:lnTo>
                  <a:lnTo>
                    <a:pt x="171377" y="43989"/>
                  </a:lnTo>
                  <a:lnTo>
                    <a:pt x="218404" y="48948"/>
                  </a:lnTo>
                  <a:lnTo>
                    <a:pt x="262059" y="54965"/>
                  </a:lnTo>
                  <a:lnTo>
                    <a:pt x="302701" y="62254"/>
                  </a:lnTo>
                  <a:lnTo>
                    <a:pt x="341759" y="71145"/>
                  </a:lnTo>
                  <a:lnTo>
                    <a:pt x="381040" y="82013"/>
                  </a:lnTo>
                  <a:lnTo>
                    <a:pt x="404090" y="89182"/>
                  </a:lnTo>
                  <a:lnTo>
                    <a:pt x="438374" y="100688"/>
                  </a:lnTo>
                  <a:lnTo>
                    <a:pt x="474687" y="113732"/>
                  </a:lnTo>
                  <a:lnTo>
                    <a:pt x="513298" y="128310"/>
                  </a:lnTo>
                  <a:lnTo>
                    <a:pt x="554209" y="144320"/>
                  </a:lnTo>
                  <a:lnTo>
                    <a:pt x="597162" y="161550"/>
                  </a:lnTo>
                  <a:lnTo>
                    <a:pt x="641669" y="179685"/>
                  </a:lnTo>
                  <a:lnTo>
                    <a:pt x="687057" y="198328"/>
                  </a:lnTo>
                  <a:lnTo>
                    <a:pt x="732544" y="217027"/>
                  </a:lnTo>
                  <a:lnTo>
                    <a:pt x="777339" y="235329"/>
                  </a:lnTo>
                  <a:lnTo>
                    <a:pt x="820733" y="252817"/>
                  </a:lnTo>
                  <a:lnTo>
                    <a:pt x="862185" y="269154"/>
                  </a:lnTo>
                  <a:lnTo>
                    <a:pt x="901378" y="284102"/>
                  </a:lnTo>
                  <a:lnTo>
                    <a:pt x="938249" y="297532"/>
                  </a:lnTo>
                  <a:lnTo>
                    <a:pt x="972998" y="309416"/>
                  </a:lnTo>
                  <a:lnTo>
                    <a:pt x="981363" y="312139"/>
                  </a:lnTo>
                  <a:lnTo>
                    <a:pt x="1021503" y="324261"/>
                  </a:lnTo>
                  <a:lnTo>
                    <a:pt x="1060466" y="334233"/>
                  </a:lnTo>
                  <a:lnTo>
                    <a:pt x="1099995" y="342387"/>
                  </a:lnTo>
                  <a:lnTo>
                    <a:pt x="1141806" y="349092"/>
                  </a:lnTo>
                  <a:lnTo>
                    <a:pt x="1186964" y="354634"/>
                  </a:lnTo>
                  <a:lnTo>
                    <a:pt x="1235104" y="359171"/>
                  </a:lnTo>
                  <a:lnTo>
                    <a:pt x="1283589" y="362743"/>
                  </a:lnTo>
                  <a:lnTo>
                    <a:pt x="1327315" y="365319"/>
                  </a:lnTo>
                  <a:lnTo>
                    <a:pt x="1360296" y="366909"/>
                  </a:lnTo>
                  <a:lnTo>
                    <a:pt x="1379005" y="367660"/>
                  </a:lnTo>
                  <a:lnTo>
                    <a:pt x="1385115" y="367868"/>
                  </a:lnTo>
                  <a:lnTo>
                    <a:pt x="1385454" y="367878"/>
                  </a:lnTo>
                  <a:lnTo>
                    <a:pt x="1385454" y="334434"/>
                  </a:lnTo>
                  <a:lnTo>
                    <a:pt x="1383683" y="334379"/>
                  </a:lnTo>
                  <a:lnTo>
                    <a:pt x="1372709" y="333979"/>
                  </a:lnTo>
                  <a:lnTo>
                    <a:pt x="1347709" y="332895"/>
                  </a:lnTo>
                  <a:lnTo>
                    <a:pt x="1309431" y="330888"/>
                  </a:lnTo>
                  <a:lnTo>
                    <a:pt x="1262906" y="327878"/>
                  </a:lnTo>
                  <a:lnTo>
                    <a:pt x="1214076" y="323889"/>
                  </a:lnTo>
                  <a:lnTo>
                    <a:pt x="1167050" y="318929"/>
                  </a:lnTo>
                  <a:lnTo>
                    <a:pt x="1123395" y="312912"/>
                  </a:lnTo>
                  <a:lnTo>
                    <a:pt x="1082752" y="305623"/>
                  </a:lnTo>
                  <a:lnTo>
                    <a:pt x="1043694" y="296732"/>
                  </a:lnTo>
                  <a:lnTo>
                    <a:pt x="1004414" y="285864"/>
                  </a:lnTo>
                  <a:lnTo>
                    <a:pt x="981363" y="278695"/>
                  </a:lnTo>
                  <a:lnTo>
                    <a:pt x="947080" y="267189"/>
                  </a:lnTo>
                  <a:lnTo>
                    <a:pt x="910766" y="254145"/>
                  </a:lnTo>
                  <a:lnTo>
                    <a:pt x="872155" y="239567"/>
                  </a:lnTo>
                  <a:lnTo>
                    <a:pt x="831245" y="223558"/>
                  </a:lnTo>
                  <a:lnTo>
                    <a:pt x="788291" y="206328"/>
                  </a:lnTo>
                  <a:lnTo>
                    <a:pt x="743784" y="188192"/>
                  </a:lnTo>
                  <a:lnTo>
                    <a:pt x="698397" y="169550"/>
                  </a:lnTo>
                  <a:lnTo>
                    <a:pt x="652910" y="150850"/>
                  </a:lnTo>
                  <a:lnTo>
                    <a:pt x="608115" y="132548"/>
                  </a:lnTo>
                  <a:lnTo>
                    <a:pt x="564721" y="115060"/>
                  </a:lnTo>
                  <a:lnTo>
                    <a:pt x="523269" y="98723"/>
                  </a:lnTo>
                  <a:lnTo>
                    <a:pt x="484075" y="83775"/>
                  </a:lnTo>
                  <a:lnTo>
                    <a:pt x="447205" y="70345"/>
                  </a:lnTo>
                  <a:lnTo>
                    <a:pt x="412456" y="58461"/>
                  </a:lnTo>
                  <a:lnTo>
                    <a:pt x="404090" y="55739"/>
                  </a:lnTo>
                  <a:lnTo>
                    <a:pt x="363951" y="43616"/>
                  </a:lnTo>
                  <a:lnTo>
                    <a:pt x="324987" y="33645"/>
                  </a:lnTo>
                  <a:lnTo>
                    <a:pt x="285459" y="25491"/>
                  </a:lnTo>
                  <a:lnTo>
                    <a:pt x="243647" y="18785"/>
                  </a:lnTo>
                  <a:lnTo>
                    <a:pt x="198489" y="13243"/>
                  </a:lnTo>
                  <a:lnTo>
                    <a:pt x="150349" y="8706"/>
                  </a:lnTo>
                  <a:lnTo>
                    <a:pt x="101864" y="5134"/>
                  </a:lnTo>
                  <a:lnTo>
                    <a:pt x="58139" y="2558"/>
                  </a:lnTo>
                  <a:lnTo>
                    <a:pt x="25158" y="969"/>
                  </a:lnTo>
                  <a:lnTo>
                    <a:pt x="6449" y="217"/>
                  </a:lnTo>
                  <a:lnTo>
                    <a:pt x="339" y="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2050472" y="4924401"/>
              <a:ext cx="1385454" cy="1337738"/>
            </a:xfrm>
            <a:custGeom>
              <a:avLst/>
              <a:pathLst>
                <a:path w="1385454" h="1337738">
                  <a:moveTo>
                    <a:pt x="0" y="33443"/>
                  </a:moveTo>
                  <a:lnTo>
                    <a:pt x="1492" y="33624"/>
                  </a:lnTo>
                  <a:lnTo>
                    <a:pt x="10823" y="34929"/>
                  </a:lnTo>
                  <a:lnTo>
                    <a:pt x="32426" y="38485"/>
                  </a:lnTo>
                  <a:lnTo>
                    <a:pt x="66325" y="45142"/>
                  </a:lnTo>
                  <a:lnTo>
                    <a:pt x="108780" y="55262"/>
                  </a:lnTo>
                  <a:lnTo>
                    <a:pt x="154689" y="68815"/>
                  </a:lnTo>
                  <a:lnTo>
                    <a:pt x="199965" y="85712"/>
                  </a:lnTo>
                  <a:lnTo>
                    <a:pt x="242535" y="106099"/>
                  </a:lnTo>
                  <a:lnTo>
                    <a:pt x="282106" y="130498"/>
                  </a:lnTo>
                  <a:lnTo>
                    <a:pt x="319534" y="159819"/>
                  </a:lnTo>
                  <a:lnTo>
                    <a:pt x="356232" y="195254"/>
                  </a:lnTo>
                  <a:lnTo>
                    <a:pt x="393701" y="237975"/>
                  </a:lnTo>
                  <a:lnTo>
                    <a:pt x="404090" y="250826"/>
                  </a:lnTo>
                  <a:lnTo>
                    <a:pt x="430324" y="284854"/>
                  </a:lnTo>
                  <a:lnTo>
                    <a:pt x="457708" y="322419"/>
                  </a:lnTo>
                  <a:lnTo>
                    <a:pt x="486407" y="363568"/>
                  </a:lnTo>
                  <a:lnTo>
                    <a:pt x="516490" y="408225"/>
                  </a:lnTo>
                  <a:lnTo>
                    <a:pt x="547935" y="456171"/>
                  </a:lnTo>
                  <a:lnTo>
                    <a:pt x="580628" y="507037"/>
                  </a:lnTo>
                  <a:lnTo>
                    <a:pt x="614372" y="560308"/>
                  </a:lnTo>
                  <a:lnTo>
                    <a:pt x="648896" y="615339"/>
                  </a:lnTo>
                  <a:lnTo>
                    <a:pt x="683871" y="671383"/>
                  </a:lnTo>
                  <a:lnTo>
                    <a:pt x="718940" y="727634"/>
                  </a:lnTo>
                  <a:lnTo>
                    <a:pt x="753735" y="783274"/>
                  </a:lnTo>
                  <a:lnTo>
                    <a:pt x="787910" y="837521"/>
                  </a:lnTo>
                  <a:lnTo>
                    <a:pt x="821164" y="889674"/>
                  </a:lnTo>
                  <a:lnTo>
                    <a:pt x="853258" y="939149"/>
                  </a:lnTo>
                  <a:lnTo>
                    <a:pt x="884037" y="985503"/>
                  </a:lnTo>
                  <a:lnTo>
                    <a:pt x="913432" y="1028441"/>
                  </a:lnTo>
                  <a:lnTo>
                    <a:pt x="941465" y="1067816"/>
                  </a:lnTo>
                  <a:lnTo>
                    <a:pt x="968253" y="1103616"/>
                  </a:lnTo>
                  <a:lnTo>
                    <a:pt x="981363" y="1120356"/>
                  </a:lnTo>
                  <a:lnTo>
                    <a:pt x="1019256" y="1165169"/>
                  </a:lnTo>
                  <a:lnTo>
                    <a:pt x="1056020" y="1202466"/>
                  </a:lnTo>
                  <a:lnTo>
                    <a:pt x="1093100" y="1233311"/>
                  </a:lnTo>
                  <a:lnTo>
                    <a:pt x="1131978" y="1258932"/>
                  </a:lnTo>
                  <a:lnTo>
                    <a:pt x="1173708" y="1280332"/>
                  </a:lnTo>
                  <a:lnTo>
                    <a:pt x="1218375" y="1298141"/>
                  </a:lnTo>
                  <a:lnTo>
                    <a:pt x="1264436" y="1312599"/>
                  </a:lnTo>
                  <a:lnTo>
                    <a:pt x="1308316" y="1323656"/>
                  </a:lnTo>
                  <a:lnTo>
                    <a:pt x="1344997" y="1331232"/>
                  </a:lnTo>
                  <a:lnTo>
                    <a:pt x="1370099" y="1335558"/>
                  </a:lnTo>
                  <a:lnTo>
                    <a:pt x="1382476" y="1337364"/>
                  </a:lnTo>
                  <a:lnTo>
                    <a:pt x="1385454" y="1337738"/>
                  </a:lnTo>
                  <a:lnTo>
                    <a:pt x="1385454" y="1304295"/>
                  </a:lnTo>
                  <a:lnTo>
                    <a:pt x="1383961" y="1304114"/>
                  </a:lnTo>
                  <a:lnTo>
                    <a:pt x="1374630" y="1302808"/>
                  </a:lnTo>
                  <a:lnTo>
                    <a:pt x="1353027" y="1299253"/>
                  </a:lnTo>
                  <a:lnTo>
                    <a:pt x="1319128" y="1292595"/>
                  </a:lnTo>
                  <a:lnTo>
                    <a:pt x="1276673" y="1282476"/>
                  </a:lnTo>
                  <a:lnTo>
                    <a:pt x="1230765" y="1268923"/>
                  </a:lnTo>
                  <a:lnTo>
                    <a:pt x="1185488" y="1252026"/>
                  </a:lnTo>
                  <a:lnTo>
                    <a:pt x="1142919" y="1231639"/>
                  </a:lnTo>
                  <a:lnTo>
                    <a:pt x="1103347" y="1207240"/>
                  </a:lnTo>
                  <a:lnTo>
                    <a:pt x="1065919" y="1177919"/>
                  </a:lnTo>
                  <a:lnTo>
                    <a:pt x="1029222" y="1142484"/>
                  </a:lnTo>
                  <a:lnTo>
                    <a:pt x="991753" y="1099763"/>
                  </a:lnTo>
                  <a:lnTo>
                    <a:pt x="981363" y="1086912"/>
                  </a:lnTo>
                  <a:lnTo>
                    <a:pt x="955129" y="1052884"/>
                  </a:lnTo>
                  <a:lnTo>
                    <a:pt x="927745" y="1015319"/>
                  </a:lnTo>
                  <a:lnTo>
                    <a:pt x="899046" y="974170"/>
                  </a:lnTo>
                  <a:lnTo>
                    <a:pt x="868963" y="929512"/>
                  </a:lnTo>
                  <a:lnTo>
                    <a:pt x="837518" y="881566"/>
                  </a:lnTo>
                  <a:lnTo>
                    <a:pt x="804825" y="830700"/>
                  </a:lnTo>
                  <a:lnTo>
                    <a:pt x="771081" y="777429"/>
                  </a:lnTo>
                  <a:lnTo>
                    <a:pt x="736558" y="722399"/>
                  </a:lnTo>
                  <a:lnTo>
                    <a:pt x="701582" y="666355"/>
                  </a:lnTo>
                  <a:lnTo>
                    <a:pt x="666513" y="610104"/>
                  </a:lnTo>
                  <a:lnTo>
                    <a:pt x="631718" y="554464"/>
                  </a:lnTo>
                  <a:lnTo>
                    <a:pt x="597543" y="500217"/>
                  </a:lnTo>
                  <a:lnTo>
                    <a:pt x="564290" y="448064"/>
                  </a:lnTo>
                  <a:lnTo>
                    <a:pt x="532195" y="398589"/>
                  </a:lnTo>
                  <a:lnTo>
                    <a:pt x="501416" y="352235"/>
                  </a:lnTo>
                  <a:lnTo>
                    <a:pt x="472022" y="309297"/>
                  </a:lnTo>
                  <a:lnTo>
                    <a:pt x="443989" y="269922"/>
                  </a:lnTo>
                  <a:lnTo>
                    <a:pt x="417201" y="234122"/>
                  </a:lnTo>
                  <a:lnTo>
                    <a:pt x="404090" y="217382"/>
                  </a:lnTo>
                  <a:lnTo>
                    <a:pt x="366198" y="172569"/>
                  </a:lnTo>
                  <a:lnTo>
                    <a:pt x="329433" y="135272"/>
                  </a:lnTo>
                  <a:lnTo>
                    <a:pt x="292353" y="104427"/>
                  </a:lnTo>
                  <a:lnTo>
                    <a:pt x="253476" y="78806"/>
                  </a:lnTo>
                  <a:lnTo>
                    <a:pt x="211746" y="57406"/>
                  </a:lnTo>
                  <a:lnTo>
                    <a:pt x="167079" y="39597"/>
                  </a:lnTo>
                  <a:lnTo>
                    <a:pt x="121017" y="25139"/>
                  </a:lnTo>
                  <a:lnTo>
                    <a:pt x="77138" y="14082"/>
                  </a:lnTo>
                  <a:lnTo>
                    <a:pt x="40457" y="6506"/>
                  </a:lnTo>
                  <a:lnTo>
                    <a:pt x="15355" y="2180"/>
                  </a:lnTo>
                  <a:lnTo>
                    <a:pt x="2978" y="3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2050472" y="3720436"/>
              <a:ext cx="1385454" cy="367878"/>
            </a:xfrm>
            <a:custGeom>
              <a:avLst/>
              <a:pathLst>
                <a:path w="1385454" h="367878">
                  <a:moveTo>
                    <a:pt x="0" y="33443"/>
                  </a:moveTo>
                  <a:lnTo>
                    <a:pt x="1770" y="33499"/>
                  </a:lnTo>
                  <a:lnTo>
                    <a:pt x="12744" y="33899"/>
                  </a:lnTo>
                  <a:lnTo>
                    <a:pt x="37744" y="34982"/>
                  </a:lnTo>
                  <a:lnTo>
                    <a:pt x="76023" y="36989"/>
                  </a:lnTo>
                  <a:lnTo>
                    <a:pt x="122547" y="39999"/>
                  </a:lnTo>
                  <a:lnTo>
                    <a:pt x="171377" y="43989"/>
                  </a:lnTo>
                  <a:lnTo>
                    <a:pt x="218404" y="48948"/>
                  </a:lnTo>
                  <a:lnTo>
                    <a:pt x="262059" y="54965"/>
                  </a:lnTo>
                  <a:lnTo>
                    <a:pt x="302701" y="62254"/>
                  </a:lnTo>
                  <a:lnTo>
                    <a:pt x="341759" y="71145"/>
                  </a:lnTo>
                  <a:lnTo>
                    <a:pt x="381040" y="82013"/>
                  </a:lnTo>
                  <a:lnTo>
                    <a:pt x="404090" y="89182"/>
                  </a:lnTo>
                  <a:lnTo>
                    <a:pt x="438374" y="100688"/>
                  </a:lnTo>
                  <a:lnTo>
                    <a:pt x="474687" y="113732"/>
                  </a:lnTo>
                  <a:lnTo>
                    <a:pt x="513298" y="128310"/>
                  </a:lnTo>
                  <a:lnTo>
                    <a:pt x="554209" y="144320"/>
                  </a:lnTo>
                  <a:lnTo>
                    <a:pt x="597162" y="161550"/>
                  </a:lnTo>
                  <a:lnTo>
                    <a:pt x="641669" y="179685"/>
                  </a:lnTo>
                  <a:lnTo>
                    <a:pt x="687057" y="198328"/>
                  </a:lnTo>
                  <a:lnTo>
                    <a:pt x="732544" y="217027"/>
                  </a:lnTo>
                  <a:lnTo>
                    <a:pt x="777339" y="235329"/>
                  </a:lnTo>
                  <a:lnTo>
                    <a:pt x="820733" y="252817"/>
                  </a:lnTo>
                  <a:lnTo>
                    <a:pt x="862185" y="269154"/>
                  </a:lnTo>
                  <a:lnTo>
                    <a:pt x="901378" y="284102"/>
                  </a:lnTo>
                  <a:lnTo>
                    <a:pt x="938249" y="297532"/>
                  </a:lnTo>
                  <a:lnTo>
                    <a:pt x="972998" y="309416"/>
                  </a:lnTo>
                  <a:lnTo>
                    <a:pt x="981363" y="312139"/>
                  </a:lnTo>
                  <a:lnTo>
                    <a:pt x="1021503" y="324261"/>
                  </a:lnTo>
                  <a:lnTo>
                    <a:pt x="1060466" y="334233"/>
                  </a:lnTo>
                  <a:lnTo>
                    <a:pt x="1099995" y="342387"/>
                  </a:lnTo>
                  <a:lnTo>
                    <a:pt x="1141806" y="349092"/>
                  </a:lnTo>
                  <a:lnTo>
                    <a:pt x="1186964" y="354634"/>
                  </a:lnTo>
                  <a:lnTo>
                    <a:pt x="1235104" y="359171"/>
                  </a:lnTo>
                  <a:lnTo>
                    <a:pt x="1283589" y="362743"/>
                  </a:lnTo>
                  <a:lnTo>
                    <a:pt x="1327315" y="365319"/>
                  </a:lnTo>
                  <a:lnTo>
                    <a:pt x="1360296" y="366909"/>
                  </a:lnTo>
                  <a:lnTo>
                    <a:pt x="1379005" y="367660"/>
                  </a:lnTo>
                  <a:lnTo>
                    <a:pt x="1385115" y="367868"/>
                  </a:lnTo>
                  <a:lnTo>
                    <a:pt x="1385454" y="367878"/>
                  </a:lnTo>
                  <a:lnTo>
                    <a:pt x="1385454" y="334434"/>
                  </a:lnTo>
                  <a:lnTo>
                    <a:pt x="1383683" y="334379"/>
                  </a:lnTo>
                  <a:lnTo>
                    <a:pt x="1372709" y="333979"/>
                  </a:lnTo>
                  <a:lnTo>
                    <a:pt x="1347709" y="332895"/>
                  </a:lnTo>
                  <a:lnTo>
                    <a:pt x="1309431" y="330888"/>
                  </a:lnTo>
                  <a:lnTo>
                    <a:pt x="1262906" y="327878"/>
                  </a:lnTo>
                  <a:lnTo>
                    <a:pt x="1214076" y="323889"/>
                  </a:lnTo>
                  <a:lnTo>
                    <a:pt x="1167050" y="318929"/>
                  </a:lnTo>
                  <a:lnTo>
                    <a:pt x="1123395" y="312912"/>
                  </a:lnTo>
                  <a:lnTo>
                    <a:pt x="1082752" y="305623"/>
                  </a:lnTo>
                  <a:lnTo>
                    <a:pt x="1043694" y="296732"/>
                  </a:lnTo>
                  <a:lnTo>
                    <a:pt x="1004414" y="285864"/>
                  </a:lnTo>
                  <a:lnTo>
                    <a:pt x="981363" y="278695"/>
                  </a:lnTo>
                  <a:lnTo>
                    <a:pt x="947080" y="267189"/>
                  </a:lnTo>
                  <a:lnTo>
                    <a:pt x="910766" y="254145"/>
                  </a:lnTo>
                  <a:lnTo>
                    <a:pt x="872155" y="239567"/>
                  </a:lnTo>
                  <a:lnTo>
                    <a:pt x="831245" y="223558"/>
                  </a:lnTo>
                  <a:lnTo>
                    <a:pt x="788291" y="206328"/>
                  </a:lnTo>
                  <a:lnTo>
                    <a:pt x="743784" y="188192"/>
                  </a:lnTo>
                  <a:lnTo>
                    <a:pt x="698397" y="169550"/>
                  </a:lnTo>
                  <a:lnTo>
                    <a:pt x="652910" y="150850"/>
                  </a:lnTo>
                  <a:lnTo>
                    <a:pt x="608115" y="132548"/>
                  </a:lnTo>
                  <a:lnTo>
                    <a:pt x="564721" y="115060"/>
                  </a:lnTo>
                  <a:lnTo>
                    <a:pt x="523269" y="98723"/>
                  </a:lnTo>
                  <a:lnTo>
                    <a:pt x="484075" y="83775"/>
                  </a:lnTo>
                  <a:lnTo>
                    <a:pt x="447205" y="70345"/>
                  </a:lnTo>
                  <a:lnTo>
                    <a:pt x="412456" y="58461"/>
                  </a:lnTo>
                  <a:lnTo>
                    <a:pt x="404090" y="55739"/>
                  </a:lnTo>
                  <a:lnTo>
                    <a:pt x="363951" y="43616"/>
                  </a:lnTo>
                  <a:lnTo>
                    <a:pt x="324987" y="33645"/>
                  </a:lnTo>
                  <a:lnTo>
                    <a:pt x="285459" y="25491"/>
                  </a:lnTo>
                  <a:lnTo>
                    <a:pt x="243647" y="18785"/>
                  </a:lnTo>
                  <a:lnTo>
                    <a:pt x="198489" y="13243"/>
                  </a:lnTo>
                  <a:lnTo>
                    <a:pt x="150349" y="8706"/>
                  </a:lnTo>
                  <a:lnTo>
                    <a:pt x="101864" y="5134"/>
                  </a:lnTo>
                  <a:lnTo>
                    <a:pt x="58139" y="2558"/>
                  </a:lnTo>
                  <a:lnTo>
                    <a:pt x="25158" y="969"/>
                  </a:lnTo>
                  <a:lnTo>
                    <a:pt x="6449" y="217"/>
                  </a:lnTo>
                  <a:lnTo>
                    <a:pt x="339" y="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2050472" y="3753879"/>
              <a:ext cx="1385454" cy="367878"/>
            </a:xfrm>
            <a:custGeom>
              <a:avLst/>
              <a:pathLst>
                <a:path w="1385454" h="367878">
                  <a:moveTo>
                    <a:pt x="0" y="33443"/>
                  </a:moveTo>
                  <a:lnTo>
                    <a:pt x="1770" y="33499"/>
                  </a:lnTo>
                  <a:lnTo>
                    <a:pt x="12744" y="33899"/>
                  </a:lnTo>
                  <a:lnTo>
                    <a:pt x="37744" y="34982"/>
                  </a:lnTo>
                  <a:lnTo>
                    <a:pt x="76023" y="36989"/>
                  </a:lnTo>
                  <a:lnTo>
                    <a:pt x="122547" y="39999"/>
                  </a:lnTo>
                  <a:lnTo>
                    <a:pt x="171377" y="43989"/>
                  </a:lnTo>
                  <a:lnTo>
                    <a:pt x="218404" y="48948"/>
                  </a:lnTo>
                  <a:lnTo>
                    <a:pt x="262059" y="54965"/>
                  </a:lnTo>
                  <a:lnTo>
                    <a:pt x="302701" y="62254"/>
                  </a:lnTo>
                  <a:lnTo>
                    <a:pt x="341759" y="71145"/>
                  </a:lnTo>
                  <a:lnTo>
                    <a:pt x="381040" y="82013"/>
                  </a:lnTo>
                  <a:lnTo>
                    <a:pt x="404090" y="89182"/>
                  </a:lnTo>
                  <a:lnTo>
                    <a:pt x="438374" y="100688"/>
                  </a:lnTo>
                  <a:lnTo>
                    <a:pt x="474687" y="113732"/>
                  </a:lnTo>
                  <a:lnTo>
                    <a:pt x="513298" y="128310"/>
                  </a:lnTo>
                  <a:lnTo>
                    <a:pt x="554209" y="144320"/>
                  </a:lnTo>
                  <a:lnTo>
                    <a:pt x="597162" y="161550"/>
                  </a:lnTo>
                  <a:lnTo>
                    <a:pt x="641669" y="179685"/>
                  </a:lnTo>
                  <a:lnTo>
                    <a:pt x="687057" y="198328"/>
                  </a:lnTo>
                  <a:lnTo>
                    <a:pt x="732544" y="217027"/>
                  </a:lnTo>
                  <a:lnTo>
                    <a:pt x="777339" y="235329"/>
                  </a:lnTo>
                  <a:lnTo>
                    <a:pt x="820733" y="252817"/>
                  </a:lnTo>
                  <a:lnTo>
                    <a:pt x="862185" y="269154"/>
                  </a:lnTo>
                  <a:lnTo>
                    <a:pt x="901378" y="284102"/>
                  </a:lnTo>
                  <a:lnTo>
                    <a:pt x="938249" y="297532"/>
                  </a:lnTo>
                  <a:lnTo>
                    <a:pt x="972998" y="309416"/>
                  </a:lnTo>
                  <a:lnTo>
                    <a:pt x="981363" y="312139"/>
                  </a:lnTo>
                  <a:lnTo>
                    <a:pt x="1021503" y="324261"/>
                  </a:lnTo>
                  <a:lnTo>
                    <a:pt x="1060466" y="334233"/>
                  </a:lnTo>
                  <a:lnTo>
                    <a:pt x="1099995" y="342387"/>
                  </a:lnTo>
                  <a:lnTo>
                    <a:pt x="1141806" y="349092"/>
                  </a:lnTo>
                  <a:lnTo>
                    <a:pt x="1186964" y="354634"/>
                  </a:lnTo>
                  <a:lnTo>
                    <a:pt x="1235104" y="359171"/>
                  </a:lnTo>
                  <a:lnTo>
                    <a:pt x="1283589" y="362743"/>
                  </a:lnTo>
                  <a:lnTo>
                    <a:pt x="1327315" y="365319"/>
                  </a:lnTo>
                  <a:lnTo>
                    <a:pt x="1360296" y="366909"/>
                  </a:lnTo>
                  <a:lnTo>
                    <a:pt x="1379005" y="367660"/>
                  </a:lnTo>
                  <a:lnTo>
                    <a:pt x="1385115" y="367868"/>
                  </a:lnTo>
                  <a:lnTo>
                    <a:pt x="1385454" y="367878"/>
                  </a:lnTo>
                  <a:lnTo>
                    <a:pt x="1385454" y="334434"/>
                  </a:lnTo>
                  <a:lnTo>
                    <a:pt x="1383683" y="334379"/>
                  </a:lnTo>
                  <a:lnTo>
                    <a:pt x="1372709" y="333979"/>
                  </a:lnTo>
                  <a:lnTo>
                    <a:pt x="1347709" y="332895"/>
                  </a:lnTo>
                  <a:lnTo>
                    <a:pt x="1309431" y="330888"/>
                  </a:lnTo>
                  <a:lnTo>
                    <a:pt x="1262906" y="327878"/>
                  </a:lnTo>
                  <a:lnTo>
                    <a:pt x="1214076" y="323889"/>
                  </a:lnTo>
                  <a:lnTo>
                    <a:pt x="1167050" y="318929"/>
                  </a:lnTo>
                  <a:lnTo>
                    <a:pt x="1123395" y="312912"/>
                  </a:lnTo>
                  <a:lnTo>
                    <a:pt x="1082752" y="305623"/>
                  </a:lnTo>
                  <a:lnTo>
                    <a:pt x="1043694" y="296732"/>
                  </a:lnTo>
                  <a:lnTo>
                    <a:pt x="1004414" y="285864"/>
                  </a:lnTo>
                  <a:lnTo>
                    <a:pt x="981363" y="278695"/>
                  </a:lnTo>
                  <a:lnTo>
                    <a:pt x="947080" y="267189"/>
                  </a:lnTo>
                  <a:lnTo>
                    <a:pt x="910766" y="254145"/>
                  </a:lnTo>
                  <a:lnTo>
                    <a:pt x="872155" y="239567"/>
                  </a:lnTo>
                  <a:lnTo>
                    <a:pt x="831245" y="223558"/>
                  </a:lnTo>
                  <a:lnTo>
                    <a:pt x="788291" y="206328"/>
                  </a:lnTo>
                  <a:lnTo>
                    <a:pt x="743784" y="188192"/>
                  </a:lnTo>
                  <a:lnTo>
                    <a:pt x="698397" y="169550"/>
                  </a:lnTo>
                  <a:lnTo>
                    <a:pt x="652910" y="150850"/>
                  </a:lnTo>
                  <a:lnTo>
                    <a:pt x="608115" y="132548"/>
                  </a:lnTo>
                  <a:lnTo>
                    <a:pt x="564721" y="115060"/>
                  </a:lnTo>
                  <a:lnTo>
                    <a:pt x="523269" y="98723"/>
                  </a:lnTo>
                  <a:lnTo>
                    <a:pt x="484075" y="83775"/>
                  </a:lnTo>
                  <a:lnTo>
                    <a:pt x="447205" y="70345"/>
                  </a:lnTo>
                  <a:lnTo>
                    <a:pt x="412456" y="58461"/>
                  </a:lnTo>
                  <a:lnTo>
                    <a:pt x="404090" y="55739"/>
                  </a:lnTo>
                  <a:lnTo>
                    <a:pt x="363951" y="43616"/>
                  </a:lnTo>
                  <a:lnTo>
                    <a:pt x="324987" y="33645"/>
                  </a:lnTo>
                  <a:lnTo>
                    <a:pt x="285459" y="25491"/>
                  </a:lnTo>
                  <a:lnTo>
                    <a:pt x="243647" y="18785"/>
                  </a:lnTo>
                  <a:lnTo>
                    <a:pt x="198489" y="13243"/>
                  </a:lnTo>
                  <a:lnTo>
                    <a:pt x="150349" y="8706"/>
                  </a:lnTo>
                  <a:lnTo>
                    <a:pt x="101864" y="5134"/>
                  </a:lnTo>
                  <a:lnTo>
                    <a:pt x="58139" y="2558"/>
                  </a:lnTo>
                  <a:lnTo>
                    <a:pt x="25158" y="969"/>
                  </a:lnTo>
                  <a:lnTo>
                    <a:pt x="6449" y="217"/>
                  </a:lnTo>
                  <a:lnTo>
                    <a:pt x="339" y="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2050472" y="5058175"/>
              <a:ext cx="1385454" cy="1705617"/>
            </a:xfrm>
            <a:custGeom>
              <a:avLst/>
              <a:pathLst>
                <a:path w="1385454" h="1705617">
                  <a:moveTo>
                    <a:pt x="0" y="33443"/>
                  </a:moveTo>
                  <a:lnTo>
                    <a:pt x="1084" y="33610"/>
                  </a:lnTo>
                  <a:lnTo>
                    <a:pt x="7962" y="34809"/>
                  </a:lnTo>
                  <a:lnTo>
                    <a:pt x="24293" y="38101"/>
                  </a:lnTo>
                  <a:lnTo>
                    <a:pt x="50936" y="44372"/>
                  </a:lnTo>
                  <a:lnTo>
                    <a:pt x="85995" y="54124"/>
                  </a:lnTo>
                  <a:lnTo>
                    <a:pt x="125954" y="67463"/>
                  </a:lnTo>
                  <a:lnTo>
                    <a:pt x="167258" y="84290"/>
                  </a:lnTo>
                  <a:lnTo>
                    <a:pt x="207406" y="104562"/>
                  </a:lnTo>
                  <a:lnTo>
                    <a:pt x="245229" y="128484"/>
                  </a:lnTo>
                  <a:lnTo>
                    <a:pt x="280653" y="156580"/>
                  </a:lnTo>
                  <a:lnTo>
                    <a:pt x="314311" y="189697"/>
                  </a:lnTo>
                  <a:lnTo>
                    <a:pt x="347206" y="228926"/>
                  </a:lnTo>
                  <a:lnTo>
                    <a:pt x="380442" y="275401"/>
                  </a:lnTo>
                  <a:lnTo>
                    <a:pt x="404090" y="312139"/>
                  </a:lnTo>
                  <a:lnTo>
                    <a:pt x="427967" y="351737"/>
                  </a:lnTo>
                  <a:lnTo>
                    <a:pt x="452786" y="395096"/>
                  </a:lnTo>
                  <a:lnTo>
                    <a:pt x="478680" y="442277"/>
                  </a:lnTo>
                  <a:lnTo>
                    <a:pt x="505719" y="493236"/>
                  </a:lnTo>
                  <a:lnTo>
                    <a:pt x="533906" y="547802"/>
                  </a:lnTo>
                  <a:lnTo>
                    <a:pt x="563183" y="605676"/>
                  </a:lnTo>
                  <a:lnTo>
                    <a:pt x="593429" y="666425"/>
                  </a:lnTo>
                  <a:lnTo>
                    <a:pt x="624470" y="729491"/>
                  </a:lnTo>
                  <a:lnTo>
                    <a:pt x="656083" y="794209"/>
                  </a:lnTo>
                  <a:lnTo>
                    <a:pt x="688013" y="859834"/>
                  </a:lnTo>
                  <a:lnTo>
                    <a:pt x="719984" y="925577"/>
                  </a:lnTo>
                  <a:lnTo>
                    <a:pt x="751719" y="990643"/>
                  </a:lnTo>
                  <a:lnTo>
                    <a:pt x="782953" y="1054268"/>
                  </a:lnTo>
                  <a:lnTo>
                    <a:pt x="813454" y="1115763"/>
                  </a:lnTo>
                  <a:lnTo>
                    <a:pt x="843032" y="1174535"/>
                  </a:lnTo>
                  <a:lnTo>
                    <a:pt x="871549" y="1230113"/>
                  </a:lnTo>
                  <a:lnTo>
                    <a:pt x="898928" y="1282157"/>
                  </a:lnTo>
                  <a:lnTo>
                    <a:pt x="925155" y="1330462"/>
                  </a:lnTo>
                  <a:lnTo>
                    <a:pt x="950280" y="1374944"/>
                  </a:lnTo>
                  <a:lnTo>
                    <a:pt x="974416" y="1415638"/>
                  </a:lnTo>
                  <a:lnTo>
                    <a:pt x="981363" y="1426921"/>
                  </a:lnTo>
                  <a:lnTo>
                    <a:pt x="1015397" y="1478875"/>
                  </a:lnTo>
                  <a:lnTo>
                    <a:pt x="1048414" y="1522998"/>
                  </a:lnTo>
                  <a:lnTo>
                    <a:pt x="1081427" y="1560211"/>
                  </a:lnTo>
                  <a:lnTo>
                    <a:pt x="1115536" y="1591666"/>
                  </a:lnTo>
                  <a:lnTo>
                    <a:pt x="1151660" y="1618394"/>
                  </a:lnTo>
                  <a:lnTo>
                    <a:pt x="1190254" y="1641146"/>
                  </a:lnTo>
                  <a:lnTo>
                    <a:pt x="1230945" y="1660344"/>
                  </a:lnTo>
                  <a:lnTo>
                    <a:pt x="1272162" y="1676103"/>
                  </a:lnTo>
                  <a:lnTo>
                    <a:pt x="1311011" y="1688339"/>
                  </a:lnTo>
                  <a:lnTo>
                    <a:pt x="1343797" y="1696986"/>
                  </a:lnTo>
                  <a:lnTo>
                    <a:pt x="1367336" y="1702260"/>
                  </a:lnTo>
                  <a:lnTo>
                    <a:pt x="1380510" y="1704797"/>
                  </a:lnTo>
                  <a:lnTo>
                    <a:pt x="1385088" y="1705562"/>
                  </a:lnTo>
                  <a:lnTo>
                    <a:pt x="1385454" y="1705617"/>
                  </a:lnTo>
                  <a:lnTo>
                    <a:pt x="1385454" y="1672173"/>
                  </a:lnTo>
                  <a:lnTo>
                    <a:pt x="1384369" y="1672006"/>
                  </a:lnTo>
                  <a:lnTo>
                    <a:pt x="1377492" y="1670807"/>
                  </a:lnTo>
                  <a:lnTo>
                    <a:pt x="1361161" y="1667515"/>
                  </a:lnTo>
                  <a:lnTo>
                    <a:pt x="1334517" y="1661245"/>
                  </a:lnTo>
                  <a:lnTo>
                    <a:pt x="1299458" y="1651492"/>
                  </a:lnTo>
                  <a:lnTo>
                    <a:pt x="1259500" y="1638153"/>
                  </a:lnTo>
                  <a:lnTo>
                    <a:pt x="1218196" y="1621326"/>
                  </a:lnTo>
                  <a:lnTo>
                    <a:pt x="1178048" y="1601054"/>
                  </a:lnTo>
                  <a:lnTo>
                    <a:pt x="1140225" y="1577132"/>
                  </a:lnTo>
                  <a:lnTo>
                    <a:pt x="1104801" y="1549036"/>
                  </a:lnTo>
                  <a:lnTo>
                    <a:pt x="1071143" y="1515919"/>
                  </a:lnTo>
                  <a:lnTo>
                    <a:pt x="1038248" y="1476690"/>
                  </a:lnTo>
                  <a:lnTo>
                    <a:pt x="1005011" y="1430215"/>
                  </a:lnTo>
                  <a:lnTo>
                    <a:pt x="981363" y="1393477"/>
                  </a:lnTo>
                  <a:lnTo>
                    <a:pt x="957486" y="1353879"/>
                  </a:lnTo>
                  <a:lnTo>
                    <a:pt x="932668" y="1310520"/>
                  </a:lnTo>
                  <a:lnTo>
                    <a:pt x="906773" y="1263339"/>
                  </a:lnTo>
                  <a:lnTo>
                    <a:pt x="879735" y="1212380"/>
                  </a:lnTo>
                  <a:lnTo>
                    <a:pt x="851548" y="1157814"/>
                  </a:lnTo>
                  <a:lnTo>
                    <a:pt x="822271" y="1099940"/>
                  </a:lnTo>
                  <a:lnTo>
                    <a:pt x="792024" y="1039191"/>
                  </a:lnTo>
                  <a:lnTo>
                    <a:pt x="760984" y="976125"/>
                  </a:lnTo>
                  <a:lnTo>
                    <a:pt x="729370" y="911407"/>
                  </a:lnTo>
                  <a:lnTo>
                    <a:pt x="697440" y="845782"/>
                  </a:lnTo>
                  <a:lnTo>
                    <a:pt x="665469" y="780039"/>
                  </a:lnTo>
                  <a:lnTo>
                    <a:pt x="633735" y="714974"/>
                  </a:lnTo>
                  <a:lnTo>
                    <a:pt x="602500" y="651348"/>
                  </a:lnTo>
                  <a:lnTo>
                    <a:pt x="571999" y="589853"/>
                  </a:lnTo>
                  <a:lnTo>
                    <a:pt x="542422" y="531081"/>
                  </a:lnTo>
                  <a:lnTo>
                    <a:pt x="513905" y="475503"/>
                  </a:lnTo>
                  <a:lnTo>
                    <a:pt x="486525" y="423459"/>
                  </a:lnTo>
                  <a:lnTo>
                    <a:pt x="460298" y="375154"/>
                  </a:lnTo>
                  <a:lnTo>
                    <a:pt x="435174" y="330672"/>
                  </a:lnTo>
                  <a:lnTo>
                    <a:pt x="411037" y="289978"/>
                  </a:lnTo>
                  <a:lnTo>
                    <a:pt x="404090" y="278695"/>
                  </a:lnTo>
                  <a:lnTo>
                    <a:pt x="370057" y="226741"/>
                  </a:lnTo>
                  <a:lnTo>
                    <a:pt x="337039" y="182618"/>
                  </a:lnTo>
                  <a:lnTo>
                    <a:pt x="304026" y="145405"/>
                  </a:lnTo>
                  <a:lnTo>
                    <a:pt x="269918" y="113950"/>
                  </a:lnTo>
                  <a:lnTo>
                    <a:pt x="233793" y="87222"/>
                  </a:lnTo>
                  <a:lnTo>
                    <a:pt x="195199" y="64470"/>
                  </a:lnTo>
                  <a:lnTo>
                    <a:pt x="154508" y="45272"/>
                  </a:lnTo>
                  <a:lnTo>
                    <a:pt x="113292" y="29513"/>
                  </a:lnTo>
                  <a:lnTo>
                    <a:pt x="74443" y="17277"/>
                  </a:lnTo>
                  <a:lnTo>
                    <a:pt x="41657" y="8630"/>
                  </a:lnTo>
                  <a:lnTo>
                    <a:pt x="18117" y="3356"/>
                  </a:lnTo>
                  <a:lnTo>
                    <a:pt x="4943" y="820"/>
                  </a:lnTo>
                  <a:lnTo>
                    <a:pt x="366" y="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2050472" y="2483027"/>
              <a:ext cx="1385454" cy="66886"/>
            </a:xfrm>
            <a:custGeom>
              <a:avLst/>
              <a:pathLst>
                <a:path w="1385454" h="66886">
                  <a:moveTo>
                    <a:pt x="0" y="66886"/>
                  </a:moveTo>
                  <a:lnTo>
                    <a:pt x="1795" y="66881"/>
                  </a:lnTo>
                  <a:lnTo>
                    <a:pt x="12910" y="66840"/>
                  </a:lnTo>
                  <a:lnTo>
                    <a:pt x="38198" y="66730"/>
                  </a:lnTo>
                  <a:lnTo>
                    <a:pt x="76837" y="66527"/>
                  </a:lnTo>
                  <a:lnTo>
                    <a:pt x="123683" y="66223"/>
                  </a:lnTo>
                  <a:lnTo>
                    <a:pt x="172734" y="65819"/>
                  </a:lnTo>
                  <a:lnTo>
                    <a:pt x="219888" y="65318"/>
                  </a:lnTo>
                  <a:lnTo>
                    <a:pt x="263626" y="64709"/>
                  </a:lnTo>
                  <a:lnTo>
                    <a:pt x="304364" y="63971"/>
                  </a:lnTo>
                  <a:lnTo>
                    <a:pt x="343577" y="63070"/>
                  </a:lnTo>
                  <a:lnTo>
                    <a:pt x="383097" y="61968"/>
                  </a:lnTo>
                  <a:lnTo>
                    <a:pt x="404090" y="61313"/>
                  </a:lnTo>
                  <a:lnTo>
                    <a:pt x="439607" y="60119"/>
                  </a:lnTo>
                  <a:lnTo>
                    <a:pt x="477313" y="58760"/>
                  </a:lnTo>
                  <a:lnTo>
                    <a:pt x="517487" y="57238"/>
                  </a:lnTo>
                  <a:lnTo>
                    <a:pt x="560106" y="55564"/>
                  </a:lnTo>
                  <a:lnTo>
                    <a:pt x="604853" y="53764"/>
                  </a:lnTo>
                  <a:lnTo>
                    <a:pt x="651149" y="51874"/>
                  </a:lnTo>
                  <a:lnTo>
                    <a:pt x="698218" y="49939"/>
                  </a:lnTo>
                  <a:lnTo>
                    <a:pt x="745184" y="48010"/>
                  </a:lnTo>
                  <a:lnTo>
                    <a:pt x="791183" y="46137"/>
                  </a:lnTo>
                  <a:lnTo>
                    <a:pt x="835477" y="44363"/>
                  </a:lnTo>
                  <a:lnTo>
                    <a:pt x="877545" y="42723"/>
                  </a:lnTo>
                  <a:lnTo>
                    <a:pt x="917135" y="41238"/>
                  </a:lnTo>
                  <a:lnTo>
                    <a:pt x="954294" y="39918"/>
                  </a:lnTo>
                  <a:lnTo>
                    <a:pt x="981363" y="39017"/>
                  </a:lnTo>
                  <a:lnTo>
                    <a:pt x="1021686" y="37799"/>
                  </a:lnTo>
                  <a:lnTo>
                    <a:pt x="1060830" y="36799"/>
                  </a:lnTo>
                  <a:lnTo>
                    <a:pt x="1100562" y="35982"/>
                  </a:lnTo>
                  <a:lnTo>
                    <a:pt x="1142618" y="35310"/>
                  </a:lnTo>
                  <a:lnTo>
                    <a:pt x="1188061" y="34756"/>
                  </a:lnTo>
                  <a:lnTo>
                    <a:pt x="1236478" y="34302"/>
                  </a:lnTo>
                  <a:lnTo>
                    <a:pt x="1285129" y="33946"/>
                  </a:lnTo>
                  <a:lnTo>
                    <a:pt x="1328776" y="33691"/>
                  </a:lnTo>
                  <a:lnTo>
                    <a:pt x="1361379" y="33535"/>
                  </a:lnTo>
                  <a:lnTo>
                    <a:pt x="1379535" y="33463"/>
                  </a:lnTo>
                  <a:lnTo>
                    <a:pt x="1385197" y="33444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3659" y="5"/>
                  </a:lnTo>
                  <a:lnTo>
                    <a:pt x="1372544" y="46"/>
                  </a:lnTo>
                  <a:lnTo>
                    <a:pt x="1347256" y="156"/>
                  </a:lnTo>
                  <a:lnTo>
                    <a:pt x="1308617" y="359"/>
                  </a:lnTo>
                  <a:lnTo>
                    <a:pt x="1261770" y="663"/>
                  </a:lnTo>
                  <a:lnTo>
                    <a:pt x="1212720" y="1067"/>
                  </a:lnTo>
                  <a:lnTo>
                    <a:pt x="1165565" y="1568"/>
                  </a:lnTo>
                  <a:lnTo>
                    <a:pt x="1121827" y="2176"/>
                  </a:lnTo>
                  <a:lnTo>
                    <a:pt x="1081089" y="2915"/>
                  </a:lnTo>
                  <a:lnTo>
                    <a:pt x="1041877" y="3816"/>
                  </a:lnTo>
                  <a:lnTo>
                    <a:pt x="1002356" y="4918"/>
                  </a:lnTo>
                  <a:lnTo>
                    <a:pt x="981363" y="5573"/>
                  </a:lnTo>
                  <a:lnTo>
                    <a:pt x="945846" y="6767"/>
                  </a:lnTo>
                  <a:lnTo>
                    <a:pt x="908141" y="8125"/>
                  </a:lnTo>
                  <a:lnTo>
                    <a:pt x="867967" y="9648"/>
                  </a:lnTo>
                  <a:lnTo>
                    <a:pt x="825348" y="11322"/>
                  </a:lnTo>
                  <a:lnTo>
                    <a:pt x="780601" y="13122"/>
                  </a:lnTo>
                  <a:lnTo>
                    <a:pt x="734305" y="15012"/>
                  </a:lnTo>
                  <a:lnTo>
                    <a:pt x="687236" y="16947"/>
                  </a:lnTo>
                  <a:lnTo>
                    <a:pt x="640270" y="18876"/>
                  </a:lnTo>
                  <a:lnTo>
                    <a:pt x="594271" y="20749"/>
                  </a:lnTo>
                  <a:lnTo>
                    <a:pt x="549977" y="22523"/>
                  </a:lnTo>
                  <a:lnTo>
                    <a:pt x="507909" y="24163"/>
                  </a:lnTo>
                  <a:lnTo>
                    <a:pt x="468319" y="25648"/>
                  </a:lnTo>
                  <a:lnTo>
                    <a:pt x="431159" y="26968"/>
                  </a:lnTo>
                  <a:lnTo>
                    <a:pt x="404090" y="27869"/>
                  </a:lnTo>
                  <a:lnTo>
                    <a:pt x="363767" y="29086"/>
                  </a:lnTo>
                  <a:lnTo>
                    <a:pt x="324623" y="30087"/>
                  </a:lnTo>
                  <a:lnTo>
                    <a:pt x="284892" y="30904"/>
                  </a:lnTo>
                  <a:lnTo>
                    <a:pt x="242835" y="31576"/>
                  </a:lnTo>
                  <a:lnTo>
                    <a:pt x="197393" y="32130"/>
                  </a:lnTo>
                  <a:lnTo>
                    <a:pt x="148975" y="32584"/>
                  </a:lnTo>
                  <a:lnTo>
                    <a:pt x="100325" y="32939"/>
                  </a:lnTo>
                  <a:lnTo>
                    <a:pt x="56678" y="33195"/>
                  </a:lnTo>
                  <a:lnTo>
                    <a:pt x="24075" y="33351"/>
                  </a:lnTo>
                  <a:lnTo>
                    <a:pt x="5918" y="33423"/>
                  </a:lnTo>
                  <a:lnTo>
                    <a:pt x="256" y="33442"/>
                  </a:lnTo>
                  <a:lnTo>
                    <a:pt x="0" y="3344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2050472" y="5091618"/>
              <a:ext cx="1385454" cy="1705617"/>
            </a:xfrm>
            <a:custGeom>
              <a:avLst/>
              <a:pathLst>
                <a:path w="1385454" h="1705617">
                  <a:moveTo>
                    <a:pt x="0" y="33443"/>
                  </a:moveTo>
                  <a:lnTo>
                    <a:pt x="1084" y="33610"/>
                  </a:lnTo>
                  <a:lnTo>
                    <a:pt x="7962" y="34809"/>
                  </a:lnTo>
                  <a:lnTo>
                    <a:pt x="24293" y="38101"/>
                  </a:lnTo>
                  <a:lnTo>
                    <a:pt x="50936" y="44372"/>
                  </a:lnTo>
                  <a:lnTo>
                    <a:pt x="85995" y="54124"/>
                  </a:lnTo>
                  <a:lnTo>
                    <a:pt x="125954" y="67463"/>
                  </a:lnTo>
                  <a:lnTo>
                    <a:pt x="167258" y="84290"/>
                  </a:lnTo>
                  <a:lnTo>
                    <a:pt x="207406" y="104562"/>
                  </a:lnTo>
                  <a:lnTo>
                    <a:pt x="245229" y="128484"/>
                  </a:lnTo>
                  <a:lnTo>
                    <a:pt x="280653" y="156580"/>
                  </a:lnTo>
                  <a:lnTo>
                    <a:pt x="314311" y="189697"/>
                  </a:lnTo>
                  <a:lnTo>
                    <a:pt x="347206" y="228926"/>
                  </a:lnTo>
                  <a:lnTo>
                    <a:pt x="380442" y="275401"/>
                  </a:lnTo>
                  <a:lnTo>
                    <a:pt x="404090" y="312139"/>
                  </a:lnTo>
                  <a:lnTo>
                    <a:pt x="427967" y="351737"/>
                  </a:lnTo>
                  <a:lnTo>
                    <a:pt x="452786" y="395096"/>
                  </a:lnTo>
                  <a:lnTo>
                    <a:pt x="478680" y="442277"/>
                  </a:lnTo>
                  <a:lnTo>
                    <a:pt x="505719" y="493236"/>
                  </a:lnTo>
                  <a:lnTo>
                    <a:pt x="533906" y="547802"/>
                  </a:lnTo>
                  <a:lnTo>
                    <a:pt x="563183" y="605676"/>
                  </a:lnTo>
                  <a:lnTo>
                    <a:pt x="593429" y="666425"/>
                  </a:lnTo>
                  <a:lnTo>
                    <a:pt x="624470" y="729491"/>
                  </a:lnTo>
                  <a:lnTo>
                    <a:pt x="656083" y="794209"/>
                  </a:lnTo>
                  <a:lnTo>
                    <a:pt x="688013" y="859834"/>
                  </a:lnTo>
                  <a:lnTo>
                    <a:pt x="719984" y="925577"/>
                  </a:lnTo>
                  <a:lnTo>
                    <a:pt x="751719" y="990643"/>
                  </a:lnTo>
                  <a:lnTo>
                    <a:pt x="782953" y="1054268"/>
                  </a:lnTo>
                  <a:lnTo>
                    <a:pt x="813454" y="1115763"/>
                  </a:lnTo>
                  <a:lnTo>
                    <a:pt x="843032" y="1174535"/>
                  </a:lnTo>
                  <a:lnTo>
                    <a:pt x="871549" y="1230113"/>
                  </a:lnTo>
                  <a:lnTo>
                    <a:pt x="898928" y="1282157"/>
                  </a:lnTo>
                  <a:lnTo>
                    <a:pt x="925155" y="1330462"/>
                  </a:lnTo>
                  <a:lnTo>
                    <a:pt x="950280" y="1374944"/>
                  </a:lnTo>
                  <a:lnTo>
                    <a:pt x="974416" y="1415638"/>
                  </a:lnTo>
                  <a:lnTo>
                    <a:pt x="981363" y="1426921"/>
                  </a:lnTo>
                  <a:lnTo>
                    <a:pt x="1015397" y="1478875"/>
                  </a:lnTo>
                  <a:lnTo>
                    <a:pt x="1048414" y="1522998"/>
                  </a:lnTo>
                  <a:lnTo>
                    <a:pt x="1081427" y="1560211"/>
                  </a:lnTo>
                  <a:lnTo>
                    <a:pt x="1115536" y="1591666"/>
                  </a:lnTo>
                  <a:lnTo>
                    <a:pt x="1151660" y="1618394"/>
                  </a:lnTo>
                  <a:lnTo>
                    <a:pt x="1190254" y="1641146"/>
                  </a:lnTo>
                  <a:lnTo>
                    <a:pt x="1230945" y="1660344"/>
                  </a:lnTo>
                  <a:lnTo>
                    <a:pt x="1272162" y="1676103"/>
                  </a:lnTo>
                  <a:lnTo>
                    <a:pt x="1311011" y="1688339"/>
                  </a:lnTo>
                  <a:lnTo>
                    <a:pt x="1343797" y="1696986"/>
                  </a:lnTo>
                  <a:lnTo>
                    <a:pt x="1367336" y="1702260"/>
                  </a:lnTo>
                  <a:lnTo>
                    <a:pt x="1380510" y="1704797"/>
                  </a:lnTo>
                  <a:lnTo>
                    <a:pt x="1385088" y="1705562"/>
                  </a:lnTo>
                  <a:lnTo>
                    <a:pt x="1385454" y="1705617"/>
                  </a:lnTo>
                  <a:lnTo>
                    <a:pt x="1385454" y="1672173"/>
                  </a:lnTo>
                  <a:lnTo>
                    <a:pt x="1384369" y="1672006"/>
                  </a:lnTo>
                  <a:lnTo>
                    <a:pt x="1377492" y="1670807"/>
                  </a:lnTo>
                  <a:lnTo>
                    <a:pt x="1361161" y="1667515"/>
                  </a:lnTo>
                  <a:lnTo>
                    <a:pt x="1334517" y="1661245"/>
                  </a:lnTo>
                  <a:lnTo>
                    <a:pt x="1299458" y="1651492"/>
                  </a:lnTo>
                  <a:lnTo>
                    <a:pt x="1259500" y="1638153"/>
                  </a:lnTo>
                  <a:lnTo>
                    <a:pt x="1218196" y="1621326"/>
                  </a:lnTo>
                  <a:lnTo>
                    <a:pt x="1178048" y="1601054"/>
                  </a:lnTo>
                  <a:lnTo>
                    <a:pt x="1140225" y="1577132"/>
                  </a:lnTo>
                  <a:lnTo>
                    <a:pt x="1104801" y="1549036"/>
                  </a:lnTo>
                  <a:lnTo>
                    <a:pt x="1071143" y="1515919"/>
                  </a:lnTo>
                  <a:lnTo>
                    <a:pt x="1038248" y="1476690"/>
                  </a:lnTo>
                  <a:lnTo>
                    <a:pt x="1005011" y="1430215"/>
                  </a:lnTo>
                  <a:lnTo>
                    <a:pt x="981363" y="1393477"/>
                  </a:lnTo>
                  <a:lnTo>
                    <a:pt x="957486" y="1353879"/>
                  </a:lnTo>
                  <a:lnTo>
                    <a:pt x="932668" y="1310520"/>
                  </a:lnTo>
                  <a:lnTo>
                    <a:pt x="906773" y="1263339"/>
                  </a:lnTo>
                  <a:lnTo>
                    <a:pt x="879735" y="1212380"/>
                  </a:lnTo>
                  <a:lnTo>
                    <a:pt x="851548" y="1157814"/>
                  </a:lnTo>
                  <a:lnTo>
                    <a:pt x="822271" y="1099940"/>
                  </a:lnTo>
                  <a:lnTo>
                    <a:pt x="792024" y="1039191"/>
                  </a:lnTo>
                  <a:lnTo>
                    <a:pt x="760984" y="976125"/>
                  </a:lnTo>
                  <a:lnTo>
                    <a:pt x="729370" y="911407"/>
                  </a:lnTo>
                  <a:lnTo>
                    <a:pt x="697440" y="845782"/>
                  </a:lnTo>
                  <a:lnTo>
                    <a:pt x="665469" y="780039"/>
                  </a:lnTo>
                  <a:lnTo>
                    <a:pt x="633735" y="714974"/>
                  </a:lnTo>
                  <a:lnTo>
                    <a:pt x="602500" y="651348"/>
                  </a:lnTo>
                  <a:lnTo>
                    <a:pt x="571999" y="589853"/>
                  </a:lnTo>
                  <a:lnTo>
                    <a:pt x="542422" y="531081"/>
                  </a:lnTo>
                  <a:lnTo>
                    <a:pt x="513905" y="475503"/>
                  </a:lnTo>
                  <a:lnTo>
                    <a:pt x="486525" y="423459"/>
                  </a:lnTo>
                  <a:lnTo>
                    <a:pt x="460298" y="375154"/>
                  </a:lnTo>
                  <a:lnTo>
                    <a:pt x="435174" y="330672"/>
                  </a:lnTo>
                  <a:lnTo>
                    <a:pt x="411037" y="289978"/>
                  </a:lnTo>
                  <a:lnTo>
                    <a:pt x="404090" y="278695"/>
                  </a:lnTo>
                  <a:lnTo>
                    <a:pt x="370057" y="226741"/>
                  </a:lnTo>
                  <a:lnTo>
                    <a:pt x="337039" y="182618"/>
                  </a:lnTo>
                  <a:lnTo>
                    <a:pt x="304026" y="145405"/>
                  </a:lnTo>
                  <a:lnTo>
                    <a:pt x="269918" y="113950"/>
                  </a:lnTo>
                  <a:lnTo>
                    <a:pt x="233793" y="87222"/>
                  </a:lnTo>
                  <a:lnTo>
                    <a:pt x="195199" y="64470"/>
                  </a:lnTo>
                  <a:lnTo>
                    <a:pt x="154508" y="45272"/>
                  </a:lnTo>
                  <a:lnTo>
                    <a:pt x="113292" y="29513"/>
                  </a:lnTo>
                  <a:lnTo>
                    <a:pt x="74443" y="17277"/>
                  </a:lnTo>
                  <a:lnTo>
                    <a:pt x="41657" y="8630"/>
                  </a:lnTo>
                  <a:lnTo>
                    <a:pt x="18117" y="3356"/>
                  </a:lnTo>
                  <a:lnTo>
                    <a:pt x="4943" y="820"/>
                  </a:lnTo>
                  <a:lnTo>
                    <a:pt x="366" y="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2050472" y="2516471"/>
              <a:ext cx="1385454" cy="66886"/>
            </a:xfrm>
            <a:custGeom>
              <a:avLst/>
              <a:pathLst>
                <a:path w="1385454" h="66886">
                  <a:moveTo>
                    <a:pt x="0" y="66886"/>
                  </a:moveTo>
                  <a:lnTo>
                    <a:pt x="1795" y="66881"/>
                  </a:lnTo>
                  <a:lnTo>
                    <a:pt x="12910" y="66840"/>
                  </a:lnTo>
                  <a:lnTo>
                    <a:pt x="38198" y="66730"/>
                  </a:lnTo>
                  <a:lnTo>
                    <a:pt x="76837" y="66527"/>
                  </a:lnTo>
                  <a:lnTo>
                    <a:pt x="123683" y="66223"/>
                  </a:lnTo>
                  <a:lnTo>
                    <a:pt x="172734" y="65819"/>
                  </a:lnTo>
                  <a:lnTo>
                    <a:pt x="219888" y="65318"/>
                  </a:lnTo>
                  <a:lnTo>
                    <a:pt x="263626" y="64709"/>
                  </a:lnTo>
                  <a:lnTo>
                    <a:pt x="304364" y="63971"/>
                  </a:lnTo>
                  <a:lnTo>
                    <a:pt x="343577" y="63070"/>
                  </a:lnTo>
                  <a:lnTo>
                    <a:pt x="383097" y="61968"/>
                  </a:lnTo>
                  <a:lnTo>
                    <a:pt x="404090" y="61313"/>
                  </a:lnTo>
                  <a:lnTo>
                    <a:pt x="439607" y="60119"/>
                  </a:lnTo>
                  <a:lnTo>
                    <a:pt x="477313" y="58760"/>
                  </a:lnTo>
                  <a:lnTo>
                    <a:pt x="517487" y="57238"/>
                  </a:lnTo>
                  <a:lnTo>
                    <a:pt x="560106" y="55564"/>
                  </a:lnTo>
                  <a:lnTo>
                    <a:pt x="604853" y="53764"/>
                  </a:lnTo>
                  <a:lnTo>
                    <a:pt x="651149" y="51874"/>
                  </a:lnTo>
                  <a:lnTo>
                    <a:pt x="698218" y="49939"/>
                  </a:lnTo>
                  <a:lnTo>
                    <a:pt x="745184" y="48010"/>
                  </a:lnTo>
                  <a:lnTo>
                    <a:pt x="791183" y="46137"/>
                  </a:lnTo>
                  <a:lnTo>
                    <a:pt x="835477" y="44363"/>
                  </a:lnTo>
                  <a:lnTo>
                    <a:pt x="877545" y="42723"/>
                  </a:lnTo>
                  <a:lnTo>
                    <a:pt x="917135" y="41238"/>
                  </a:lnTo>
                  <a:lnTo>
                    <a:pt x="954294" y="39918"/>
                  </a:lnTo>
                  <a:lnTo>
                    <a:pt x="981363" y="39017"/>
                  </a:lnTo>
                  <a:lnTo>
                    <a:pt x="1021686" y="37799"/>
                  </a:lnTo>
                  <a:lnTo>
                    <a:pt x="1060830" y="36799"/>
                  </a:lnTo>
                  <a:lnTo>
                    <a:pt x="1100562" y="35982"/>
                  </a:lnTo>
                  <a:lnTo>
                    <a:pt x="1142618" y="35310"/>
                  </a:lnTo>
                  <a:lnTo>
                    <a:pt x="1188061" y="34756"/>
                  </a:lnTo>
                  <a:lnTo>
                    <a:pt x="1236478" y="34302"/>
                  </a:lnTo>
                  <a:lnTo>
                    <a:pt x="1285129" y="33946"/>
                  </a:lnTo>
                  <a:lnTo>
                    <a:pt x="1328776" y="33691"/>
                  </a:lnTo>
                  <a:lnTo>
                    <a:pt x="1361379" y="33535"/>
                  </a:lnTo>
                  <a:lnTo>
                    <a:pt x="1379535" y="33463"/>
                  </a:lnTo>
                  <a:lnTo>
                    <a:pt x="1385197" y="33444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3659" y="5"/>
                  </a:lnTo>
                  <a:lnTo>
                    <a:pt x="1372544" y="46"/>
                  </a:lnTo>
                  <a:lnTo>
                    <a:pt x="1347256" y="156"/>
                  </a:lnTo>
                  <a:lnTo>
                    <a:pt x="1308617" y="359"/>
                  </a:lnTo>
                  <a:lnTo>
                    <a:pt x="1261770" y="663"/>
                  </a:lnTo>
                  <a:lnTo>
                    <a:pt x="1212720" y="1067"/>
                  </a:lnTo>
                  <a:lnTo>
                    <a:pt x="1165565" y="1568"/>
                  </a:lnTo>
                  <a:lnTo>
                    <a:pt x="1121827" y="2176"/>
                  </a:lnTo>
                  <a:lnTo>
                    <a:pt x="1081089" y="2915"/>
                  </a:lnTo>
                  <a:lnTo>
                    <a:pt x="1041877" y="3816"/>
                  </a:lnTo>
                  <a:lnTo>
                    <a:pt x="1002356" y="4918"/>
                  </a:lnTo>
                  <a:lnTo>
                    <a:pt x="981363" y="5573"/>
                  </a:lnTo>
                  <a:lnTo>
                    <a:pt x="945846" y="6767"/>
                  </a:lnTo>
                  <a:lnTo>
                    <a:pt x="908141" y="8125"/>
                  </a:lnTo>
                  <a:lnTo>
                    <a:pt x="867967" y="9648"/>
                  </a:lnTo>
                  <a:lnTo>
                    <a:pt x="825348" y="11322"/>
                  </a:lnTo>
                  <a:lnTo>
                    <a:pt x="780601" y="13122"/>
                  </a:lnTo>
                  <a:lnTo>
                    <a:pt x="734305" y="15012"/>
                  </a:lnTo>
                  <a:lnTo>
                    <a:pt x="687236" y="16947"/>
                  </a:lnTo>
                  <a:lnTo>
                    <a:pt x="640270" y="18876"/>
                  </a:lnTo>
                  <a:lnTo>
                    <a:pt x="594271" y="20749"/>
                  </a:lnTo>
                  <a:lnTo>
                    <a:pt x="549977" y="22523"/>
                  </a:lnTo>
                  <a:lnTo>
                    <a:pt x="507909" y="24163"/>
                  </a:lnTo>
                  <a:lnTo>
                    <a:pt x="468319" y="25648"/>
                  </a:lnTo>
                  <a:lnTo>
                    <a:pt x="431159" y="26968"/>
                  </a:lnTo>
                  <a:lnTo>
                    <a:pt x="404090" y="27869"/>
                  </a:lnTo>
                  <a:lnTo>
                    <a:pt x="363767" y="29086"/>
                  </a:lnTo>
                  <a:lnTo>
                    <a:pt x="324623" y="30087"/>
                  </a:lnTo>
                  <a:lnTo>
                    <a:pt x="284892" y="30904"/>
                  </a:lnTo>
                  <a:lnTo>
                    <a:pt x="242835" y="31576"/>
                  </a:lnTo>
                  <a:lnTo>
                    <a:pt x="197393" y="32130"/>
                  </a:lnTo>
                  <a:lnTo>
                    <a:pt x="148975" y="32584"/>
                  </a:lnTo>
                  <a:lnTo>
                    <a:pt x="100325" y="32939"/>
                  </a:lnTo>
                  <a:lnTo>
                    <a:pt x="56678" y="33195"/>
                  </a:lnTo>
                  <a:lnTo>
                    <a:pt x="24075" y="33351"/>
                  </a:lnTo>
                  <a:lnTo>
                    <a:pt x="5918" y="33423"/>
                  </a:lnTo>
                  <a:lnTo>
                    <a:pt x="256" y="33442"/>
                  </a:lnTo>
                  <a:lnTo>
                    <a:pt x="0" y="3344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2050472" y="4523079"/>
              <a:ext cx="1385454" cy="902973"/>
            </a:xfrm>
            <a:custGeom>
              <a:avLst/>
              <a:pathLst>
                <a:path w="1385454" h="902973">
                  <a:moveTo>
                    <a:pt x="0" y="33443"/>
                  </a:moveTo>
                  <a:lnTo>
                    <a:pt x="1644" y="33577"/>
                  </a:lnTo>
                  <a:lnTo>
                    <a:pt x="11873" y="34539"/>
                  </a:lnTo>
                  <a:lnTo>
                    <a:pt x="35347" y="37154"/>
                  </a:lnTo>
                  <a:lnTo>
                    <a:pt x="71685" y="42020"/>
                  </a:lnTo>
                  <a:lnTo>
                    <a:pt x="116443" y="49360"/>
                  </a:lnTo>
                  <a:lnTo>
                    <a:pt x="164034" y="59132"/>
                  </a:lnTo>
                  <a:lnTo>
                    <a:pt x="210334" y="71291"/>
                  </a:lnTo>
                  <a:lnTo>
                    <a:pt x="253528" y="86001"/>
                  </a:lnTo>
                  <a:lnTo>
                    <a:pt x="293679" y="103721"/>
                  </a:lnTo>
                  <a:lnTo>
                    <a:pt x="331962" y="125192"/>
                  </a:lnTo>
                  <a:lnTo>
                    <a:pt x="370022" y="151322"/>
                  </a:lnTo>
                  <a:lnTo>
                    <a:pt x="404090" y="178365"/>
                  </a:lnTo>
                  <a:lnTo>
                    <a:pt x="433801" y="204159"/>
                  </a:lnTo>
                  <a:lnTo>
                    <a:pt x="465011" y="232970"/>
                  </a:lnTo>
                  <a:lnTo>
                    <a:pt x="497929" y="264821"/>
                  </a:lnTo>
                  <a:lnTo>
                    <a:pt x="532614" y="299595"/>
                  </a:lnTo>
                  <a:lnTo>
                    <a:pt x="568973" y="337017"/>
                  </a:lnTo>
                  <a:lnTo>
                    <a:pt x="606770" y="376650"/>
                  </a:lnTo>
                  <a:lnTo>
                    <a:pt x="645644" y="417907"/>
                  </a:lnTo>
                  <a:lnTo>
                    <a:pt x="685135" y="460088"/>
                  </a:lnTo>
                  <a:lnTo>
                    <a:pt x="724728" y="502420"/>
                  </a:lnTo>
                  <a:lnTo>
                    <a:pt x="763897" y="544119"/>
                  </a:lnTo>
                  <a:lnTo>
                    <a:pt x="802156" y="584450"/>
                  </a:lnTo>
                  <a:lnTo>
                    <a:pt x="839100" y="622779"/>
                  </a:lnTo>
                  <a:lnTo>
                    <a:pt x="874445" y="658609"/>
                  </a:lnTo>
                  <a:lnTo>
                    <a:pt x="908042" y="691602"/>
                  </a:lnTo>
                  <a:lnTo>
                    <a:pt x="939890" y="721582"/>
                  </a:lnTo>
                  <a:lnTo>
                    <a:pt x="970140" y="748521"/>
                  </a:lnTo>
                  <a:lnTo>
                    <a:pt x="981363" y="758052"/>
                  </a:lnTo>
                  <a:lnTo>
                    <a:pt x="1020512" y="788848"/>
                  </a:lnTo>
                  <a:lnTo>
                    <a:pt x="1058503" y="814310"/>
                  </a:lnTo>
                  <a:lnTo>
                    <a:pt x="1096944" y="835236"/>
                  </a:lnTo>
                  <a:lnTo>
                    <a:pt x="1137447" y="852520"/>
                  </a:lnTo>
                  <a:lnTo>
                    <a:pt x="1181080" y="866873"/>
                  </a:lnTo>
                  <a:lnTo>
                    <a:pt x="1227704" y="878713"/>
                  </a:lnTo>
                  <a:lnTo>
                    <a:pt x="1275206" y="888169"/>
                  </a:lnTo>
                  <a:lnTo>
                    <a:pt x="1319179" y="895181"/>
                  </a:lnTo>
                  <a:lnTo>
                    <a:pt x="1354008" y="899728"/>
                  </a:lnTo>
                  <a:lnTo>
                    <a:pt x="1375641" y="902082"/>
                  </a:lnTo>
                  <a:lnTo>
                    <a:pt x="1384366" y="902886"/>
                  </a:lnTo>
                  <a:lnTo>
                    <a:pt x="1385454" y="902973"/>
                  </a:lnTo>
                  <a:lnTo>
                    <a:pt x="1385454" y="869530"/>
                  </a:lnTo>
                  <a:lnTo>
                    <a:pt x="1383810" y="869396"/>
                  </a:lnTo>
                  <a:lnTo>
                    <a:pt x="1373580" y="868434"/>
                  </a:lnTo>
                  <a:lnTo>
                    <a:pt x="1350107" y="865819"/>
                  </a:lnTo>
                  <a:lnTo>
                    <a:pt x="1313768" y="860953"/>
                  </a:lnTo>
                  <a:lnTo>
                    <a:pt x="1269011" y="853613"/>
                  </a:lnTo>
                  <a:lnTo>
                    <a:pt x="1221419" y="843841"/>
                  </a:lnTo>
                  <a:lnTo>
                    <a:pt x="1175119" y="831682"/>
                  </a:lnTo>
                  <a:lnTo>
                    <a:pt x="1131926" y="816972"/>
                  </a:lnTo>
                  <a:lnTo>
                    <a:pt x="1091775" y="799252"/>
                  </a:lnTo>
                  <a:lnTo>
                    <a:pt x="1053491" y="777780"/>
                  </a:lnTo>
                  <a:lnTo>
                    <a:pt x="1015432" y="751650"/>
                  </a:lnTo>
                  <a:lnTo>
                    <a:pt x="981363" y="724608"/>
                  </a:lnTo>
                  <a:lnTo>
                    <a:pt x="951652" y="698813"/>
                  </a:lnTo>
                  <a:lnTo>
                    <a:pt x="920443" y="670003"/>
                  </a:lnTo>
                  <a:lnTo>
                    <a:pt x="887524" y="638152"/>
                  </a:lnTo>
                  <a:lnTo>
                    <a:pt x="852839" y="603378"/>
                  </a:lnTo>
                  <a:lnTo>
                    <a:pt x="816481" y="565956"/>
                  </a:lnTo>
                  <a:lnTo>
                    <a:pt x="778684" y="526323"/>
                  </a:lnTo>
                  <a:lnTo>
                    <a:pt x="739810" y="485065"/>
                  </a:lnTo>
                  <a:lnTo>
                    <a:pt x="700318" y="442885"/>
                  </a:lnTo>
                  <a:lnTo>
                    <a:pt x="660725" y="400553"/>
                  </a:lnTo>
                  <a:lnTo>
                    <a:pt x="621556" y="358854"/>
                  </a:lnTo>
                  <a:lnTo>
                    <a:pt x="583298" y="318522"/>
                  </a:lnTo>
                  <a:lnTo>
                    <a:pt x="546353" y="280193"/>
                  </a:lnTo>
                  <a:lnTo>
                    <a:pt x="511008" y="244364"/>
                  </a:lnTo>
                  <a:lnTo>
                    <a:pt x="477412" y="211371"/>
                  </a:lnTo>
                  <a:lnTo>
                    <a:pt x="445564" y="181391"/>
                  </a:lnTo>
                  <a:lnTo>
                    <a:pt x="415314" y="154452"/>
                  </a:lnTo>
                  <a:lnTo>
                    <a:pt x="404090" y="144921"/>
                  </a:lnTo>
                  <a:lnTo>
                    <a:pt x="364942" y="114125"/>
                  </a:lnTo>
                  <a:lnTo>
                    <a:pt x="326950" y="88662"/>
                  </a:lnTo>
                  <a:lnTo>
                    <a:pt x="288509" y="67737"/>
                  </a:lnTo>
                  <a:lnTo>
                    <a:pt x="248007" y="50452"/>
                  </a:lnTo>
                  <a:lnTo>
                    <a:pt x="204373" y="36100"/>
                  </a:lnTo>
                  <a:lnTo>
                    <a:pt x="157749" y="24260"/>
                  </a:lnTo>
                  <a:lnTo>
                    <a:pt x="110248" y="14804"/>
                  </a:lnTo>
                  <a:lnTo>
                    <a:pt x="66275" y="7792"/>
                  </a:lnTo>
                  <a:lnTo>
                    <a:pt x="31446" y="3245"/>
                  </a:lnTo>
                  <a:lnTo>
                    <a:pt x="9813" y="890"/>
                  </a:lnTo>
                  <a:lnTo>
                    <a:pt x="1088" y="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2050472" y="2549914"/>
              <a:ext cx="1385454" cy="66886"/>
            </a:xfrm>
            <a:custGeom>
              <a:avLst/>
              <a:pathLst>
                <a:path w="1385454" h="66886">
                  <a:moveTo>
                    <a:pt x="0" y="66886"/>
                  </a:moveTo>
                  <a:lnTo>
                    <a:pt x="1795" y="66881"/>
                  </a:lnTo>
                  <a:lnTo>
                    <a:pt x="12910" y="66840"/>
                  </a:lnTo>
                  <a:lnTo>
                    <a:pt x="38198" y="66730"/>
                  </a:lnTo>
                  <a:lnTo>
                    <a:pt x="76837" y="66527"/>
                  </a:lnTo>
                  <a:lnTo>
                    <a:pt x="123683" y="66223"/>
                  </a:lnTo>
                  <a:lnTo>
                    <a:pt x="172734" y="65819"/>
                  </a:lnTo>
                  <a:lnTo>
                    <a:pt x="219888" y="65318"/>
                  </a:lnTo>
                  <a:lnTo>
                    <a:pt x="263626" y="64709"/>
                  </a:lnTo>
                  <a:lnTo>
                    <a:pt x="304364" y="63971"/>
                  </a:lnTo>
                  <a:lnTo>
                    <a:pt x="343577" y="63070"/>
                  </a:lnTo>
                  <a:lnTo>
                    <a:pt x="383097" y="61968"/>
                  </a:lnTo>
                  <a:lnTo>
                    <a:pt x="404090" y="61313"/>
                  </a:lnTo>
                  <a:lnTo>
                    <a:pt x="439607" y="60119"/>
                  </a:lnTo>
                  <a:lnTo>
                    <a:pt x="477313" y="58760"/>
                  </a:lnTo>
                  <a:lnTo>
                    <a:pt x="517487" y="57238"/>
                  </a:lnTo>
                  <a:lnTo>
                    <a:pt x="560106" y="55564"/>
                  </a:lnTo>
                  <a:lnTo>
                    <a:pt x="604853" y="53764"/>
                  </a:lnTo>
                  <a:lnTo>
                    <a:pt x="651149" y="51874"/>
                  </a:lnTo>
                  <a:lnTo>
                    <a:pt x="698218" y="49939"/>
                  </a:lnTo>
                  <a:lnTo>
                    <a:pt x="745184" y="48010"/>
                  </a:lnTo>
                  <a:lnTo>
                    <a:pt x="791183" y="46137"/>
                  </a:lnTo>
                  <a:lnTo>
                    <a:pt x="835477" y="44363"/>
                  </a:lnTo>
                  <a:lnTo>
                    <a:pt x="877545" y="42723"/>
                  </a:lnTo>
                  <a:lnTo>
                    <a:pt x="917135" y="41238"/>
                  </a:lnTo>
                  <a:lnTo>
                    <a:pt x="954294" y="39918"/>
                  </a:lnTo>
                  <a:lnTo>
                    <a:pt x="981363" y="39017"/>
                  </a:lnTo>
                  <a:lnTo>
                    <a:pt x="1021686" y="37799"/>
                  </a:lnTo>
                  <a:lnTo>
                    <a:pt x="1060830" y="36799"/>
                  </a:lnTo>
                  <a:lnTo>
                    <a:pt x="1100562" y="35982"/>
                  </a:lnTo>
                  <a:lnTo>
                    <a:pt x="1142618" y="35310"/>
                  </a:lnTo>
                  <a:lnTo>
                    <a:pt x="1188061" y="34756"/>
                  </a:lnTo>
                  <a:lnTo>
                    <a:pt x="1236478" y="34302"/>
                  </a:lnTo>
                  <a:lnTo>
                    <a:pt x="1285129" y="33946"/>
                  </a:lnTo>
                  <a:lnTo>
                    <a:pt x="1328776" y="33691"/>
                  </a:lnTo>
                  <a:lnTo>
                    <a:pt x="1361379" y="33535"/>
                  </a:lnTo>
                  <a:lnTo>
                    <a:pt x="1379535" y="33463"/>
                  </a:lnTo>
                  <a:lnTo>
                    <a:pt x="1385197" y="33444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3659" y="5"/>
                  </a:lnTo>
                  <a:lnTo>
                    <a:pt x="1372544" y="46"/>
                  </a:lnTo>
                  <a:lnTo>
                    <a:pt x="1347256" y="156"/>
                  </a:lnTo>
                  <a:lnTo>
                    <a:pt x="1308617" y="359"/>
                  </a:lnTo>
                  <a:lnTo>
                    <a:pt x="1261770" y="663"/>
                  </a:lnTo>
                  <a:lnTo>
                    <a:pt x="1212720" y="1067"/>
                  </a:lnTo>
                  <a:lnTo>
                    <a:pt x="1165565" y="1568"/>
                  </a:lnTo>
                  <a:lnTo>
                    <a:pt x="1121827" y="2176"/>
                  </a:lnTo>
                  <a:lnTo>
                    <a:pt x="1081089" y="2915"/>
                  </a:lnTo>
                  <a:lnTo>
                    <a:pt x="1041877" y="3816"/>
                  </a:lnTo>
                  <a:lnTo>
                    <a:pt x="1002356" y="4918"/>
                  </a:lnTo>
                  <a:lnTo>
                    <a:pt x="981363" y="5573"/>
                  </a:lnTo>
                  <a:lnTo>
                    <a:pt x="945846" y="6767"/>
                  </a:lnTo>
                  <a:lnTo>
                    <a:pt x="908141" y="8125"/>
                  </a:lnTo>
                  <a:lnTo>
                    <a:pt x="867967" y="9648"/>
                  </a:lnTo>
                  <a:lnTo>
                    <a:pt x="825348" y="11322"/>
                  </a:lnTo>
                  <a:lnTo>
                    <a:pt x="780601" y="13122"/>
                  </a:lnTo>
                  <a:lnTo>
                    <a:pt x="734305" y="15012"/>
                  </a:lnTo>
                  <a:lnTo>
                    <a:pt x="687236" y="16947"/>
                  </a:lnTo>
                  <a:lnTo>
                    <a:pt x="640270" y="18876"/>
                  </a:lnTo>
                  <a:lnTo>
                    <a:pt x="594271" y="20749"/>
                  </a:lnTo>
                  <a:lnTo>
                    <a:pt x="549977" y="22523"/>
                  </a:lnTo>
                  <a:lnTo>
                    <a:pt x="507909" y="24163"/>
                  </a:lnTo>
                  <a:lnTo>
                    <a:pt x="468319" y="25648"/>
                  </a:lnTo>
                  <a:lnTo>
                    <a:pt x="431159" y="26968"/>
                  </a:lnTo>
                  <a:lnTo>
                    <a:pt x="404090" y="27869"/>
                  </a:lnTo>
                  <a:lnTo>
                    <a:pt x="363767" y="29086"/>
                  </a:lnTo>
                  <a:lnTo>
                    <a:pt x="324623" y="30087"/>
                  </a:lnTo>
                  <a:lnTo>
                    <a:pt x="284892" y="30904"/>
                  </a:lnTo>
                  <a:lnTo>
                    <a:pt x="242835" y="31576"/>
                  </a:lnTo>
                  <a:lnTo>
                    <a:pt x="197393" y="32130"/>
                  </a:lnTo>
                  <a:lnTo>
                    <a:pt x="148975" y="32584"/>
                  </a:lnTo>
                  <a:lnTo>
                    <a:pt x="100325" y="32939"/>
                  </a:lnTo>
                  <a:lnTo>
                    <a:pt x="56678" y="33195"/>
                  </a:lnTo>
                  <a:lnTo>
                    <a:pt x="24075" y="33351"/>
                  </a:lnTo>
                  <a:lnTo>
                    <a:pt x="5918" y="33423"/>
                  </a:lnTo>
                  <a:lnTo>
                    <a:pt x="256" y="33442"/>
                  </a:lnTo>
                  <a:lnTo>
                    <a:pt x="0" y="3344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2050472" y="2583358"/>
              <a:ext cx="1385454" cy="66886"/>
            </a:xfrm>
            <a:custGeom>
              <a:avLst/>
              <a:pathLst>
                <a:path w="1385454" h="66886">
                  <a:moveTo>
                    <a:pt x="0" y="66886"/>
                  </a:moveTo>
                  <a:lnTo>
                    <a:pt x="1795" y="66881"/>
                  </a:lnTo>
                  <a:lnTo>
                    <a:pt x="12910" y="66840"/>
                  </a:lnTo>
                  <a:lnTo>
                    <a:pt x="38198" y="66730"/>
                  </a:lnTo>
                  <a:lnTo>
                    <a:pt x="76837" y="66527"/>
                  </a:lnTo>
                  <a:lnTo>
                    <a:pt x="123683" y="66223"/>
                  </a:lnTo>
                  <a:lnTo>
                    <a:pt x="172734" y="65819"/>
                  </a:lnTo>
                  <a:lnTo>
                    <a:pt x="219888" y="65318"/>
                  </a:lnTo>
                  <a:lnTo>
                    <a:pt x="263626" y="64709"/>
                  </a:lnTo>
                  <a:lnTo>
                    <a:pt x="304364" y="63971"/>
                  </a:lnTo>
                  <a:lnTo>
                    <a:pt x="343577" y="63070"/>
                  </a:lnTo>
                  <a:lnTo>
                    <a:pt x="383097" y="61968"/>
                  </a:lnTo>
                  <a:lnTo>
                    <a:pt x="404090" y="61313"/>
                  </a:lnTo>
                  <a:lnTo>
                    <a:pt x="439607" y="60119"/>
                  </a:lnTo>
                  <a:lnTo>
                    <a:pt x="477313" y="58760"/>
                  </a:lnTo>
                  <a:lnTo>
                    <a:pt x="517487" y="57238"/>
                  </a:lnTo>
                  <a:lnTo>
                    <a:pt x="560106" y="55564"/>
                  </a:lnTo>
                  <a:lnTo>
                    <a:pt x="604853" y="53764"/>
                  </a:lnTo>
                  <a:lnTo>
                    <a:pt x="651149" y="51874"/>
                  </a:lnTo>
                  <a:lnTo>
                    <a:pt x="698218" y="49939"/>
                  </a:lnTo>
                  <a:lnTo>
                    <a:pt x="745184" y="48010"/>
                  </a:lnTo>
                  <a:lnTo>
                    <a:pt x="791183" y="46137"/>
                  </a:lnTo>
                  <a:lnTo>
                    <a:pt x="835477" y="44363"/>
                  </a:lnTo>
                  <a:lnTo>
                    <a:pt x="877545" y="42723"/>
                  </a:lnTo>
                  <a:lnTo>
                    <a:pt x="917135" y="41238"/>
                  </a:lnTo>
                  <a:lnTo>
                    <a:pt x="954294" y="39918"/>
                  </a:lnTo>
                  <a:lnTo>
                    <a:pt x="981363" y="39017"/>
                  </a:lnTo>
                  <a:lnTo>
                    <a:pt x="1021686" y="37799"/>
                  </a:lnTo>
                  <a:lnTo>
                    <a:pt x="1060830" y="36799"/>
                  </a:lnTo>
                  <a:lnTo>
                    <a:pt x="1100562" y="35982"/>
                  </a:lnTo>
                  <a:lnTo>
                    <a:pt x="1142618" y="35310"/>
                  </a:lnTo>
                  <a:lnTo>
                    <a:pt x="1188061" y="34756"/>
                  </a:lnTo>
                  <a:lnTo>
                    <a:pt x="1236478" y="34302"/>
                  </a:lnTo>
                  <a:lnTo>
                    <a:pt x="1285129" y="33946"/>
                  </a:lnTo>
                  <a:lnTo>
                    <a:pt x="1328776" y="33691"/>
                  </a:lnTo>
                  <a:lnTo>
                    <a:pt x="1361379" y="33535"/>
                  </a:lnTo>
                  <a:lnTo>
                    <a:pt x="1379535" y="33463"/>
                  </a:lnTo>
                  <a:lnTo>
                    <a:pt x="1385197" y="33444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3659" y="5"/>
                  </a:lnTo>
                  <a:lnTo>
                    <a:pt x="1372544" y="46"/>
                  </a:lnTo>
                  <a:lnTo>
                    <a:pt x="1347256" y="156"/>
                  </a:lnTo>
                  <a:lnTo>
                    <a:pt x="1308617" y="359"/>
                  </a:lnTo>
                  <a:lnTo>
                    <a:pt x="1261770" y="663"/>
                  </a:lnTo>
                  <a:lnTo>
                    <a:pt x="1212720" y="1067"/>
                  </a:lnTo>
                  <a:lnTo>
                    <a:pt x="1165565" y="1568"/>
                  </a:lnTo>
                  <a:lnTo>
                    <a:pt x="1121827" y="2176"/>
                  </a:lnTo>
                  <a:lnTo>
                    <a:pt x="1081089" y="2915"/>
                  </a:lnTo>
                  <a:lnTo>
                    <a:pt x="1041877" y="3816"/>
                  </a:lnTo>
                  <a:lnTo>
                    <a:pt x="1002356" y="4918"/>
                  </a:lnTo>
                  <a:lnTo>
                    <a:pt x="981363" y="5573"/>
                  </a:lnTo>
                  <a:lnTo>
                    <a:pt x="945846" y="6767"/>
                  </a:lnTo>
                  <a:lnTo>
                    <a:pt x="908141" y="8125"/>
                  </a:lnTo>
                  <a:lnTo>
                    <a:pt x="867967" y="9648"/>
                  </a:lnTo>
                  <a:lnTo>
                    <a:pt x="825348" y="11322"/>
                  </a:lnTo>
                  <a:lnTo>
                    <a:pt x="780601" y="13122"/>
                  </a:lnTo>
                  <a:lnTo>
                    <a:pt x="734305" y="15012"/>
                  </a:lnTo>
                  <a:lnTo>
                    <a:pt x="687236" y="16947"/>
                  </a:lnTo>
                  <a:lnTo>
                    <a:pt x="640270" y="18876"/>
                  </a:lnTo>
                  <a:lnTo>
                    <a:pt x="594271" y="20749"/>
                  </a:lnTo>
                  <a:lnTo>
                    <a:pt x="549977" y="22523"/>
                  </a:lnTo>
                  <a:lnTo>
                    <a:pt x="507909" y="24163"/>
                  </a:lnTo>
                  <a:lnTo>
                    <a:pt x="468319" y="25648"/>
                  </a:lnTo>
                  <a:lnTo>
                    <a:pt x="431159" y="26968"/>
                  </a:lnTo>
                  <a:lnTo>
                    <a:pt x="404090" y="27869"/>
                  </a:lnTo>
                  <a:lnTo>
                    <a:pt x="363767" y="29086"/>
                  </a:lnTo>
                  <a:lnTo>
                    <a:pt x="324623" y="30087"/>
                  </a:lnTo>
                  <a:lnTo>
                    <a:pt x="284892" y="30904"/>
                  </a:lnTo>
                  <a:lnTo>
                    <a:pt x="242835" y="31576"/>
                  </a:lnTo>
                  <a:lnTo>
                    <a:pt x="197393" y="32130"/>
                  </a:lnTo>
                  <a:lnTo>
                    <a:pt x="148975" y="32584"/>
                  </a:lnTo>
                  <a:lnTo>
                    <a:pt x="100325" y="32939"/>
                  </a:lnTo>
                  <a:lnTo>
                    <a:pt x="56678" y="33195"/>
                  </a:lnTo>
                  <a:lnTo>
                    <a:pt x="24075" y="33351"/>
                  </a:lnTo>
                  <a:lnTo>
                    <a:pt x="5918" y="33423"/>
                  </a:lnTo>
                  <a:lnTo>
                    <a:pt x="256" y="33442"/>
                  </a:lnTo>
                  <a:lnTo>
                    <a:pt x="0" y="3344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2050472" y="4556523"/>
              <a:ext cx="1385454" cy="902973"/>
            </a:xfrm>
            <a:custGeom>
              <a:avLst/>
              <a:pathLst>
                <a:path w="1385454" h="902973">
                  <a:moveTo>
                    <a:pt x="0" y="33443"/>
                  </a:moveTo>
                  <a:lnTo>
                    <a:pt x="1644" y="33577"/>
                  </a:lnTo>
                  <a:lnTo>
                    <a:pt x="11873" y="34539"/>
                  </a:lnTo>
                  <a:lnTo>
                    <a:pt x="35347" y="37154"/>
                  </a:lnTo>
                  <a:lnTo>
                    <a:pt x="71685" y="42020"/>
                  </a:lnTo>
                  <a:lnTo>
                    <a:pt x="116443" y="49360"/>
                  </a:lnTo>
                  <a:lnTo>
                    <a:pt x="164034" y="59132"/>
                  </a:lnTo>
                  <a:lnTo>
                    <a:pt x="210334" y="71291"/>
                  </a:lnTo>
                  <a:lnTo>
                    <a:pt x="253528" y="86001"/>
                  </a:lnTo>
                  <a:lnTo>
                    <a:pt x="293679" y="103721"/>
                  </a:lnTo>
                  <a:lnTo>
                    <a:pt x="331962" y="125192"/>
                  </a:lnTo>
                  <a:lnTo>
                    <a:pt x="370022" y="151322"/>
                  </a:lnTo>
                  <a:lnTo>
                    <a:pt x="404090" y="178365"/>
                  </a:lnTo>
                  <a:lnTo>
                    <a:pt x="433801" y="204159"/>
                  </a:lnTo>
                  <a:lnTo>
                    <a:pt x="465011" y="232970"/>
                  </a:lnTo>
                  <a:lnTo>
                    <a:pt x="497929" y="264821"/>
                  </a:lnTo>
                  <a:lnTo>
                    <a:pt x="532614" y="299595"/>
                  </a:lnTo>
                  <a:lnTo>
                    <a:pt x="568973" y="337017"/>
                  </a:lnTo>
                  <a:lnTo>
                    <a:pt x="606770" y="376650"/>
                  </a:lnTo>
                  <a:lnTo>
                    <a:pt x="645644" y="417907"/>
                  </a:lnTo>
                  <a:lnTo>
                    <a:pt x="685135" y="460088"/>
                  </a:lnTo>
                  <a:lnTo>
                    <a:pt x="724728" y="502420"/>
                  </a:lnTo>
                  <a:lnTo>
                    <a:pt x="763897" y="544119"/>
                  </a:lnTo>
                  <a:lnTo>
                    <a:pt x="802156" y="584450"/>
                  </a:lnTo>
                  <a:lnTo>
                    <a:pt x="839100" y="622779"/>
                  </a:lnTo>
                  <a:lnTo>
                    <a:pt x="874445" y="658609"/>
                  </a:lnTo>
                  <a:lnTo>
                    <a:pt x="908042" y="691602"/>
                  </a:lnTo>
                  <a:lnTo>
                    <a:pt x="939890" y="721582"/>
                  </a:lnTo>
                  <a:lnTo>
                    <a:pt x="970140" y="748521"/>
                  </a:lnTo>
                  <a:lnTo>
                    <a:pt x="981363" y="758052"/>
                  </a:lnTo>
                  <a:lnTo>
                    <a:pt x="1020512" y="788848"/>
                  </a:lnTo>
                  <a:lnTo>
                    <a:pt x="1058503" y="814310"/>
                  </a:lnTo>
                  <a:lnTo>
                    <a:pt x="1096944" y="835236"/>
                  </a:lnTo>
                  <a:lnTo>
                    <a:pt x="1137447" y="852520"/>
                  </a:lnTo>
                  <a:lnTo>
                    <a:pt x="1181080" y="866873"/>
                  </a:lnTo>
                  <a:lnTo>
                    <a:pt x="1227704" y="878713"/>
                  </a:lnTo>
                  <a:lnTo>
                    <a:pt x="1275206" y="888169"/>
                  </a:lnTo>
                  <a:lnTo>
                    <a:pt x="1319179" y="895181"/>
                  </a:lnTo>
                  <a:lnTo>
                    <a:pt x="1354008" y="899728"/>
                  </a:lnTo>
                  <a:lnTo>
                    <a:pt x="1375641" y="902082"/>
                  </a:lnTo>
                  <a:lnTo>
                    <a:pt x="1384366" y="902886"/>
                  </a:lnTo>
                  <a:lnTo>
                    <a:pt x="1385454" y="902973"/>
                  </a:lnTo>
                  <a:lnTo>
                    <a:pt x="1385454" y="869530"/>
                  </a:lnTo>
                  <a:lnTo>
                    <a:pt x="1383810" y="869396"/>
                  </a:lnTo>
                  <a:lnTo>
                    <a:pt x="1373580" y="868434"/>
                  </a:lnTo>
                  <a:lnTo>
                    <a:pt x="1350107" y="865819"/>
                  </a:lnTo>
                  <a:lnTo>
                    <a:pt x="1313768" y="860953"/>
                  </a:lnTo>
                  <a:lnTo>
                    <a:pt x="1269011" y="853613"/>
                  </a:lnTo>
                  <a:lnTo>
                    <a:pt x="1221419" y="843841"/>
                  </a:lnTo>
                  <a:lnTo>
                    <a:pt x="1175119" y="831682"/>
                  </a:lnTo>
                  <a:lnTo>
                    <a:pt x="1131926" y="816972"/>
                  </a:lnTo>
                  <a:lnTo>
                    <a:pt x="1091775" y="799252"/>
                  </a:lnTo>
                  <a:lnTo>
                    <a:pt x="1053491" y="777780"/>
                  </a:lnTo>
                  <a:lnTo>
                    <a:pt x="1015432" y="751650"/>
                  </a:lnTo>
                  <a:lnTo>
                    <a:pt x="981363" y="724608"/>
                  </a:lnTo>
                  <a:lnTo>
                    <a:pt x="951652" y="698813"/>
                  </a:lnTo>
                  <a:lnTo>
                    <a:pt x="920443" y="670003"/>
                  </a:lnTo>
                  <a:lnTo>
                    <a:pt x="887524" y="638152"/>
                  </a:lnTo>
                  <a:lnTo>
                    <a:pt x="852839" y="603378"/>
                  </a:lnTo>
                  <a:lnTo>
                    <a:pt x="816481" y="565956"/>
                  </a:lnTo>
                  <a:lnTo>
                    <a:pt x="778684" y="526323"/>
                  </a:lnTo>
                  <a:lnTo>
                    <a:pt x="739810" y="485065"/>
                  </a:lnTo>
                  <a:lnTo>
                    <a:pt x="700318" y="442885"/>
                  </a:lnTo>
                  <a:lnTo>
                    <a:pt x="660725" y="400553"/>
                  </a:lnTo>
                  <a:lnTo>
                    <a:pt x="621556" y="358854"/>
                  </a:lnTo>
                  <a:lnTo>
                    <a:pt x="583298" y="318522"/>
                  </a:lnTo>
                  <a:lnTo>
                    <a:pt x="546353" y="280193"/>
                  </a:lnTo>
                  <a:lnTo>
                    <a:pt x="511008" y="244364"/>
                  </a:lnTo>
                  <a:lnTo>
                    <a:pt x="477412" y="211371"/>
                  </a:lnTo>
                  <a:lnTo>
                    <a:pt x="445564" y="181391"/>
                  </a:lnTo>
                  <a:lnTo>
                    <a:pt x="415314" y="154452"/>
                  </a:lnTo>
                  <a:lnTo>
                    <a:pt x="404090" y="144921"/>
                  </a:lnTo>
                  <a:lnTo>
                    <a:pt x="364942" y="114125"/>
                  </a:lnTo>
                  <a:lnTo>
                    <a:pt x="326950" y="88662"/>
                  </a:lnTo>
                  <a:lnTo>
                    <a:pt x="288509" y="67737"/>
                  </a:lnTo>
                  <a:lnTo>
                    <a:pt x="248007" y="50452"/>
                  </a:lnTo>
                  <a:lnTo>
                    <a:pt x="204373" y="36100"/>
                  </a:lnTo>
                  <a:lnTo>
                    <a:pt x="157749" y="24260"/>
                  </a:lnTo>
                  <a:lnTo>
                    <a:pt x="110248" y="14804"/>
                  </a:lnTo>
                  <a:lnTo>
                    <a:pt x="66275" y="7792"/>
                  </a:lnTo>
                  <a:lnTo>
                    <a:pt x="31446" y="3245"/>
                  </a:lnTo>
                  <a:lnTo>
                    <a:pt x="9813" y="890"/>
                  </a:lnTo>
                  <a:lnTo>
                    <a:pt x="1088" y="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2050472" y="3787323"/>
              <a:ext cx="1385454" cy="367878"/>
            </a:xfrm>
            <a:custGeom>
              <a:avLst/>
              <a:pathLst>
                <a:path w="1385454" h="367878">
                  <a:moveTo>
                    <a:pt x="0" y="33443"/>
                  </a:moveTo>
                  <a:lnTo>
                    <a:pt x="1770" y="33499"/>
                  </a:lnTo>
                  <a:lnTo>
                    <a:pt x="12744" y="33899"/>
                  </a:lnTo>
                  <a:lnTo>
                    <a:pt x="37744" y="34982"/>
                  </a:lnTo>
                  <a:lnTo>
                    <a:pt x="76023" y="36989"/>
                  </a:lnTo>
                  <a:lnTo>
                    <a:pt x="122547" y="39999"/>
                  </a:lnTo>
                  <a:lnTo>
                    <a:pt x="171377" y="43989"/>
                  </a:lnTo>
                  <a:lnTo>
                    <a:pt x="218404" y="48948"/>
                  </a:lnTo>
                  <a:lnTo>
                    <a:pt x="262059" y="54965"/>
                  </a:lnTo>
                  <a:lnTo>
                    <a:pt x="302701" y="62254"/>
                  </a:lnTo>
                  <a:lnTo>
                    <a:pt x="341759" y="71145"/>
                  </a:lnTo>
                  <a:lnTo>
                    <a:pt x="381040" y="82013"/>
                  </a:lnTo>
                  <a:lnTo>
                    <a:pt x="404090" y="89182"/>
                  </a:lnTo>
                  <a:lnTo>
                    <a:pt x="438374" y="100688"/>
                  </a:lnTo>
                  <a:lnTo>
                    <a:pt x="474687" y="113732"/>
                  </a:lnTo>
                  <a:lnTo>
                    <a:pt x="513298" y="128310"/>
                  </a:lnTo>
                  <a:lnTo>
                    <a:pt x="554209" y="144320"/>
                  </a:lnTo>
                  <a:lnTo>
                    <a:pt x="597162" y="161550"/>
                  </a:lnTo>
                  <a:lnTo>
                    <a:pt x="641669" y="179685"/>
                  </a:lnTo>
                  <a:lnTo>
                    <a:pt x="687057" y="198328"/>
                  </a:lnTo>
                  <a:lnTo>
                    <a:pt x="732544" y="217027"/>
                  </a:lnTo>
                  <a:lnTo>
                    <a:pt x="777339" y="235329"/>
                  </a:lnTo>
                  <a:lnTo>
                    <a:pt x="820733" y="252817"/>
                  </a:lnTo>
                  <a:lnTo>
                    <a:pt x="862185" y="269154"/>
                  </a:lnTo>
                  <a:lnTo>
                    <a:pt x="901378" y="284102"/>
                  </a:lnTo>
                  <a:lnTo>
                    <a:pt x="938249" y="297532"/>
                  </a:lnTo>
                  <a:lnTo>
                    <a:pt x="972998" y="309416"/>
                  </a:lnTo>
                  <a:lnTo>
                    <a:pt x="981363" y="312139"/>
                  </a:lnTo>
                  <a:lnTo>
                    <a:pt x="1021503" y="324261"/>
                  </a:lnTo>
                  <a:lnTo>
                    <a:pt x="1060466" y="334233"/>
                  </a:lnTo>
                  <a:lnTo>
                    <a:pt x="1099995" y="342387"/>
                  </a:lnTo>
                  <a:lnTo>
                    <a:pt x="1141806" y="349092"/>
                  </a:lnTo>
                  <a:lnTo>
                    <a:pt x="1186964" y="354634"/>
                  </a:lnTo>
                  <a:lnTo>
                    <a:pt x="1235104" y="359171"/>
                  </a:lnTo>
                  <a:lnTo>
                    <a:pt x="1283589" y="362743"/>
                  </a:lnTo>
                  <a:lnTo>
                    <a:pt x="1327315" y="365319"/>
                  </a:lnTo>
                  <a:lnTo>
                    <a:pt x="1360296" y="366909"/>
                  </a:lnTo>
                  <a:lnTo>
                    <a:pt x="1379005" y="367660"/>
                  </a:lnTo>
                  <a:lnTo>
                    <a:pt x="1385115" y="367868"/>
                  </a:lnTo>
                  <a:lnTo>
                    <a:pt x="1385454" y="367878"/>
                  </a:lnTo>
                  <a:lnTo>
                    <a:pt x="1385454" y="334434"/>
                  </a:lnTo>
                  <a:lnTo>
                    <a:pt x="1383683" y="334379"/>
                  </a:lnTo>
                  <a:lnTo>
                    <a:pt x="1372709" y="333979"/>
                  </a:lnTo>
                  <a:lnTo>
                    <a:pt x="1347709" y="332895"/>
                  </a:lnTo>
                  <a:lnTo>
                    <a:pt x="1309431" y="330888"/>
                  </a:lnTo>
                  <a:lnTo>
                    <a:pt x="1262906" y="327878"/>
                  </a:lnTo>
                  <a:lnTo>
                    <a:pt x="1214076" y="323889"/>
                  </a:lnTo>
                  <a:lnTo>
                    <a:pt x="1167050" y="318929"/>
                  </a:lnTo>
                  <a:lnTo>
                    <a:pt x="1123395" y="312912"/>
                  </a:lnTo>
                  <a:lnTo>
                    <a:pt x="1082752" y="305623"/>
                  </a:lnTo>
                  <a:lnTo>
                    <a:pt x="1043694" y="296732"/>
                  </a:lnTo>
                  <a:lnTo>
                    <a:pt x="1004414" y="285864"/>
                  </a:lnTo>
                  <a:lnTo>
                    <a:pt x="981363" y="278695"/>
                  </a:lnTo>
                  <a:lnTo>
                    <a:pt x="947080" y="267189"/>
                  </a:lnTo>
                  <a:lnTo>
                    <a:pt x="910766" y="254145"/>
                  </a:lnTo>
                  <a:lnTo>
                    <a:pt x="872155" y="239567"/>
                  </a:lnTo>
                  <a:lnTo>
                    <a:pt x="831245" y="223558"/>
                  </a:lnTo>
                  <a:lnTo>
                    <a:pt x="788291" y="206328"/>
                  </a:lnTo>
                  <a:lnTo>
                    <a:pt x="743784" y="188192"/>
                  </a:lnTo>
                  <a:lnTo>
                    <a:pt x="698397" y="169550"/>
                  </a:lnTo>
                  <a:lnTo>
                    <a:pt x="652910" y="150850"/>
                  </a:lnTo>
                  <a:lnTo>
                    <a:pt x="608115" y="132548"/>
                  </a:lnTo>
                  <a:lnTo>
                    <a:pt x="564721" y="115060"/>
                  </a:lnTo>
                  <a:lnTo>
                    <a:pt x="523269" y="98723"/>
                  </a:lnTo>
                  <a:lnTo>
                    <a:pt x="484075" y="83775"/>
                  </a:lnTo>
                  <a:lnTo>
                    <a:pt x="447205" y="70345"/>
                  </a:lnTo>
                  <a:lnTo>
                    <a:pt x="412456" y="58461"/>
                  </a:lnTo>
                  <a:lnTo>
                    <a:pt x="404090" y="55739"/>
                  </a:lnTo>
                  <a:lnTo>
                    <a:pt x="363951" y="43616"/>
                  </a:lnTo>
                  <a:lnTo>
                    <a:pt x="324987" y="33645"/>
                  </a:lnTo>
                  <a:lnTo>
                    <a:pt x="285459" y="25491"/>
                  </a:lnTo>
                  <a:lnTo>
                    <a:pt x="243647" y="18785"/>
                  </a:lnTo>
                  <a:lnTo>
                    <a:pt x="198489" y="13243"/>
                  </a:lnTo>
                  <a:lnTo>
                    <a:pt x="150349" y="8706"/>
                  </a:lnTo>
                  <a:lnTo>
                    <a:pt x="101864" y="5134"/>
                  </a:lnTo>
                  <a:lnTo>
                    <a:pt x="58139" y="2558"/>
                  </a:lnTo>
                  <a:lnTo>
                    <a:pt x="25158" y="969"/>
                  </a:lnTo>
                  <a:lnTo>
                    <a:pt x="6449" y="217"/>
                  </a:lnTo>
                  <a:lnTo>
                    <a:pt x="339" y="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2050472" y="3820766"/>
              <a:ext cx="1385454" cy="367878"/>
            </a:xfrm>
            <a:custGeom>
              <a:avLst/>
              <a:pathLst>
                <a:path w="1385454" h="367878">
                  <a:moveTo>
                    <a:pt x="0" y="33443"/>
                  </a:moveTo>
                  <a:lnTo>
                    <a:pt x="1770" y="33499"/>
                  </a:lnTo>
                  <a:lnTo>
                    <a:pt x="12744" y="33899"/>
                  </a:lnTo>
                  <a:lnTo>
                    <a:pt x="37744" y="34982"/>
                  </a:lnTo>
                  <a:lnTo>
                    <a:pt x="76023" y="36989"/>
                  </a:lnTo>
                  <a:lnTo>
                    <a:pt x="122547" y="39999"/>
                  </a:lnTo>
                  <a:lnTo>
                    <a:pt x="171377" y="43989"/>
                  </a:lnTo>
                  <a:lnTo>
                    <a:pt x="218404" y="48948"/>
                  </a:lnTo>
                  <a:lnTo>
                    <a:pt x="262059" y="54965"/>
                  </a:lnTo>
                  <a:lnTo>
                    <a:pt x="302701" y="62254"/>
                  </a:lnTo>
                  <a:lnTo>
                    <a:pt x="341759" y="71145"/>
                  </a:lnTo>
                  <a:lnTo>
                    <a:pt x="381040" y="82013"/>
                  </a:lnTo>
                  <a:lnTo>
                    <a:pt x="404090" y="89182"/>
                  </a:lnTo>
                  <a:lnTo>
                    <a:pt x="438374" y="100688"/>
                  </a:lnTo>
                  <a:lnTo>
                    <a:pt x="474687" y="113732"/>
                  </a:lnTo>
                  <a:lnTo>
                    <a:pt x="513298" y="128310"/>
                  </a:lnTo>
                  <a:lnTo>
                    <a:pt x="554209" y="144320"/>
                  </a:lnTo>
                  <a:lnTo>
                    <a:pt x="597162" y="161550"/>
                  </a:lnTo>
                  <a:lnTo>
                    <a:pt x="641669" y="179685"/>
                  </a:lnTo>
                  <a:lnTo>
                    <a:pt x="687057" y="198328"/>
                  </a:lnTo>
                  <a:lnTo>
                    <a:pt x="732544" y="217027"/>
                  </a:lnTo>
                  <a:lnTo>
                    <a:pt x="777339" y="235329"/>
                  </a:lnTo>
                  <a:lnTo>
                    <a:pt x="820733" y="252817"/>
                  </a:lnTo>
                  <a:lnTo>
                    <a:pt x="862185" y="269154"/>
                  </a:lnTo>
                  <a:lnTo>
                    <a:pt x="901378" y="284102"/>
                  </a:lnTo>
                  <a:lnTo>
                    <a:pt x="938249" y="297532"/>
                  </a:lnTo>
                  <a:lnTo>
                    <a:pt x="972998" y="309416"/>
                  </a:lnTo>
                  <a:lnTo>
                    <a:pt x="981363" y="312139"/>
                  </a:lnTo>
                  <a:lnTo>
                    <a:pt x="1021503" y="324261"/>
                  </a:lnTo>
                  <a:lnTo>
                    <a:pt x="1060466" y="334233"/>
                  </a:lnTo>
                  <a:lnTo>
                    <a:pt x="1099995" y="342387"/>
                  </a:lnTo>
                  <a:lnTo>
                    <a:pt x="1141806" y="349092"/>
                  </a:lnTo>
                  <a:lnTo>
                    <a:pt x="1186964" y="354634"/>
                  </a:lnTo>
                  <a:lnTo>
                    <a:pt x="1235104" y="359171"/>
                  </a:lnTo>
                  <a:lnTo>
                    <a:pt x="1283589" y="362743"/>
                  </a:lnTo>
                  <a:lnTo>
                    <a:pt x="1327315" y="365319"/>
                  </a:lnTo>
                  <a:lnTo>
                    <a:pt x="1360296" y="366909"/>
                  </a:lnTo>
                  <a:lnTo>
                    <a:pt x="1379005" y="367660"/>
                  </a:lnTo>
                  <a:lnTo>
                    <a:pt x="1385115" y="367868"/>
                  </a:lnTo>
                  <a:lnTo>
                    <a:pt x="1385454" y="367878"/>
                  </a:lnTo>
                  <a:lnTo>
                    <a:pt x="1385454" y="334434"/>
                  </a:lnTo>
                  <a:lnTo>
                    <a:pt x="1383683" y="334379"/>
                  </a:lnTo>
                  <a:lnTo>
                    <a:pt x="1372709" y="333979"/>
                  </a:lnTo>
                  <a:lnTo>
                    <a:pt x="1347709" y="332895"/>
                  </a:lnTo>
                  <a:lnTo>
                    <a:pt x="1309431" y="330888"/>
                  </a:lnTo>
                  <a:lnTo>
                    <a:pt x="1262906" y="327878"/>
                  </a:lnTo>
                  <a:lnTo>
                    <a:pt x="1214076" y="323889"/>
                  </a:lnTo>
                  <a:lnTo>
                    <a:pt x="1167050" y="318929"/>
                  </a:lnTo>
                  <a:lnTo>
                    <a:pt x="1123395" y="312912"/>
                  </a:lnTo>
                  <a:lnTo>
                    <a:pt x="1082752" y="305623"/>
                  </a:lnTo>
                  <a:lnTo>
                    <a:pt x="1043694" y="296732"/>
                  </a:lnTo>
                  <a:lnTo>
                    <a:pt x="1004414" y="285864"/>
                  </a:lnTo>
                  <a:lnTo>
                    <a:pt x="981363" y="278695"/>
                  </a:lnTo>
                  <a:lnTo>
                    <a:pt x="947080" y="267189"/>
                  </a:lnTo>
                  <a:lnTo>
                    <a:pt x="910766" y="254145"/>
                  </a:lnTo>
                  <a:lnTo>
                    <a:pt x="872155" y="239567"/>
                  </a:lnTo>
                  <a:lnTo>
                    <a:pt x="831245" y="223558"/>
                  </a:lnTo>
                  <a:lnTo>
                    <a:pt x="788291" y="206328"/>
                  </a:lnTo>
                  <a:lnTo>
                    <a:pt x="743784" y="188192"/>
                  </a:lnTo>
                  <a:lnTo>
                    <a:pt x="698397" y="169550"/>
                  </a:lnTo>
                  <a:lnTo>
                    <a:pt x="652910" y="150850"/>
                  </a:lnTo>
                  <a:lnTo>
                    <a:pt x="608115" y="132548"/>
                  </a:lnTo>
                  <a:lnTo>
                    <a:pt x="564721" y="115060"/>
                  </a:lnTo>
                  <a:lnTo>
                    <a:pt x="523269" y="98723"/>
                  </a:lnTo>
                  <a:lnTo>
                    <a:pt x="484075" y="83775"/>
                  </a:lnTo>
                  <a:lnTo>
                    <a:pt x="447205" y="70345"/>
                  </a:lnTo>
                  <a:lnTo>
                    <a:pt x="412456" y="58461"/>
                  </a:lnTo>
                  <a:lnTo>
                    <a:pt x="404090" y="55739"/>
                  </a:lnTo>
                  <a:lnTo>
                    <a:pt x="363951" y="43616"/>
                  </a:lnTo>
                  <a:lnTo>
                    <a:pt x="324987" y="33645"/>
                  </a:lnTo>
                  <a:lnTo>
                    <a:pt x="285459" y="25491"/>
                  </a:lnTo>
                  <a:lnTo>
                    <a:pt x="243647" y="18785"/>
                  </a:lnTo>
                  <a:lnTo>
                    <a:pt x="198489" y="13243"/>
                  </a:lnTo>
                  <a:lnTo>
                    <a:pt x="150349" y="8706"/>
                  </a:lnTo>
                  <a:lnTo>
                    <a:pt x="101864" y="5134"/>
                  </a:lnTo>
                  <a:lnTo>
                    <a:pt x="58139" y="2558"/>
                  </a:lnTo>
                  <a:lnTo>
                    <a:pt x="25158" y="969"/>
                  </a:lnTo>
                  <a:lnTo>
                    <a:pt x="6449" y="217"/>
                  </a:lnTo>
                  <a:lnTo>
                    <a:pt x="339" y="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2050472" y="2616801"/>
              <a:ext cx="1385454" cy="66886"/>
            </a:xfrm>
            <a:custGeom>
              <a:avLst/>
              <a:pathLst>
                <a:path w="1385454" h="66886">
                  <a:moveTo>
                    <a:pt x="0" y="66886"/>
                  </a:moveTo>
                  <a:lnTo>
                    <a:pt x="1795" y="66881"/>
                  </a:lnTo>
                  <a:lnTo>
                    <a:pt x="12910" y="66840"/>
                  </a:lnTo>
                  <a:lnTo>
                    <a:pt x="38198" y="66730"/>
                  </a:lnTo>
                  <a:lnTo>
                    <a:pt x="76837" y="66527"/>
                  </a:lnTo>
                  <a:lnTo>
                    <a:pt x="123683" y="66223"/>
                  </a:lnTo>
                  <a:lnTo>
                    <a:pt x="172734" y="65819"/>
                  </a:lnTo>
                  <a:lnTo>
                    <a:pt x="219888" y="65318"/>
                  </a:lnTo>
                  <a:lnTo>
                    <a:pt x="263626" y="64709"/>
                  </a:lnTo>
                  <a:lnTo>
                    <a:pt x="304364" y="63971"/>
                  </a:lnTo>
                  <a:lnTo>
                    <a:pt x="343577" y="63070"/>
                  </a:lnTo>
                  <a:lnTo>
                    <a:pt x="383097" y="61968"/>
                  </a:lnTo>
                  <a:lnTo>
                    <a:pt x="404090" y="61313"/>
                  </a:lnTo>
                  <a:lnTo>
                    <a:pt x="439607" y="60119"/>
                  </a:lnTo>
                  <a:lnTo>
                    <a:pt x="477313" y="58760"/>
                  </a:lnTo>
                  <a:lnTo>
                    <a:pt x="517487" y="57238"/>
                  </a:lnTo>
                  <a:lnTo>
                    <a:pt x="560106" y="55564"/>
                  </a:lnTo>
                  <a:lnTo>
                    <a:pt x="604853" y="53764"/>
                  </a:lnTo>
                  <a:lnTo>
                    <a:pt x="651149" y="51874"/>
                  </a:lnTo>
                  <a:lnTo>
                    <a:pt x="698218" y="49939"/>
                  </a:lnTo>
                  <a:lnTo>
                    <a:pt x="745184" y="48010"/>
                  </a:lnTo>
                  <a:lnTo>
                    <a:pt x="791183" y="46137"/>
                  </a:lnTo>
                  <a:lnTo>
                    <a:pt x="835477" y="44363"/>
                  </a:lnTo>
                  <a:lnTo>
                    <a:pt x="877545" y="42723"/>
                  </a:lnTo>
                  <a:lnTo>
                    <a:pt x="917135" y="41238"/>
                  </a:lnTo>
                  <a:lnTo>
                    <a:pt x="954294" y="39918"/>
                  </a:lnTo>
                  <a:lnTo>
                    <a:pt x="981363" y="39017"/>
                  </a:lnTo>
                  <a:lnTo>
                    <a:pt x="1021686" y="37799"/>
                  </a:lnTo>
                  <a:lnTo>
                    <a:pt x="1060830" y="36799"/>
                  </a:lnTo>
                  <a:lnTo>
                    <a:pt x="1100562" y="35982"/>
                  </a:lnTo>
                  <a:lnTo>
                    <a:pt x="1142618" y="35310"/>
                  </a:lnTo>
                  <a:lnTo>
                    <a:pt x="1188061" y="34756"/>
                  </a:lnTo>
                  <a:lnTo>
                    <a:pt x="1236478" y="34302"/>
                  </a:lnTo>
                  <a:lnTo>
                    <a:pt x="1285129" y="33946"/>
                  </a:lnTo>
                  <a:lnTo>
                    <a:pt x="1328776" y="33691"/>
                  </a:lnTo>
                  <a:lnTo>
                    <a:pt x="1361379" y="33535"/>
                  </a:lnTo>
                  <a:lnTo>
                    <a:pt x="1379535" y="33463"/>
                  </a:lnTo>
                  <a:lnTo>
                    <a:pt x="1385197" y="33444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3659" y="5"/>
                  </a:lnTo>
                  <a:lnTo>
                    <a:pt x="1372544" y="46"/>
                  </a:lnTo>
                  <a:lnTo>
                    <a:pt x="1347256" y="156"/>
                  </a:lnTo>
                  <a:lnTo>
                    <a:pt x="1308617" y="359"/>
                  </a:lnTo>
                  <a:lnTo>
                    <a:pt x="1261770" y="663"/>
                  </a:lnTo>
                  <a:lnTo>
                    <a:pt x="1212720" y="1067"/>
                  </a:lnTo>
                  <a:lnTo>
                    <a:pt x="1165565" y="1568"/>
                  </a:lnTo>
                  <a:lnTo>
                    <a:pt x="1121827" y="2176"/>
                  </a:lnTo>
                  <a:lnTo>
                    <a:pt x="1081089" y="2915"/>
                  </a:lnTo>
                  <a:lnTo>
                    <a:pt x="1041877" y="3816"/>
                  </a:lnTo>
                  <a:lnTo>
                    <a:pt x="1002356" y="4918"/>
                  </a:lnTo>
                  <a:lnTo>
                    <a:pt x="981363" y="5573"/>
                  </a:lnTo>
                  <a:lnTo>
                    <a:pt x="945846" y="6767"/>
                  </a:lnTo>
                  <a:lnTo>
                    <a:pt x="908141" y="8125"/>
                  </a:lnTo>
                  <a:lnTo>
                    <a:pt x="867967" y="9648"/>
                  </a:lnTo>
                  <a:lnTo>
                    <a:pt x="825348" y="11322"/>
                  </a:lnTo>
                  <a:lnTo>
                    <a:pt x="780601" y="13122"/>
                  </a:lnTo>
                  <a:lnTo>
                    <a:pt x="734305" y="15012"/>
                  </a:lnTo>
                  <a:lnTo>
                    <a:pt x="687236" y="16947"/>
                  </a:lnTo>
                  <a:lnTo>
                    <a:pt x="640270" y="18876"/>
                  </a:lnTo>
                  <a:lnTo>
                    <a:pt x="594271" y="20749"/>
                  </a:lnTo>
                  <a:lnTo>
                    <a:pt x="549977" y="22523"/>
                  </a:lnTo>
                  <a:lnTo>
                    <a:pt x="507909" y="24163"/>
                  </a:lnTo>
                  <a:lnTo>
                    <a:pt x="468319" y="25648"/>
                  </a:lnTo>
                  <a:lnTo>
                    <a:pt x="431159" y="26968"/>
                  </a:lnTo>
                  <a:lnTo>
                    <a:pt x="404090" y="27869"/>
                  </a:lnTo>
                  <a:lnTo>
                    <a:pt x="363767" y="29086"/>
                  </a:lnTo>
                  <a:lnTo>
                    <a:pt x="324623" y="30087"/>
                  </a:lnTo>
                  <a:lnTo>
                    <a:pt x="284892" y="30904"/>
                  </a:lnTo>
                  <a:lnTo>
                    <a:pt x="242835" y="31576"/>
                  </a:lnTo>
                  <a:lnTo>
                    <a:pt x="197393" y="32130"/>
                  </a:lnTo>
                  <a:lnTo>
                    <a:pt x="148975" y="32584"/>
                  </a:lnTo>
                  <a:lnTo>
                    <a:pt x="100325" y="32939"/>
                  </a:lnTo>
                  <a:lnTo>
                    <a:pt x="56678" y="33195"/>
                  </a:lnTo>
                  <a:lnTo>
                    <a:pt x="24075" y="33351"/>
                  </a:lnTo>
                  <a:lnTo>
                    <a:pt x="5918" y="33423"/>
                  </a:lnTo>
                  <a:lnTo>
                    <a:pt x="256" y="33442"/>
                  </a:lnTo>
                  <a:lnTo>
                    <a:pt x="0" y="3344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2050472" y="3854210"/>
              <a:ext cx="1385454" cy="367878"/>
            </a:xfrm>
            <a:custGeom>
              <a:avLst/>
              <a:pathLst>
                <a:path w="1385454" h="367878">
                  <a:moveTo>
                    <a:pt x="0" y="33443"/>
                  </a:moveTo>
                  <a:lnTo>
                    <a:pt x="1770" y="33499"/>
                  </a:lnTo>
                  <a:lnTo>
                    <a:pt x="12744" y="33899"/>
                  </a:lnTo>
                  <a:lnTo>
                    <a:pt x="37744" y="34982"/>
                  </a:lnTo>
                  <a:lnTo>
                    <a:pt x="76023" y="36989"/>
                  </a:lnTo>
                  <a:lnTo>
                    <a:pt x="122547" y="39999"/>
                  </a:lnTo>
                  <a:lnTo>
                    <a:pt x="171377" y="43989"/>
                  </a:lnTo>
                  <a:lnTo>
                    <a:pt x="218404" y="48948"/>
                  </a:lnTo>
                  <a:lnTo>
                    <a:pt x="262059" y="54965"/>
                  </a:lnTo>
                  <a:lnTo>
                    <a:pt x="302701" y="62254"/>
                  </a:lnTo>
                  <a:lnTo>
                    <a:pt x="341759" y="71145"/>
                  </a:lnTo>
                  <a:lnTo>
                    <a:pt x="381040" y="82013"/>
                  </a:lnTo>
                  <a:lnTo>
                    <a:pt x="404090" y="89182"/>
                  </a:lnTo>
                  <a:lnTo>
                    <a:pt x="438374" y="100688"/>
                  </a:lnTo>
                  <a:lnTo>
                    <a:pt x="474687" y="113732"/>
                  </a:lnTo>
                  <a:lnTo>
                    <a:pt x="513298" y="128310"/>
                  </a:lnTo>
                  <a:lnTo>
                    <a:pt x="554209" y="144320"/>
                  </a:lnTo>
                  <a:lnTo>
                    <a:pt x="597162" y="161550"/>
                  </a:lnTo>
                  <a:lnTo>
                    <a:pt x="641669" y="179685"/>
                  </a:lnTo>
                  <a:lnTo>
                    <a:pt x="687057" y="198328"/>
                  </a:lnTo>
                  <a:lnTo>
                    <a:pt x="732544" y="217027"/>
                  </a:lnTo>
                  <a:lnTo>
                    <a:pt x="777339" y="235329"/>
                  </a:lnTo>
                  <a:lnTo>
                    <a:pt x="820733" y="252817"/>
                  </a:lnTo>
                  <a:lnTo>
                    <a:pt x="862185" y="269154"/>
                  </a:lnTo>
                  <a:lnTo>
                    <a:pt x="901378" y="284102"/>
                  </a:lnTo>
                  <a:lnTo>
                    <a:pt x="938249" y="297532"/>
                  </a:lnTo>
                  <a:lnTo>
                    <a:pt x="972998" y="309416"/>
                  </a:lnTo>
                  <a:lnTo>
                    <a:pt x="981363" y="312139"/>
                  </a:lnTo>
                  <a:lnTo>
                    <a:pt x="1021503" y="324261"/>
                  </a:lnTo>
                  <a:lnTo>
                    <a:pt x="1060466" y="334233"/>
                  </a:lnTo>
                  <a:lnTo>
                    <a:pt x="1099995" y="342387"/>
                  </a:lnTo>
                  <a:lnTo>
                    <a:pt x="1141806" y="349092"/>
                  </a:lnTo>
                  <a:lnTo>
                    <a:pt x="1186964" y="354634"/>
                  </a:lnTo>
                  <a:lnTo>
                    <a:pt x="1235104" y="359171"/>
                  </a:lnTo>
                  <a:lnTo>
                    <a:pt x="1283589" y="362743"/>
                  </a:lnTo>
                  <a:lnTo>
                    <a:pt x="1327315" y="365319"/>
                  </a:lnTo>
                  <a:lnTo>
                    <a:pt x="1360296" y="366909"/>
                  </a:lnTo>
                  <a:lnTo>
                    <a:pt x="1379005" y="367660"/>
                  </a:lnTo>
                  <a:lnTo>
                    <a:pt x="1385115" y="367868"/>
                  </a:lnTo>
                  <a:lnTo>
                    <a:pt x="1385454" y="367878"/>
                  </a:lnTo>
                  <a:lnTo>
                    <a:pt x="1385454" y="334434"/>
                  </a:lnTo>
                  <a:lnTo>
                    <a:pt x="1383683" y="334379"/>
                  </a:lnTo>
                  <a:lnTo>
                    <a:pt x="1372709" y="333979"/>
                  </a:lnTo>
                  <a:lnTo>
                    <a:pt x="1347709" y="332895"/>
                  </a:lnTo>
                  <a:lnTo>
                    <a:pt x="1309431" y="330888"/>
                  </a:lnTo>
                  <a:lnTo>
                    <a:pt x="1262906" y="327878"/>
                  </a:lnTo>
                  <a:lnTo>
                    <a:pt x="1214076" y="323889"/>
                  </a:lnTo>
                  <a:lnTo>
                    <a:pt x="1167050" y="318929"/>
                  </a:lnTo>
                  <a:lnTo>
                    <a:pt x="1123395" y="312912"/>
                  </a:lnTo>
                  <a:lnTo>
                    <a:pt x="1082752" y="305623"/>
                  </a:lnTo>
                  <a:lnTo>
                    <a:pt x="1043694" y="296732"/>
                  </a:lnTo>
                  <a:lnTo>
                    <a:pt x="1004414" y="285864"/>
                  </a:lnTo>
                  <a:lnTo>
                    <a:pt x="981363" y="278695"/>
                  </a:lnTo>
                  <a:lnTo>
                    <a:pt x="947080" y="267189"/>
                  </a:lnTo>
                  <a:lnTo>
                    <a:pt x="910766" y="254145"/>
                  </a:lnTo>
                  <a:lnTo>
                    <a:pt x="872155" y="239567"/>
                  </a:lnTo>
                  <a:lnTo>
                    <a:pt x="831245" y="223558"/>
                  </a:lnTo>
                  <a:lnTo>
                    <a:pt x="788291" y="206328"/>
                  </a:lnTo>
                  <a:lnTo>
                    <a:pt x="743784" y="188192"/>
                  </a:lnTo>
                  <a:lnTo>
                    <a:pt x="698397" y="169550"/>
                  </a:lnTo>
                  <a:lnTo>
                    <a:pt x="652910" y="150850"/>
                  </a:lnTo>
                  <a:lnTo>
                    <a:pt x="608115" y="132548"/>
                  </a:lnTo>
                  <a:lnTo>
                    <a:pt x="564721" y="115060"/>
                  </a:lnTo>
                  <a:lnTo>
                    <a:pt x="523269" y="98723"/>
                  </a:lnTo>
                  <a:lnTo>
                    <a:pt x="484075" y="83775"/>
                  </a:lnTo>
                  <a:lnTo>
                    <a:pt x="447205" y="70345"/>
                  </a:lnTo>
                  <a:lnTo>
                    <a:pt x="412456" y="58461"/>
                  </a:lnTo>
                  <a:lnTo>
                    <a:pt x="404090" y="55739"/>
                  </a:lnTo>
                  <a:lnTo>
                    <a:pt x="363951" y="43616"/>
                  </a:lnTo>
                  <a:lnTo>
                    <a:pt x="324987" y="33645"/>
                  </a:lnTo>
                  <a:lnTo>
                    <a:pt x="285459" y="25491"/>
                  </a:lnTo>
                  <a:lnTo>
                    <a:pt x="243647" y="18785"/>
                  </a:lnTo>
                  <a:lnTo>
                    <a:pt x="198489" y="13243"/>
                  </a:lnTo>
                  <a:lnTo>
                    <a:pt x="150349" y="8706"/>
                  </a:lnTo>
                  <a:lnTo>
                    <a:pt x="101864" y="5134"/>
                  </a:lnTo>
                  <a:lnTo>
                    <a:pt x="58139" y="2558"/>
                  </a:lnTo>
                  <a:lnTo>
                    <a:pt x="25158" y="969"/>
                  </a:lnTo>
                  <a:lnTo>
                    <a:pt x="6449" y="217"/>
                  </a:lnTo>
                  <a:lnTo>
                    <a:pt x="339" y="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2050472" y="2650245"/>
              <a:ext cx="1385454" cy="66886"/>
            </a:xfrm>
            <a:custGeom>
              <a:avLst/>
              <a:pathLst>
                <a:path w="1385454" h="66886">
                  <a:moveTo>
                    <a:pt x="0" y="66886"/>
                  </a:moveTo>
                  <a:lnTo>
                    <a:pt x="1795" y="66881"/>
                  </a:lnTo>
                  <a:lnTo>
                    <a:pt x="12910" y="66840"/>
                  </a:lnTo>
                  <a:lnTo>
                    <a:pt x="38198" y="66730"/>
                  </a:lnTo>
                  <a:lnTo>
                    <a:pt x="76837" y="66527"/>
                  </a:lnTo>
                  <a:lnTo>
                    <a:pt x="123683" y="66223"/>
                  </a:lnTo>
                  <a:lnTo>
                    <a:pt x="172734" y="65819"/>
                  </a:lnTo>
                  <a:lnTo>
                    <a:pt x="219888" y="65318"/>
                  </a:lnTo>
                  <a:lnTo>
                    <a:pt x="263626" y="64709"/>
                  </a:lnTo>
                  <a:lnTo>
                    <a:pt x="304364" y="63971"/>
                  </a:lnTo>
                  <a:lnTo>
                    <a:pt x="343577" y="63070"/>
                  </a:lnTo>
                  <a:lnTo>
                    <a:pt x="383097" y="61968"/>
                  </a:lnTo>
                  <a:lnTo>
                    <a:pt x="404090" y="61313"/>
                  </a:lnTo>
                  <a:lnTo>
                    <a:pt x="439607" y="60119"/>
                  </a:lnTo>
                  <a:lnTo>
                    <a:pt x="477313" y="58760"/>
                  </a:lnTo>
                  <a:lnTo>
                    <a:pt x="517487" y="57238"/>
                  </a:lnTo>
                  <a:lnTo>
                    <a:pt x="560106" y="55564"/>
                  </a:lnTo>
                  <a:lnTo>
                    <a:pt x="604853" y="53764"/>
                  </a:lnTo>
                  <a:lnTo>
                    <a:pt x="651149" y="51874"/>
                  </a:lnTo>
                  <a:lnTo>
                    <a:pt x="698218" y="49939"/>
                  </a:lnTo>
                  <a:lnTo>
                    <a:pt x="745184" y="48010"/>
                  </a:lnTo>
                  <a:lnTo>
                    <a:pt x="791183" y="46137"/>
                  </a:lnTo>
                  <a:lnTo>
                    <a:pt x="835477" y="44363"/>
                  </a:lnTo>
                  <a:lnTo>
                    <a:pt x="877545" y="42723"/>
                  </a:lnTo>
                  <a:lnTo>
                    <a:pt x="917135" y="41238"/>
                  </a:lnTo>
                  <a:lnTo>
                    <a:pt x="954294" y="39918"/>
                  </a:lnTo>
                  <a:lnTo>
                    <a:pt x="981363" y="39017"/>
                  </a:lnTo>
                  <a:lnTo>
                    <a:pt x="1021686" y="37799"/>
                  </a:lnTo>
                  <a:lnTo>
                    <a:pt x="1060830" y="36799"/>
                  </a:lnTo>
                  <a:lnTo>
                    <a:pt x="1100562" y="35982"/>
                  </a:lnTo>
                  <a:lnTo>
                    <a:pt x="1142618" y="35310"/>
                  </a:lnTo>
                  <a:lnTo>
                    <a:pt x="1188061" y="34756"/>
                  </a:lnTo>
                  <a:lnTo>
                    <a:pt x="1236478" y="34302"/>
                  </a:lnTo>
                  <a:lnTo>
                    <a:pt x="1285129" y="33946"/>
                  </a:lnTo>
                  <a:lnTo>
                    <a:pt x="1328776" y="33691"/>
                  </a:lnTo>
                  <a:lnTo>
                    <a:pt x="1361379" y="33535"/>
                  </a:lnTo>
                  <a:lnTo>
                    <a:pt x="1379535" y="33463"/>
                  </a:lnTo>
                  <a:lnTo>
                    <a:pt x="1385197" y="33444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3659" y="5"/>
                  </a:lnTo>
                  <a:lnTo>
                    <a:pt x="1372544" y="46"/>
                  </a:lnTo>
                  <a:lnTo>
                    <a:pt x="1347256" y="156"/>
                  </a:lnTo>
                  <a:lnTo>
                    <a:pt x="1308617" y="359"/>
                  </a:lnTo>
                  <a:lnTo>
                    <a:pt x="1261770" y="663"/>
                  </a:lnTo>
                  <a:lnTo>
                    <a:pt x="1212720" y="1067"/>
                  </a:lnTo>
                  <a:lnTo>
                    <a:pt x="1165565" y="1568"/>
                  </a:lnTo>
                  <a:lnTo>
                    <a:pt x="1121827" y="2176"/>
                  </a:lnTo>
                  <a:lnTo>
                    <a:pt x="1081089" y="2915"/>
                  </a:lnTo>
                  <a:lnTo>
                    <a:pt x="1041877" y="3816"/>
                  </a:lnTo>
                  <a:lnTo>
                    <a:pt x="1002356" y="4918"/>
                  </a:lnTo>
                  <a:lnTo>
                    <a:pt x="981363" y="5573"/>
                  </a:lnTo>
                  <a:lnTo>
                    <a:pt x="945846" y="6767"/>
                  </a:lnTo>
                  <a:lnTo>
                    <a:pt x="908141" y="8125"/>
                  </a:lnTo>
                  <a:lnTo>
                    <a:pt x="867967" y="9648"/>
                  </a:lnTo>
                  <a:lnTo>
                    <a:pt x="825348" y="11322"/>
                  </a:lnTo>
                  <a:lnTo>
                    <a:pt x="780601" y="13122"/>
                  </a:lnTo>
                  <a:lnTo>
                    <a:pt x="734305" y="15012"/>
                  </a:lnTo>
                  <a:lnTo>
                    <a:pt x="687236" y="16947"/>
                  </a:lnTo>
                  <a:lnTo>
                    <a:pt x="640270" y="18876"/>
                  </a:lnTo>
                  <a:lnTo>
                    <a:pt x="594271" y="20749"/>
                  </a:lnTo>
                  <a:lnTo>
                    <a:pt x="549977" y="22523"/>
                  </a:lnTo>
                  <a:lnTo>
                    <a:pt x="507909" y="24163"/>
                  </a:lnTo>
                  <a:lnTo>
                    <a:pt x="468319" y="25648"/>
                  </a:lnTo>
                  <a:lnTo>
                    <a:pt x="431159" y="26968"/>
                  </a:lnTo>
                  <a:lnTo>
                    <a:pt x="404090" y="27869"/>
                  </a:lnTo>
                  <a:lnTo>
                    <a:pt x="363767" y="29086"/>
                  </a:lnTo>
                  <a:lnTo>
                    <a:pt x="324623" y="30087"/>
                  </a:lnTo>
                  <a:lnTo>
                    <a:pt x="284892" y="30904"/>
                  </a:lnTo>
                  <a:lnTo>
                    <a:pt x="242835" y="31576"/>
                  </a:lnTo>
                  <a:lnTo>
                    <a:pt x="197393" y="32130"/>
                  </a:lnTo>
                  <a:lnTo>
                    <a:pt x="148975" y="32584"/>
                  </a:lnTo>
                  <a:lnTo>
                    <a:pt x="100325" y="32939"/>
                  </a:lnTo>
                  <a:lnTo>
                    <a:pt x="56678" y="33195"/>
                  </a:lnTo>
                  <a:lnTo>
                    <a:pt x="24075" y="33351"/>
                  </a:lnTo>
                  <a:lnTo>
                    <a:pt x="5918" y="33423"/>
                  </a:lnTo>
                  <a:lnTo>
                    <a:pt x="256" y="33442"/>
                  </a:lnTo>
                  <a:lnTo>
                    <a:pt x="0" y="3344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2050472" y="3887653"/>
              <a:ext cx="1385454" cy="367878"/>
            </a:xfrm>
            <a:custGeom>
              <a:avLst/>
              <a:pathLst>
                <a:path w="1385454" h="367878">
                  <a:moveTo>
                    <a:pt x="0" y="33443"/>
                  </a:moveTo>
                  <a:lnTo>
                    <a:pt x="1770" y="33499"/>
                  </a:lnTo>
                  <a:lnTo>
                    <a:pt x="12744" y="33899"/>
                  </a:lnTo>
                  <a:lnTo>
                    <a:pt x="37744" y="34982"/>
                  </a:lnTo>
                  <a:lnTo>
                    <a:pt x="76023" y="36989"/>
                  </a:lnTo>
                  <a:lnTo>
                    <a:pt x="122547" y="39999"/>
                  </a:lnTo>
                  <a:lnTo>
                    <a:pt x="171377" y="43989"/>
                  </a:lnTo>
                  <a:lnTo>
                    <a:pt x="218404" y="48948"/>
                  </a:lnTo>
                  <a:lnTo>
                    <a:pt x="262059" y="54965"/>
                  </a:lnTo>
                  <a:lnTo>
                    <a:pt x="302701" y="62254"/>
                  </a:lnTo>
                  <a:lnTo>
                    <a:pt x="341759" y="71145"/>
                  </a:lnTo>
                  <a:lnTo>
                    <a:pt x="381040" y="82013"/>
                  </a:lnTo>
                  <a:lnTo>
                    <a:pt x="404090" y="89182"/>
                  </a:lnTo>
                  <a:lnTo>
                    <a:pt x="438374" y="100688"/>
                  </a:lnTo>
                  <a:lnTo>
                    <a:pt x="474687" y="113732"/>
                  </a:lnTo>
                  <a:lnTo>
                    <a:pt x="513298" y="128310"/>
                  </a:lnTo>
                  <a:lnTo>
                    <a:pt x="554209" y="144320"/>
                  </a:lnTo>
                  <a:lnTo>
                    <a:pt x="597162" y="161550"/>
                  </a:lnTo>
                  <a:lnTo>
                    <a:pt x="641669" y="179685"/>
                  </a:lnTo>
                  <a:lnTo>
                    <a:pt x="687057" y="198328"/>
                  </a:lnTo>
                  <a:lnTo>
                    <a:pt x="732544" y="217027"/>
                  </a:lnTo>
                  <a:lnTo>
                    <a:pt x="777339" y="235329"/>
                  </a:lnTo>
                  <a:lnTo>
                    <a:pt x="820733" y="252817"/>
                  </a:lnTo>
                  <a:lnTo>
                    <a:pt x="862185" y="269154"/>
                  </a:lnTo>
                  <a:lnTo>
                    <a:pt x="901378" y="284102"/>
                  </a:lnTo>
                  <a:lnTo>
                    <a:pt x="938249" y="297532"/>
                  </a:lnTo>
                  <a:lnTo>
                    <a:pt x="972998" y="309416"/>
                  </a:lnTo>
                  <a:lnTo>
                    <a:pt x="981363" y="312139"/>
                  </a:lnTo>
                  <a:lnTo>
                    <a:pt x="1021503" y="324261"/>
                  </a:lnTo>
                  <a:lnTo>
                    <a:pt x="1060466" y="334233"/>
                  </a:lnTo>
                  <a:lnTo>
                    <a:pt x="1099995" y="342387"/>
                  </a:lnTo>
                  <a:lnTo>
                    <a:pt x="1141806" y="349092"/>
                  </a:lnTo>
                  <a:lnTo>
                    <a:pt x="1186964" y="354634"/>
                  </a:lnTo>
                  <a:lnTo>
                    <a:pt x="1235104" y="359171"/>
                  </a:lnTo>
                  <a:lnTo>
                    <a:pt x="1283589" y="362743"/>
                  </a:lnTo>
                  <a:lnTo>
                    <a:pt x="1327315" y="365319"/>
                  </a:lnTo>
                  <a:lnTo>
                    <a:pt x="1360296" y="366909"/>
                  </a:lnTo>
                  <a:lnTo>
                    <a:pt x="1379005" y="367660"/>
                  </a:lnTo>
                  <a:lnTo>
                    <a:pt x="1385115" y="367868"/>
                  </a:lnTo>
                  <a:lnTo>
                    <a:pt x="1385454" y="367878"/>
                  </a:lnTo>
                  <a:lnTo>
                    <a:pt x="1385454" y="334434"/>
                  </a:lnTo>
                  <a:lnTo>
                    <a:pt x="1383683" y="334379"/>
                  </a:lnTo>
                  <a:lnTo>
                    <a:pt x="1372709" y="333979"/>
                  </a:lnTo>
                  <a:lnTo>
                    <a:pt x="1347709" y="332895"/>
                  </a:lnTo>
                  <a:lnTo>
                    <a:pt x="1309431" y="330888"/>
                  </a:lnTo>
                  <a:lnTo>
                    <a:pt x="1262906" y="327878"/>
                  </a:lnTo>
                  <a:lnTo>
                    <a:pt x="1214076" y="323889"/>
                  </a:lnTo>
                  <a:lnTo>
                    <a:pt x="1167050" y="318929"/>
                  </a:lnTo>
                  <a:lnTo>
                    <a:pt x="1123395" y="312912"/>
                  </a:lnTo>
                  <a:lnTo>
                    <a:pt x="1082752" y="305623"/>
                  </a:lnTo>
                  <a:lnTo>
                    <a:pt x="1043694" y="296732"/>
                  </a:lnTo>
                  <a:lnTo>
                    <a:pt x="1004414" y="285864"/>
                  </a:lnTo>
                  <a:lnTo>
                    <a:pt x="981363" y="278695"/>
                  </a:lnTo>
                  <a:lnTo>
                    <a:pt x="947080" y="267189"/>
                  </a:lnTo>
                  <a:lnTo>
                    <a:pt x="910766" y="254145"/>
                  </a:lnTo>
                  <a:lnTo>
                    <a:pt x="872155" y="239567"/>
                  </a:lnTo>
                  <a:lnTo>
                    <a:pt x="831245" y="223558"/>
                  </a:lnTo>
                  <a:lnTo>
                    <a:pt x="788291" y="206328"/>
                  </a:lnTo>
                  <a:lnTo>
                    <a:pt x="743784" y="188192"/>
                  </a:lnTo>
                  <a:lnTo>
                    <a:pt x="698397" y="169550"/>
                  </a:lnTo>
                  <a:lnTo>
                    <a:pt x="652910" y="150850"/>
                  </a:lnTo>
                  <a:lnTo>
                    <a:pt x="608115" y="132548"/>
                  </a:lnTo>
                  <a:lnTo>
                    <a:pt x="564721" y="115060"/>
                  </a:lnTo>
                  <a:lnTo>
                    <a:pt x="523269" y="98723"/>
                  </a:lnTo>
                  <a:lnTo>
                    <a:pt x="484075" y="83775"/>
                  </a:lnTo>
                  <a:lnTo>
                    <a:pt x="447205" y="70345"/>
                  </a:lnTo>
                  <a:lnTo>
                    <a:pt x="412456" y="58461"/>
                  </a:lnTo>
                  <a:lnTo>
                    <a:pt x="404090" y="55739"/>
                  </a:lnTo>
                  <a:lnTo>
                    <a:pt x="363951" y="43616"/>
                  </a:lnTo>
                  <a:lnTo>
                    <a:pt x="324987" y="33645"/>
                  </a:lnTo>
                  <a:lnTo>
                    <a:pt x="285459" y="25491"/>
                  </a:lnTo>
                  <a:lnTo>
                    <a:pt x="243647" y="18785"/>
                  </a:lnTo>
                  <a:lnTo>
                    <a:pt x="198489" y="13243"/>
                  </a:lnTo>
                  <a:lnTo>
                    <a:pt x="150349" y="8706"/>
                  </a:lnTo>
                  <a:lnTo>
                    <a:pt x="101864" y="5134"/>
                  </a:lnTo>
                  <a:lnTo>
                    <a:pt x="58139" y="2558"/>
                  </a:lnTo>
                  <a:lnTo>
                    <a:pt x="25158" y="969"/>
                  </a:lnTo>
                  <a:lnTo>
                    <a:pt x="6449" y="217"/>
                  </a:lnTo>
                  <a:lnTo>
                    <a:pt x="339" y="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2050472" y="2683688"/>
              <a:ext cx="1385454" cy="66886"/>
            </a:xfrm>
            <a:custGeom>
              <a:avLst/>
              <a:pathLst>
                <a:path w="1385454" h="66886">
                  <a:moveTo>
                    <a:pt x="0" y="66886"/>
                  </a:moveTo>
                  <a:lnTo>
                    <a:pt x="1795" y="66881"/>
                  </a:lnTo>
                  <a:lnTo>
                    <a:pt x="12910" y="66840"/>
                  </a:lnTo>
                  <a:lnTo>
                    <a:pt x="38198" y="66730"/>
                  </a:lnTo>
                  <a:lnTo>
                    <a:pt x="76837" y="66527"/>
                  </a:lnTo>
                  <a:lnTo>
                    <a:pt x="123683" y="66223"/>
                  </a:lnTo>
                  <a:lnTo>
                    <a:pt x="172734" y="65819"/>
                  </a:lnTo>
                  <a:lnTo>
                    <a:pt x="219888" y="65318"/>
                  </a:lnTo>
                  <a:lnTo>
                    <a:pt x="263626" y="64709"/>
                  </a:lnTo>
                  <a:lnTo>
                    <a:pt x="304364" y="63971"/>
                  </a:lnTo>
                  <a:lnTo>
                    <a:pt x="343577" y="63070"/>
                  </a:lnTo>
                  <a:lnTo>
                    <a:pt x="383097" y="61968"/>
                  </a:lnTo>
                  <a:lnTo>
                    <a:pt x="404090" y="61313"/>
                  </a:lnTo>
                  <a:lnTo>
                    <a:pt x="439607" y="60119"/>
                  </a:lnTo>
                  <a:lnTo>
                    <a:pt x="477313" y="58760"/>
                  </a:lnTo>
                  <a:lnTo>
                    <a:pt x="517487" y="57238"/>
                  </a:lnTo>
                  <a:lnTo>
                    <a:pt x="560106" y="55564"/>
                  </a:lnTo>
                  <a:lnTo>
                    <a:pt x="604853" y="53764"/>
                  </a:lnTo>
                  <a:lnTo>
                    <a:pt x="651149" y="51874"/>
                  </a:lnTo>
                  <a:lnTo>
                    <a:pt x="698218" y="49939"/>
                  </a:lnTo>
                  <a:lnTo>
                    <a:pt x="745184" y="48010"/>
                  </a:lnTo>
                  <a:lnTo>
                    <a:pt x="791183" y="46137"/>
                  </a:lnTo>
                  <a:lnTo>
                    <a:pt x="835477" y="44363"/>
                  </a:lnTo>
                  <a:lnTo>
                    <a:pt x="877545" y="42723"/>
                  </a:lnTo>
                  <a:lnTo>
                    <a:pt x="917135" y="41238"/>
                  </a:lnTo>
                  <a:lnTo>
                    <a:pt x="954294" y="39918"/>
                  </a:lnTo>
                  <a:lnTo>
                    <a:pt x="981363" y="39017"/>
                  </a:lnTo>
                  <a:lnTo>
                    <a:pt x="1021686" y="37799"/>
                  </a:lnTo>
                  <a:lnTo>
                    <a:pt x="1060830" y="36799"/>
                  </a:lnTo>
                  <a:lnTo>
                    <a:pt x="1100562" y="35982"/>
                  </a:lnTo>
                  <a:lnTo>
                    <a:pt x="1142618" y="35310"/>
                  </a:lnTo>
                  <a:lnTo>
                    <a:pt x="1188061" y="34756"/>
                  </a:lnTo>
                  <a:lnTo>
                    <a:pt x="1236478" y="34302"/>
                  </a:lnTo>
                  <a:lnTo>
                    <a:pt x="1285129" y="33946"/>
                  </a:lnTo>
                  <a:lnTo>
                    <a:pt x="1328776" y="33691"/>
                  </a:lnTo>
                  <a:lnTo>
                    <a:pt x="1361379" y="33535"/>
                  </a:lnTo>
                  <a:lnTo>
                    <a:pt x="1379535" y="33463"/>
                  </a:lnTo>
                  <a:lnTo>
                    <a:pt x="1385197" y="33444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3659" y="5"/>
                  </a:lnTo>
                  <a:lnTo>
                    <a:pt x="1372544" y="46"/>
                  </a:lnTo>
                  <a:lnTo>
                    <a:pt x="1347256" y="156"/>
                  </a:lnTo>
                  <a:lnTo>
                    <a:pt x="1308617" y="359"/>
                  </a:lnTo>
                  <a:lnTo>
                    <a:pt x="1261770" y="663"/>
                  </a:lnTo>
                  <a:lnTo>
                    <a:pt x="1212720" y="1067"/>
                  </a:lnTo>
                  <a:lnTo>
                    <a:pt x="1165565" y="1568"/>
                  </a:lnTo>
                  <a:lnTo>
                    <a:pt x="1121827" y="2176"/>
                  </a:lnTo>
                  <a:lnTo>
                    <a:pt x="1081089" y="2915"/>
                  </a:lnTo>
                  <a:lnTo>
                    <a:pt x="1041877" y="3816"/>
                  </a:lnTo>
                  <a:lnTo>
                    <a:pt x="1002356" y="4918"/>
                  </a:lnTo>
                  <a:lnTo>
                    <a:pt x="981363" y="5573"/>
                  </a:lnTo>
                  <a:lnTo>
                    <a:pt x="945846" y="6767"/>
                  </a:lnTo>
                  <a:lnTo>
                    <a:pt x="908141" y="8125"/>
                  </a:lnTo>
                  <a:lnTo>
                    <a:pt x="867967" y="9648"/>
                  </a:lnTo>
                  <a:lnTo>
                    <a:pt x="825348" y="11322"/>
                  </a:lnTo>
                  <a:lnTo>
                    <a:pt x="780601" y="13122"/>
                  </a:lnTo>
                  <a:lnTo>
                    <a:pt x="734305" y="15012"/>
                  </a:lnTo>
                  <a:lnTo>
                    <a:pt x="687236" y="16947"/>
                  </a:lnTo>
                  <a:lnTo>
                    <a:pt x="640270" y="18876"/>
                  </a:lnTo>
                  <a:lnTo>
                    <a:pt x="594271" y="20749"/>
                  </a:lnTo>
                  <a:lnTo>
                    <a:pt x="549977" y="22523"/>
                  </a:lnTo>
                  <a:lnTo>
                    <a:pt x="507909" y="24163"/>
                  </a:lnTo>
                  <a:lnTo>
                    <a:pt x="468319" y="25648"/>
                  </a:lnTo>
                  <a:lnTo>
                    <a:pt x="431159" y="26968"/>
                  </a:lnTo>
                  <a:lnTo>
                    <a:pt x="404090" y="27869"/>
                  </a:lnTo>
                  <a:lnTo>
                    <a:pt x="363767" y="29086"/>
                  </a:lnTo>
                  <a:lnTo>
                    <a:pt x="324623" y="30087"/>
                  </a:lnTo>
                  <a:lnTo>
                    <a:pt x="284892" y="30904"/>
                  </a:lnTo>
                  <a:lnTo>
                    <a:pt x="242835" y="31576"/>
                  </a:lnTo>
                  <a:lnTo>
                    <a:pt x="197393" y="32130"/>
                  </a:lnTo>
                  <a:lnTo>
                    <a:pt x="148975" y="32584"/>
                  </a:lnTo>
                  <a:lnTo>
                    <a:pt x="100325" y="32939"/>
                  </a:lnTo>
                  <a:lnTo>
                    <a:pt x="56678" y="33195"/>
                  </a:lnTo>
                  <a:lnTo>
                    <a:pt x="24075" y="33351"/>
                  </a:lnTo>
                  <a:lnTo>
                    <a:pt x="5918" y="33423"/>
                  </a:lnTo>
                  <a:lnTo>
                    <a:pt x="256" y="33442"/>
                  </a:lnTo>
                  <a:lnTo>
                    <a:pt x="0" y="3344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2050472" y="4957844"/>
              <a:ext cx="1385454" cy="1337738"/>
            </a:xfrm>
            <a:custGeom>
              <a:avLst/>
              <a:pathLst>
                <a:path w="1385454" h="1337738">
                  <a:moveTo>
                    <a:pt x="0" y="33443"/>
                  </a:moveTo>
                  <a:lnTo>
                    <a:pt x="1492" y="33624"/>
                  </a:lnTo>
                  <a:lnTo>
                    <a:pt x="10823" y="34929"/>
                  </a:lnTo>
                  <a:lnTo>
                    <a:pt x="32426" y="38485"/>
                  </a:lnTo>
                  <a:lnTo>
                    <a:pt x="66325" y="45142"/>
                  </a:lnTo>
                  <a:lnTo>
                    <a:pt x="108780" y="55262"/>
                  </a:lnTo>
                  <a:lnTo>
                    <a:pt x="154689" y="68815"/>
                  </a:lnTo>
                  <a:lnTo>
                    <a:pt x="199965" y="85712"/>
                  </a:lnTo>
                  <a:lnTo>
                    <a:pt x="242535" y="106099"/>
                  </a:lnTo>
                  <a:lnTo>
                    <a:pt x="282106" y="130498"/>
                  </a:lnTo>
                  <a:lnTo>
                    <a:pt x="319534" y="159819"/>
                  </a:lnTo>
                  <a:lnTo>
                    <a:pt x="356232" y="195254"/>
                  </a:lnTo>
                  <a:lnTo>
                    <a:pt x="393701" y="237975"/>
                  </a:lnTo>
                  <a:lnTo>
                    <a:pt x="404090" y="250826"/>
                  </a:lnTo>
                  <a:lnTo>
                    <a:pt x="430324" y="284854"/>
                  </a:lnTo>
                  <a:lnTo>
                    <a:pt x="457708" y="322419"/>
                  </a:lnTo>
                  <a:lnTo>
                    <a:pt x="486407" y="363568"/>
                  </a:lnTo>
                  <a:lnTo>
                    <a:pt x="516490" y="408225"/>
                  </a:lnTo>
                  <a:lnTo>
                    <a:pt x="547935" y="456171"/>
                  </a:lnTo>
                  <a:lnTo>
                    <a:pt x="580628" y="507037"/>
                  </a:lnTo>
                  <a:lnTo>
                    <a:pt x="614372" y="560308"/>
                  </a:lnTo>
                  <a:lnTo>
                    <a:pt x="648896" y="615339"/>
                  </a:lnTo>
                  <a:lnTo>
                    <a:pt x="683871" y="671383"/>
                  </a:lnTo>
                  <a:lnTo>
                    <a:pt x="718940" y="727634"/>
                  </a:lnTo>
                  <a:lnTo>
                    <a:pt x="753735" y="783274"/>
                  </a:lnTo>
                  <a:lnTo>
                    <a:pt x="787910" y="837521"/>
                  </a:lnTo>
                  <a:lnTo>
                    <a:pt x="821164" y="889674"/>
                  </a:lnTo>
                  <a:lnTo>
                    <a:pt x="853258" y="939149"/>
                  </a:lnTo>
                  <a:lnTo>
                    <a:pt x="884037" y="985503"/>
                  </a:lnTo>
                  <a:lnTo>
                    <a:pt x="913432" y="1028441"/>
                  </a:lnTo>
                  <a:lnTo>
                    <a:pt x="941465" y="1067816"/>
                  </a:lnTo>
                  <a:lnTo>
                    <a:pt x="968253" y="1103616"/>
                  </a:lnTo>
                  <a:lnTo>
                    <a:pt x="981363" y="1120356"/>
                  </a:lnTo>
                  <a:lnTo>
                    <a:pt x="1019256" y="1165169"/>
                  </a:lnTo>
                  <a:lnTo>
                    <a:pt x="1056020" y="1202466"/>
                  </a:lnTo>
                  <a:lnTo>
                    <a:pt x="1093100" y="1233311"/>
                  </a:lnTo>
                  <a:lnTo>
                    <a:pt x="1131978" y="1258932"/>
                  </a:lnTo>
                  <a:lnTo>
                    <a:pt x="1173708" y="1280332"/>
                  </a:lnTo>
                  <a:lnTo>
                    <a:pt x="1218375" y="1298141"/>
                  </a:lnTo>
                  <a:lnTo>
                    <a:pt x="1264436" y="1312599"/>
                  </a:lnTo>
                  <a:lnTo>
                    <a:pt x="1308316" y="1323656"/>
                  </a:lnTo>
                  <a:lnTo>
                    <a:pt x="1344997" y="1331232"/>
                  </a:lnTo>
                  <a:lnTo>
                    <a:pt x="1370099" y="1335558"/>
                  </a:lnTo>
                  <a:lnTo>
                    <a:pt x="1382476" y="1337364"/>
                  </a:lnTo>
                  <a:lnTo>
                    <a:pt x="1385454" y="1337738"/>
                  </a:lnTo>
                  <a:lnTo>
                    <a:pt x="1385454" y="1304295"/>
                  </a:lnTo>
                  <a:lnTo>
                    <a:pt x="1383961" y="1304114"/>
                  </a:lnTo>
                  <a:lnTo>
                    <a:pt x="1374630" y="1302808"/>
                  </a:lnTo>
                  <a:lnTo>
                    <a:pt x="1353027" y="1299253"/>
                  </a:lnTo>
                  <a:lnTo>
                    <a:pt x="1319128" y="1292595"/>
                  </a:lnTo>
                  <a:lnTo>
                    <a:pt x="1276673" y="1282476"/>
                  </a:lnTo>
                  <a:lnTo>
                    <a:pt x="1230765" y="1268923"/>
                  </a:lnTo>
                  <a:lnTo>
                    <a:pt x="1185488" y="1252026"/>
                  </a:lnTo>
                  <a:lnTo>
                    <a:pt x="1142919" y="1231639"/>
                  </a:lnTo>
                  <a:lnTo>
                    <a:pt x="1103347" y="1207240"/>
                  </a:lnTo>
                  <a:lnTo>
                    <a:pt x="1065919" y="1177919"/>
                  </a:lnTo>
                  <a:lnTo>
                    <a:pt x="1029222" y="1142484"/>
                  </a:lnTo>
                  <a:lnTo>
                    <a:pt x="991753" y="1099763"/>
                  </a:lnTo>
                  <a:lnTo>
                    <a:pt x="981363" y="1086912"/>
                  </a:lnTo>
                  <a:lnTo>
                    <a:pt x="955129" y="1052884"/>
                  </a:lnTo>
                  <a:lnTo>
                    <a:pt x="927745" y="1015319"/>
                  </a:lnTo>
                  <a:lnTo>
                    <a:pt x="899046" y="974170"/>
                  </a:lnTo>
                  <a:lnTo>
                    <a:pt x="868963" y="929512"/>
                  </a:lnTo>
                  <a:lnTo>
                    <a:pt x="837518" y="881566"/>
                  </a:lnTo>
                  <a:lnTo>
                    <a:pt x="804825" y="830700"/>
                  </a:lnTo>
                  <a:lnTo>
                    <a:pt x="771081" y="777429"/>
                  </a:lnTo>
                  <a:lnTo>
                    <a:pt x="736558" y="722399"/>
                  </a:lnTo>
                  <a:lnTo>
                    <a:pt x="701582" y="666355"/>
                  </a:lnTo>
                  <a:lnTo>
                    <a:pt x="666513" y="610104"/>
                  </a:lnTo>
                  <a:lnTo>
                    <a:pt x="631718" y="554464"/>
                  </a:lnTo>
                  <a:lnTo>
                    <a:pt x="597543" y="500217"/>
                  </a:lnTo>
                  <a:lnTo>
                    <a:pt x="564290" y="448064"/>
                  </a:lnTo>
                  <a:lnTo>
                    <a:pt x="532195" y="398589"/>
                  </a:lnTo>
                  <a:lnTo>
                    <a:pt x="501416" y="352235"/>
                  </a:lnTo>
                  <a:lnTo>
                    <a:pt x="472022" y="309297"/>
                  </a:lnTo>
                  <a:lnTo>
                    <a:pt x="443989" y="269922"/>
                  </a:lnTo>
                  <a:lnTo>
                    <a:pt x="417201" y="234122"/>
                  </a:lnTo>
                  <a:lnTo>
                    <a:pt x="404090" y="217382"/>
                  </a:lnTo>
                  <a:lnTo>
                    <a:pt x="366198" y="172569"/>
                  </a:lnTo>
                  <a:lnTo>
                    <a:pt x="329433" y="135272"/>
                  </a:lnTo>
                  <a:lnTo>
                    <a:pt x="292353" y="104427"/>
                  </a:lnTo>
                  <a:lnTo>
                    <a:pt x="253476" y="78806"/>
                  </a:lnTo>
                  <a:lnTo>
                    <a:pt x="211746" y="57406"/>
                  </a:lnTo>
                  <a:lnTo>
                    <a:pt x="167079" y="39597"/>
                  </a:lnTo>
                  <a:lnTo>
                    <a:pt x="121017" y="25139"/>
                  </a:lnTo>
                  <a:lnTo>
                    <a:pt x="77138" y="14082"/>
                  </a:lnTo>
                  <a:lnTo>
                    <a:pt x="40457" y="6506"/>
                  </a:lnTo>
                  <a:lnTo>
                    <a:pt x="15355" y="2180"/>
                  </a:lnTo>
                  <a:lnTo>
                    <a:pt x="2978" y="3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2050472" y="2717132"/>
              <a:ext cx="1385454" cy="66886"/>
            </a:xfrm>
            <a:custGeom>
              <a:avLst/>
              <a:pathLst>
                <a:path w="1385454" h="66886">
                  <a:moveTo>
                    <a:pt x="0" y="66886"/>
                  </a:moveTo>
                  <a:lnTo>
                    <a:pt x="1795" y="66881"/>
                  </a:lnTo>
                  <a:lnTo>
                    <a:pt x="12910" y="66840"/>
                  </a:lnTo>
                  <a:lnTo>
                    <a:pt x="38198" y="66730"/>
                  </a:lnTo>
                  <a:lnTo>
                    <a:pt x="76837" y="66527"/>
                  </a:lnTo>
                  <a:lnTo>
                    <a:pt x="123683" y="66223"/>
                  </a:lnTo>
                  <a:lnTo>
                    <a:pt x="172734" y="65819"/>
                  </a:lnTo>
                  <a:lnTo>
                    <a:pt x="219888" y="65318"/>
                  </a:lnTo>
                  <a:lnTo>
                    <a:pt x="263626" y="64709"/>
                  </a:lnTo>
                  <a:lnTo>
                    <a:pt x="304364" y="63971"/>
                  </a:lnTo>
                  <a:lnTo>
                    <a:pt x="343577" y="63070"/>
                  </a:lnTo>
                  <a:lnTo>
                    <a:pt x="383097" y="61968"/>
                  </a:lnTo>
                  <a:lnTo>
                    <a:pt x="404090" y="61313"/>
                  </a:lnTo>
                  <a:lnTo>
                    <a:pt x="439607" y="60119"/>
                  </a:lnTo>
                  <a:lnTo>
                    <a:pt x="477313" y="58760"/>
                  </a:lnTo>
                  <a:lnTo>
                    <a:pt x="517487" y="57238"/>
                  </a:lnTo>
                  <a:lnTo>
                    <a:pt x="560106" y="55564"/>
                  </a:lnTo>
                  <a:lnTo>
                    <a:pt x="604853" y="53764"/>
                  </a:lnTo>
                  <a:lnTo>
                    <a:pt x="651149" y="51874"/>
                  </a:lnTo>
                  <a:lnTo>
                    <a:pt x="698218" y="49939"/>
                  </a:lnTo>
                  <a:lnTo>
                    <a:pt x="745184" y="48010"/>
                  </a:lnTo>
                  <a:lnTo>
                    <a:pt x="791183" y="46137"/>
                  </a:lnTo>
                  <a:lnTo>
                    <a:pt x="835477" y="44363"/>
                  </a:lnTo>
                  <a:lnTo>
                    <a:pt x="877545" y="42723"/>
                  </a:lnTo>
                  <a:lnTo>
                    <a:pt x="917135" y="41238"/>
                  </a:lnTo>
                  <a:lnTo>
                    <a:pt x="954294" y="39918"/>
                  </a:lnTo>
                  <a:lnTo>
                    <a:pt x="981363" y="39017"/>
                  </a:lnTo>
                  <a:lnTo>
                    <a:pt x="1021686" y="37799"/>
                  </a:lnTo>
                  <a:lnTo>
                    <a:pt x="1060830" y="36799"/>
                  </a:lnTo>
                  <a:lnTo>
                    <a:pt x="1100562" y="35982"/>
                  </a:lnTo>
                  <a:lnTo>
                    <a:pt x="1142618" y="35310"/>
                  </a:lnTo>
                  <a:lnTo>
                    <a:pt x="1188061" y="34756"/>
                  </a:lnTo>
                  <a:lnTo>
                    <a:pt x="1236478" y="34302"/>
                  </a:lnTo>
                  <a:lnTo>
                    <a:pt x="1285129" y="33946"/>
                  </a:lnTo>
                  <a:lnTo>
                    <a:pt x="1328776" y="33691"/>
                  </a:lnTo>
                  <a:lnTo>
                    <a:pt x="1361379" y="33535"/>
                  </a:lnTo>
                  <a:lnTo>
                    <a:pt x="1379535" y="33463"/>
                  </a:lnTo>
                  <a:lnTo>
                    <a:pt x="1385197" y="33444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3659" y="5"/>
                  </a:lnTo>
                  <a:lnTo>
                    <a:pt x="1372544" y="46"/>
                  </a:lnTo>
                  <a:lnTo>
                    <a:pt x="1347256" y="156"/>
                  </a:lnTo>
                  <a:lnTo>
                    <a:pt x="1308617" y="359"/>
                  </a:lnTo>
                  <a:lnTo>
                    <a:pt x="1261770" y="663"/>
                  </a:lnTo>
                  <a:lnTo>
                    <a:pt x="1212720" y="1067"/>
                  </a:lnTo>
                  <a:lnTo>
                    <a:pt x="1165565" y="1568"/>
                  </a:lnTo>
                  <a:lnTo>
                    <a:pt x="1121827" y="2176"/>
                  </a:lnTo>
                  <a:lnTo>
                    <a:pt x="1081089" y="2915"/>
                  </a:lnTo>
                  <a:lnTo>
                    <a:pt x="1041877" y="3816"/>
                  </a:lnTo>
                  <a:lnTo>
                    <a:pt x="1002356" y="4918"/>
                  </a:lnTo>
                  <a:lnTo>
                    <a:pt x="981363" y="5573"/>
                  </a:lnTo>
                  <a:lnTo>
                    <a:pt x="945846" y="6767"/>
                  </a:lnTo>
                  <a:lnTo>
                    <a:pt x="908141" y="8125"/>
                  </a:lnTo>
                  <a:lnTo>
                    <a:pt x="867967" y="9648"/>
                  </a:lnTo>
                  <a:lnTo>
                    <a:pt x="825348" y="11322"/>
                  </a:lnTo>
                  <a:lnTo>
                    <a:pt x="780601" y="13122"/>
                  </a:lnTo>
                  <a:lnTo>
                    <a:pt x="734305" y="15012"/>
                  </a:lnTo>
                  <a:lnTo>
                    <a:pt x="687236" y="16947"/>
                  </a:lnTo>
                  <a:lnTo>
                    <a:pt x="640270" y="18876"/>
                  </a:lnTo>
                  <a:lnTo>
                    <a:pt x="594271" y="20749"/>
                  </a:lnTo>
                  <a:lnTo>
                    <a:pt x="549977" y="22523"/>
                  </a:lnTo>
                  <a:lnTo>
                    <a:pt x="507909" y="24163"/>
                  </a:lnTo>
                  <a:lnTo>
                    <a:pt x="468319" y="25648"/>
                  </a:lnTo>
                  <a:lnTo>
                    <a:pt x="431159" y="26968"/>
                  </a:lnTo>
                  <a:lnTo>
                    <a:pt x="404090" y="27869"/>
                  </a:lnTo>
                  <a:lnTo>
                    <a:pt x="363767" y="29086"/>
                  </a:lnTo>
                  <a:lnTo>
                    <a:pt x="324623" y="30087"/>
                  </a:lnTo>
                  <a:lnTo>
                    <a:pt x="284892" y="30904"/>
                  </a:lnTo>
                  <a:lnTo>
                    <a:pt x="242835" y="31576"/>
                  </a:lnTo>
                  <a:lnTo>
                    <a:pt x="197393" y="32130"/>
                  </a:lnTo>
                  <a:lnTo>
                    <a:pt x="148975" y="32584"/>
                  </a:lnTo>
                  <a:lnTo>
                    <a:pt x="100325" y="32939"/>
                  </a:lnTo>
                  <a:lnTo>
                    <a:pt x="56678" y="33195"/>
                  </a:lnTo>
                  <a:lnTo>
                    <a:pt x="24075" y="33351"/>
                  </a:lnTo>
                  <a:lnTo>
                    <a:pt x="5918" y="33423"/>
                  </a:lnTo>
                  <a:lnTo>
                    <a:pt x="256" y="33442"/>
                  </a:lnTo>
                  <a:lnTo>
                    <a:pt x="0" y="3344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2050472" y="3921097"/>
              <a:ext cx="1385454" cy="367878"/>
            </a:xfrm>
            <a:custGeom>
              <a:avLst/>
              <a:pathLst>
                <a:path w="1385454" h="367878">
                  <a:moveTo>
                    <a:pt x="0" y="33443"/>
                  </a:moveTo>
                  <a:lnTo>
                    <a:pt x="1770" y="33499"/>
                  </a:lnTo>
                  <a:lnTo>
                    <a:pt x="12744" y="33899"/>
                  </a:lnTo>
                  <a:lnTo>
                    <a:pt x="37744" y="34982"/>
                  </a:lnTo>
                  <a:lnTo>
                    <a:pt x="76023" y="36989"/>
                  </a:lnTo>
                  <a:lnTo>
                    <a:pt x="122547" y="39999"/>
                  </a:lnTo>
                  <a:lnTo>
                    <a:pt x="171377" y="43989"/>
                  </a:lnTo>
                  <a:lnTo>
                    <a:pt x="218404" y="48948"/>
                  </a:lnTo>
                  <a:lnTo>
                    <a:pt x="262059" y="54965"/>
                  </a:lnTo>
                  <a:lnTo>
                    <a:pt x="302701" y="62254"/>
                  </a:lnTo>
                  <a:lnTo>
                    <a:pt x="341759" y="71145"/>
                  </a:lnTo>
                  <a:lnTo>
                    <a:pt x="381040" y="82013"/>
                  </a:lnTo>
                  <a:lnTo>
                    <a:pt x="404090" y="89182"/>
                  </a:lnTo>
                  <a:lnTo>
                    <a:pt x="438374" y="100688"/>
                  </a:lnTo>
                  <a:lnTo>
                    <a:pt x="474687" y="113732"/>
                  </a:lnTo>
                  <a:lnTo>
                    <a:pt x="513298" y="128310"/>
                  </a:lnTo>
                  <a:lnTo>
                    <a:pt x="554209" y="144320"/>
                  </a:lnTo>
                  <a:lnTo>
                    <a:pt x="597162" y="161550"/>
                  </a:lnTo>
                  <a:lnTo>
                    <a:pt x="641669" y="179685"/>
                  </a:lnTo>
                  <a:lnTo>
                    <a:pt x="687057" y="198328"/>
                  </a:lnTo>
                  <a:lnTo>
                    <a:pt x="732544" y="217027"/>
                  </a:lnTo>
                  <a:lnTo>
                    <a:pt x="777339" y="235329"/>
                  </a:lnTo>
                  <a:lnTo>
                    <a:pt x="820733" y="252817"/>
                  </a:lnTo>
                  <a:lnTo>
                    <a:pt x="862185" y="269154"/>
                  </a:lnTo>
                  <a:lnTo>
                    <a:pt x="901378" y="284102"/>
                  </a:lnTo>
                  <a:lnTo>
                    <a:pt x="938249" y="297532"/>
                  </a:lnTo>
                  <a:lnTo>
                    <a:pt x="972998" y="309416"/>
                  </a:lnTo>
                  <a:lnTo>
                    <a:pt x="981363" y="312139"/>
                  </a:lnTo>
                  <a:lnTo>
                    <a:pt x="1021503" y="324261"/>
                  </a:lnTo>
                  <a:lnTo>
                    <a:pt x="1060466" y="334233"/>
                  </a:lnTo>
                  <a:lnTo>
                    <a:pt x="1099995" y="342387"/>
                  </a:lnTo>
                  <a:lnTo>
                    <a:pt x="1141806" y="349092"/>
                  </a:lnTo>
                  <a:lnTo>
                    <a:pt x="1186964" y="354634"/>
                  </a:lnTo>
                  <a:lnTo>
                    <a:pt x="1235104" y="359171"/>
                  </a:lnTo>
                  <a:lnTo>
                    <a:pt x="1283589" y="362743"/>
                  </a:lnTo>
                  <a:lnTo>
                    <a:pt x="1327315" y="365319"/>
                  </a:lnTo>
                  <a:lnTo>
                    <a:pt x="1360296" y="366909"/>
                  </a:lnTo>
                  <a:lnTo>
                    <a:pt x="1379005" y="367660"/>
                  </a:lnTo>
                  <a:lnTo>
                    <a:pt x="1385115" y="367868"/>
                  </a:lnTo>
                  <a:lnTo>
                    <a:pt x="1385454" y="367878"/>
                  </a:lnTo>
                  <a:lnTo>
                    <a:pt x="1385454" y="334434"/>
                  </a:lnTo>
                  <a:lnTo>
                    <a:pt x="1383683" y="334379"/>
                  </a:lnTo>
                  <a:lnTo>
                    <a:pt x="1372709" y="333979"/>
                  </a:lnTo>
                  <a:lnTo>
                    <a:pt x="1347709" y="332895"/>
                  </a:lnTo>
                  <a:lnTo>
                    <a:pt x="1309431" y="330888"/>
                  </a:lnTo>
                  <a:lnTo>
                    <a:pt x="1262906" y="327878"/>
                  </a:lnTo>
                  <a:lnTo>
                    <a:pt x="1214076" y="323889"/>
                  </a:lnTo>
                  <a:lnTo>
                    <a:pt x="1167050" y="318929"/>
                  </a:lnTo>
                  <a:lnTo>
                    <a:pt x="1123395" y="312912"/>
                  </a:lnTo>
                  <a:lnTo>
                    <a:pt x="1082752" y="305623"/>
                  </a:lnTo>
                  <a:lnTo>
                    <a:pt x="1043694" y="296732"/>
                  </a:lnTo>
                  <a:lnTo>
                    <a:pt x="1004414" y="285864"/>
                  </a:lnTo>
                  <a:lnTo>
                    <a:pt x="981363" y="278695"/>
                  </a:lnTo>
                  <a:lnTo>
                    <a:pt x="947080" y="267189"/>
                  </a:lnTo>
                  <a:lnTo>
                    <a:pt x="910766" y="254145"/>
                  </a:lnTo>
                  <a:lnTo>
                    <a:pt x="872155" y="239567"/>
                  </a:lnTo>
                  <a:lnTo>
                    <a:pt x="831245" y="223558"/>
                  </a:lnTo>
                  <a:lnTo>
                    <a:pt x="788291" y="206328"/>
                  </a:lnTo>
                  <a:lnTo>
                    <a:pt x="743784" y="188192"/>
                  </a:lnTo>
                  <a:lnTo>
                    <a:pt x="698397" y="169550"/>
                  </a:lnTo>
                  <a:lnTo>
                    <a:pt x="652910" y="150850"/>
                  </a:lnTo>
                  <a:lnTo>
                    <a:pt x="608115" y="132548"/>
                  </a:lnTo>
                  <a:lnTo>
                    <a:pt x="564721" y="115060"/>
                  </a:lnTo>
                  <a:lnTo>
                    <a:pt x="523269" y="98723"/>
                  </a:lnTo>
                  <a:lnTo>
                    <a:pt x="484075" y="83775"/>
                  </a:lnTo>
                  <a:lnTo>
                    <a:pt x="447205" y="70345"/>
                  </a:lnTo>
                  <a:lnTo>
                    <a:pt x="412456" y="58461"/>
                  </a:lnTo>
                  <a:lnTo>
                    <a:pt x="404090" y="55739"/>
                  </a:lnTo>
                  <a:lnTo>
                    <a:pt x="363951" y="43616"/>
                  </a:lnTo>
                  <a:lnTo>
                    <a:pt x="324987" y="33645"/>
                  </a:lnTo>
                  <a:lnTo>
                    <a:pt x="285459" y="25491"/>
                  </a:lnTo>
                  <a:lnTo>
                    <a:pt x="243647" y="18785"/>
                  </a:lnTo>
                  <a:lnTo>
                    <a:pt x="198489" y="13243"/>
                  </a:lnTo>
                  <a:lnTo>
                    <a:pt x="150349" y="8706"/>
                  </a:lnTo>
                  <a:lnTo>
                    <a:pt x="101864" y="5134"/>
                  </a:lnTo>
                  <a:lnTo>
                    <a:pt x="58139" y="2558"/>
                  </a:lnTo>
                  <a:lnTo>
                    <a:pt x="25158" y="969"/>
                  </a:lnTo>
                  <a:lnTo>
                    <a:pt x="6449" y="217"/>
                  </a:lnTo>
                  <a:lnTo>
                    <a:pt x="339" y="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2050472" y="2750575"/>
              <a:ext cx="1385454" cy="66886"/>
            </a:xfrm>
            <a:custGeom>
              <a:avLst/>
              <a:pathLst>
                <a:path w="1385454" h="66886">
                  <a:moveTo>
                    <a:pt x="0" y="66886"/>
                  </a:moveTo>
                  <a:lnTo>
                    <a:pt x="1795" y="66881"/>
                  </a:lnTo>
                  <a:lnTo>
                    <a:pt x="12910" y="66840"/>
                  </a:lnTo>
                  <a:lnTo>
                    <a:pt x="38198" y="66730"/>
                  </a:lnTo>
                  <a:lnTo>
                    <a:pt x="76837" y="66527"/>
                  </a:lnTo>
                  <a:lnTo>
                    <a:pt x="123683" y="66223"/>
                  </a:lnTo>
                  <a:lnTo>
                    <a:pt x="172734" y="65819"/>
                  </a:lnTo>
                  <a:lnTo>
                    <a:pt x="219888" y="65318"/>
                  </a:lnTo>
                  <a:lnTo>
                    <a:pt x="263626" y="64709"/>
                  </a:lnTo>
                  <a:lnTo>
                    <a:pt x="304364" y="63971"/>
                  </a:lnTo>
                  <a:lnTo>
                    <a:pt x="343577" y="63070"/>
                  </a:lnTo>
                  <a:lnTo>
                    <a:pt x="383097" y="61968"/>
                  </a:lnTo>
                  <a:lnTo>
                    <a:pt x="404090" y="61313"/>
                  </a:lnTo>
                  <a:lnTo>
                    <a:pt x="439607" y="60119"/>
                  </a:lnTo>
                  <a:lnTo>
                    <a:pt x="477313" y="58760"/>
                  </a:lnTo>
                  <a:lnTo>
                    <a:pt x="517487" y="57238"/>
                  </a:lnTo>
                  <a:lnTo>
                    <a:pt x="560106" y="55564"/>
                  </a:lnTo>
                  <a:lnTo>
                    <a:pt x="604853" y="53764"/>
                  </a:lnTo>
                  <a:lnTo>
                    <a:pt x="651149" y="51874"/>
                  </a:lnTo>
                  <a:lnTo>
                    <a:pt x="698218" y="49939"/>
                  </a:lnTo>
                  <a:lnTo>
                    <a:pt x="745184" y="48010"/>
                  </a:lnTo>
                  <a:lnTo>
                    <a:pt x="791183" y="46137"/>
                  </a:lnTo>
                  <a:lnTo>
                    <a:pt x="835477" y="44363"/>
                  </a:lnTo>
                  <a:lnTo>
                    <a:pt x="877545" y="42723"/>
                  </a:lnTo>
                  <a:lnTo>
                    <a:pt x="917135" y="41238"/>
                  </a:lnTo>
                  <a:lnTo>
                    <a:pt x="954294" y="39918"/>
                  </a:lnTo>
                  <a:lnTo>
                    <a:pt x="981363" y="39017"/>
                  </a:lnTo>
                  <a:lnTo>
                    <a:pt x="1021686" y="37799"/>
                  </a:lnTo>
                  <a:lnTo>
                    <a:pt x="1060830" y="36799"/>
                  </a:lnTo>
                  <a:lnTo>
                    <a:pt x="1100562" y="35982"/>
                  </a:lnTo>
                  <a:lnTo>
                    <a:pt x="1142618" y="35310"/>
                  </a:lnTo>
                  <a:lnTo>
                    <a:pt x="1188061" y="34756"/>
                  </a:lnTo>
                  <a:lnTo>
                    <a:pt x="1236478" y="34302"/>
                  </a:lnTo>
                  <a:lnTo>
                    <a:pt x="1285129" y="33946"/>
                  </a:lnTo>
                  <a:lnTo>
                    <a:pt x="1328776" y="33691"/>
                  </a:lnTo>
                  <a:lnTo>
                    <a:pt x="1361379" y="33535"/>
                  </a:lnTo>
                  <a:lnTo>
                    <a:pt x="1379535" y="33463"/>
                  </a:lnTo>
                  <a:lnTo>
                    <a:pt x="1385197" y="33444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3659" y="5"/>
                  </a:lnTo>
                  <a:lnTo>
                    <a:pt x="1372544" y="46"/>
                  </a:lnTo>
                  <a:lnTo>
                    <a:pt x="1347256" y="156"/>
                  </a:lnTo>
                  <a:lnTo>
                    <a:pt x="1308617" y="359"/>
                  </a:lnTo>
                  <a:lnTo>
                    <a:pt x="1261770" y="663"/>
                  </a:lnTo>
                  <a:lnTo>
                    <a:pt x="1212720" y="1067"/>
                  </a:lnTo>
                  <a:lnTo>
                    <a:pt x="1165565" y="1568"/>
                  </a:lnTo>
                  <a:lnTo>
                    <a:pt x="1121827" y="2176"/>
                  </a:lnTo>
                  <a:lnTo>
                    <a:pt x="1081089" y="2915"/>
                  </a:lnTo>
                  <a:lnTo>
                    <a:pt x="1041877" y="3816"/>
                  </a:lnTo>
                  <a:lnTo>
                    <a:pt x="1002356" y="4918"/>
                  </a:lnTo>
                  <a:lnTo>
                    <a:pt x="981363" y="5573"/>
                  </a:lnTo>
                  <a:lnTo>
                    <a:pt x="945846" y="6767"/>
                  </a:lnTo>
                  <a:lnTo>
                    <a:pt x="908141" y="8125"/>
                  </a:lnTo>
                  <a:lnTo>
                    <a:pt x="867967" y="9648"/>
                  </a:lnTo>
                  <a:lnTo>
                    <a:pt x="825348" y="11322"/>
                  </a:lnTo>
                  <a:lnTo>
                    <a:pt x="780601" y="13122"/>
                  </a:lnTo>
                  <a:lnTo>
                    <a:pt x="734305" y="15012"/>
                  </a:lnTo>
                  <a:lnTo>
                    <a:pt x="687236" y="16947"/>
                  </a:lnTo>
                  <a:lnTo>
                    <a:pt x="640270" y="18876"/>
                  </a:lnTo>
                  <a:lnTo>
                    <a:pt x="594271" y="20749"/>
                  </a:lnTo>
                  <a:lnTo>
                    <a:pt x="549977" y="22523"/>
                  </a:lnTo>
                  <a:lnTo>
                    <a:pt x="507909" y="24163"/>
                  </a:lnTo>
                  <a:lnTo>
                    <a:pt x="468319" y="25648"/>
                  </a:lnTo>
                  <a:lnTo>
                    <a:pt x="431159" y="26968"/>
                  </a:lnTo>
                  <a:lnTo>
                    <a:pt x="404090" y="27869"/>
                  </a:lnTo>
                  <a:lnTo>
                    <a:pt x="363767" y="29086"/>
                  </a:lnTo>
                  <a:lnTo>
                    <a:pt x="324623" y="30087"/>
                  </a:lnTo>
                  <a:lnTo>
                    <a:pt x="284892" y="30904"/>
                  </a:lnTo>
                  <a:lnTo>
                    <a:pt x="242835" y="31576"/>
                  </a:lnTo>
                  <a:lnTo>
                    <a:pt x="197393" y="32130"/>
                  </a:lnTo>
                  <a:lnTo>
                    <a:pt x="148975" y="32584"/>
                  </a:lnTo>
                  <a:lnTo>
                    <a:pt x="100325" y="32939"/>
                  </a:lnTo>
                  <a:lnTo>
                    <a:pt x="56678" y="33195"/>
                  </a:lnTo>
                  <a:lnTo>
                    <a:pt x="24075" y="33351"/>
                  </a:lnTo>
                  <a:lnTo>
                    <a:pt x="5918" y="33423"/>
                  </a:lnTo>
                  <a:lnTo>
                    <a:pt x="256" y="33442"/>
                  </a:lnTo>
                  <a:lnTo>
                    <a:pt x="0" y="3344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2050472" y="2784019"/>
              <a:ext cx="1385454" cy="66886"/>
            </a:xfrm>
            <a:custGeom>
              <a:avLst/>
              <a:pathLst>
                <a:path w="1385454" h="66886">
                  <a:moveTo>
                    <a:pt x="0" y="66886"/>
                  </a:moveTo>
                  <a:lnTo>
                    <a:pt x="1795" y="66881"/>
                  </a:lnTo>
                  <a:lnTo>
                    <a:pt x="12910" y="66840"/>
                  </a:lnTo>
                  <a:lnTo>
                    <a:pt x="38198" y="66730"/>
                  </a:lnTo>
                  <a:lnTo>
                    <a:pt x="76837" y="66527"/>
                  </a:lnTo>
                  <a:lnTo>
                    <a:pt x="123683" y="66223"/>
                  </a:lnTo>
                  <a:lnTo>
                    <a:pt x="172734" y="65819"/>
                  </a:lnTo>
                  <a:lnTo>
                    <a:pt x="219888" y="65318"/>
                  </a:lnTo>
                  <a:lnTo>
                    <a:pt x="263626" y="64709"/>
                  </a:lnTo>
                  <a:lnTo>
                    <a:pt x="304364" y="63971"/>
                  </a:lnTo>
                  <a:lnTo>
                    <a:pt x="343577" y="63070"/>
                  </a:lnTo>
                  <a:lnTo>
                    <a:pt x="383097" y="61968"/>
                  </a:lnTo>
                  <a:lnTo>
                    <a:pt x="404090" y="61313"/>
                  </a:lnTo>
                  <a:lnTo>
                    <a:pt x="439607" y="60119"/>
                  </a:lnTo>
                  <a:lnTo>
                    <a:pt x="477313" y="58760"/>
                  </a:lnTo>
                  <a:lnTo>
                    <a:pt x="517487" y="57238"/>
                  </a:lnTo>
                  <a:lnTo>
                    <a:pt x="560106" y="55564"/>
                  </a:lnTo>
                  <a:lnTo>
                    <a:pt x="604853" y="53764"/>
                  </a:lnTo>
                  <a:lnTo>
                    <a:pt x="651149" y="51874"/>
                  </a:lnTo>
                  <a:lnTo>
                    <a:pt x="698218" y="49939"/>
                  </a:lnTo>
                  <a:lnTo>
                    <a:pt x="745184" y="48010"/>
                  </a:lnTo>
                  <a:lnTo>
                    <a:pt x="791183" y="46137"/>
                  </a:lnTo>
                  <a:lnTo>
                    <a:pt x="835477" y="44363"/>
                  </a:lnTo>
                  <a:lnTo>
                    <a:pt x="877545" y="42723"/>
                  </a:lnTo>
                  <a:lnTo>
                    <a:pt x="917135" y="41238"/>
                  </a:lnTo>
                  <a:lnTo>
                    <a:pt x="954294" y="39918"/>
                  </a:lnTo>
                  <a:lnTo>
                    <a:pt x="981363" y="39017"/>
                  </a:lnTo>
                  <a:lnTo>
                    <a:pt x="1021686" y="37799"/>
                  </a:lnTo>
                  <a:lnTo>
                    <a:pt x="1060830" y="36799"/>
                  </a:lnTo>
                  <a:lnTo>
                    <a:pt x="1100562" y="35982"/>
                  </a:lnTo>
                  <a:lnTo>
                    <a:pt x="1142618" y="35310"/>
                  </a:lnTo>
                  <a:lnTo>
                    <a:pt x="1188061" y="34756"/>
                  </a:lnTo>
                  <a:lnTo>
                    <a:pt x="1236478" y="34302"/>
                  </a:lnTo>
                  <a:lnTo>
                    <a:pt x="1285129" y="33946"/>
                  </a:lnTo>
                  <a:lnTo>
                    <a:pt x="1328776" y="33691"/>
                  </a:lnTo>
                  <a:lnTo>
                    <a:pt x="1361379" y="33535"/>
                  </a:lnTo>
                  <a:lnTo>
                    <a:pt x="1379535" y="33463"/>
                  </a:lnTo>
                  <a:lnTo>
                    <a:pt x="1385197" y="33444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3659" y="5"/>
                  </a:lnTo>
                  <a:lnTo>
                    <a:pt x="1372544" y="46"/>
                  </a:lnTo>
                  <a:lnTo>
                    <a:pt x="1347256" y="156"/>
                  </a:lnTo>
                  <a:lnTo>
                    <a:pt x="1308617" y="359"/>
                  </a:lnTo>
                  <a:lnTo>
                    <a:pt x="1261770" y="663"/>
                  </a:lnTo>
                  <a:lnTo>
                    <a:pt x="1212720" y="1067"/>
                  </a:lnTo>
                  <a:lnTo>
                    <a:pt x="1165565" y="1568"/>
                  </a:lnTo>
                  <a:lnTo>
                    <a:pt x="1121827" y="2176"/>
                  </a:lnTo>
                  <a:lnTo>
                    <a:pt x="1081089" y="2915"/>
                  </a:lnTo>
                  <a:lnTo>
                    <a:pt x="1041877" y="3816"/>
                  </a:lnTo>
                  <a:lnTo>
                    <a:pt x="1002356" y="4918"/>
                  </a:lnTo>
                  <a:lnTo>
                    <a:pt x="981363" y="5573"/>
                  </a:lnTo>
                  <a:lnTo>
                    <a:pt x="945846" y="6767"/>
                  </a:lnTo>
                  <a:lnTo>
                    <a:pt x="908141" y="8125"/>
                  </a:lnTo>
                  <a:lnTo>
                    <a:pt x="867967" y="9648"/>
                  </a:lnTo>
                  <a:lnTo>
                    <a:pt x="825348" y="11322"/>
                  </a:lnTo>
                  <a:lnTo>
                    <a:pt x="780601" y="13122"/>
                  </a:lnTo>
                  <a:lnTo>
                    <a:pt x="734305" y="15012"/>
                  </a:lnTo>
                  <a:lnTo>
                    <a:pt x="687236" y="16947"/>
                  </a:lnTo>
                  <a:lnTo>
                    <a:pt x="640270" y="18876"/>
                  </a:lnTo>
                  <a:lnTo>
                    <a:pt x="594271" y="20749"/>
                  </a:lnTo>
                  <a:lnTo>
                    <a:pt x="549977" y="22523"/>
                  </a:lnTo>
                  <a:lnTo>
                    <a:pt x="507909" y="24163"/>
                  </a:lnTo>
                  <a:lnTo>
                    <a:pt x="468319" y="25648"/>
                  </a:lnTo>
                  <a:lnTo>
                    <a:pt x="431159" y="26968"/>
                  </a:lnTo>
                  <a:lnTo>
                    <a:pt x="404090" y="27869"/>
                  </a:lnTo>
                  <a:lnTo>
                    <a:pt x="363767" y="29086"/>
                  </a:lnTo>
                  <a:lnTo>
                    <a:pt x="324623" y="30087"/>
                  </a:lnTo>
                  <a:lnTo>
                    <a:pt x="284892" y="30904"/>
                  </a:lnTo>
                  <a:lnTo>
                    <a:pt x="242835" y="31576"/>
                  </a:lnTo>
                  <a:lnTo>
                    <a:pt x="197393" y="32130"/>
                  </a:lnTo>
                  <a:lnTo>
                    <a:pt x="148975" y="32584"/>
                  </a:lnTo>
                  <a:lnTo>
                    <a:pt x="100325" y="32939"/>
                  </a:lnTo>
                  <a:lnTo>
                    <a:pt x="56678" y="33195"/>
                  </a:lnTo>
                  <a:lnTo>
                    <a:pt x="24075" y="33351"/>
                  </a:lnTo>
                  <a:lnTo>
                    <a:pt x="5918" y="33423"/>
                  </a:lnTo>
                  <a:lnTo>
                    <a:pt x="256" y="33442"/>
                  </a:lnTo>
                  <a:lnTo>
                    <a:pt x="0" y="3344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2050472" y="4589966"/>
              <a:ext cx="1385454" cy="902973"/>
            </a:xfrm>
            <a:custGeom>
              <a:avLst/>
              <a:pathLst>
                <a:path w="1385454" h="902973">
                  <a:moveTo>
                    <a:pt x="0" y="33443"/>
                  </a:moveTo>
                  <a:lnTo>
                    <a:pt x="1644" y="33577"/>
                  </a:lnTo>
                  <a:lnTo>
                    <a:pt x="11873" y="34539"/>
                  </a:lnTo>
                  <a:lnTo>
                    <a:pt x="35347" y="37154"/>
                  </a:lnTo>
                  <a:lnTo>
                    <a:pt x="71685" y="42020"/>
                  </a:lnTo>
                  <a:lnTo>
                    <a:pt x="116443" y="49360"/>
                  </a:lnTo>
                  <a:lnTo>
                    <a:pt x="164034" y="59132"/>
                  </a:lnTo>
                  <a:lnTo>
                    <a:pt x="210334" y="71291"/>
                  </a:lnTo>
                  <a:lnTo>
                    <a:pt x="253528" y="86001"/>
                  </a:lnTo>
                  <a:lnTo>
                    <a:pt x="293679" y="103721"/>
                  </a:lnTo>
                  <a:lnTo>
                    <a:pt x="331962" y="125192"/>
                  </a:lnTo>
                  <a:lnTo>
                    <a:pt x="370022" y="151322"/>
                  </a:lnTo>
                  <a:lnTo>
                    <a:pt x="404090" y="178365"/>
                  </a:lnTo>
                  <a:lnTo>
                    <a:pt x="433801" y="204159"/>
                  </a:lnTo>
                  <a:lnTo>
                    <a:pt x="465011" y="232970"/>
                  </a:lnTo>
                  <a:lnTo>
                    <a:pt x="497929" y="264821"/>
                  </a:lnTo>
                  <a:lnTo>
                    <a:pt x="532614" y="299595"/>
                  </a:lnTo>
                  <a:lnTo>
                    <a:pt x="568973" y="337017"/>
                  </a:lnTo>
                  <a:lnTo>
                    <a:pt x="606770" y="376650"/>
                  </a:lnTo>
                  <a:lnTo>
                    <a:pt x="645644" y="417907"/>
                  </a:lnTo>
                  <a:lnTo>
                    <a:pt x="685135" y="460088"/>
                  </a:lnTo>
                  <a:lnTo>
                    <a:pt x="724728" y="502420"/>
                  </a:lnTo>
                  <a:lnTo>
                    <a:pt x="763897" y="544119"/>
                  </a:lnTo>
                  <a:lnTo>
                    <a:pt x="802156" y="584450"/>
                  </a:lnTo>
                  <a:lnTo>
                    <a:pt x="839100" y="622779"/>
                  </a:lnTo>
                  <a:lnTo>
                    <a:pt x="874445" y="658609"/>
                  </a:lnTo>
                  <a:lnTo>
                    <a:pt x="908042" y="691602"/>
                  </a:lnTo>
                  <a:lnTo>
                    <a:pt x="939890" y="721582"/>
                  </a:lnTo>
                  <a:lnTo>
                    <a:pt x="970140" y="748521"/>
                  </a:lnTo>
                  <a:lnTo>
                    <a:pt x="981363" y="758052"/>
                  </a:lnTo>
                  <a:lnTo>
                    <a:pt x="1020512" y="788848"/>
                  </a:lnTo>
                  <a:lnTo>
                    <a:pt x="1058503" y="814310"/>
                  </a:lnTo>
                  <a:lnTo>
                    <a:pt x="1096944" y="835236"/>
                  </a:lnTo>
                  <a:lnTo>
                    <a:pt x="1137447" y="852520"/>
                  </a:lnTo>
                  <a:lnTo>
                    <a:pt x="1181080" y="866873"/>
                  </a:lnTo>
                  <a:lnTo>
                    <a:pt x="1227704" y="878713"/>
                  </a:lnTo>
                  <a:lnTo>
                    <a:pt x="1275206" y="888169"/>
                  </a:lnTo>
                  <a:lnTo>
                    <a:pt x="1319179" y="895181"/>
                  </a:lnTo>
                  <a:lnTo>
                    <a:pt x="1354008" y="899728"/>
                  </a:lnTo>
                  <a:lnTo>
                    <a:pt x="1375641" y="902082"/>
                  </a:lnTo>
                  <a:lnTo>
                    <a:pt x="1384366" y="902886"/>
                  </a:lnTo>
                  <a:lnTo>
                    <a:pt x="1385454" y="902973"/>
                  </a:lnTo>
                  <a:lnTo>
                    <a:pt x="1385454" y="869530"/>
                  </a:lnTo>
                  <a:lnTo>
                    <a:pt x="1383810" y="869396"/>
                  </a:lnTo>
                  <a:lnTo>
                    <a:pt x="1373580" y="868434"/>
                  </a:lnTo>
                  <a:lnTo>
                    <a:pt x="1350107" y="865819"/>
                  </a:lnTo>
                  <a:lnTo>
                    <a:pt x="1313768" y="860953"/>
                  </a:lnTo>
                  <a:lnTo>
                    <a:pt x="1269011" y="853613"/>
                  </a:lnTo>
                  <a:lnTo>
                    <a:pt x="1221419" y="843841"/>
                  </a:lnTo>
                  <a:lnTo>
                    <a:pt x="1175119" y="831682"/>
                  </a:lnTo>
                  <a:lnTo>
                    <a:pt x="1131926" y="816972"/>
                  </a:lnTo>
                  <a:lnTo>
                    <a:pt x="1091775" y="799252"/>
                  </a:lnTo>
                  <a:lnTo>
                    <a:pt x="1053491" y="777780"/>
                  </a:lnTo>
                  <a:lnTo>
                    <a:pt x="1015432" y="751650"/>
                  </a:lnTo>
                  <a:lnTo>
                    <a:pt x="981363" y="724608"/>
                  </a:lnTo>
                  <a:lnTo>
                    <a:pt x="951652" y="698813"/>
                  </a:lnTo>
                  <a:lnTo>
                    <a:pt x="920443" y="670003"/>
                  </a:lnTo>
                  <a:lnTo>
                    <a:pt x="887524" y="638152"/>
                  </a:lnTo>
                  <a:lnTo>
                    <a:pt x="852839" y="603378"/>
                  </a:lnTo>
                  <a:lnTo>
                    <a:pt x="816481" y="565956"/>
                  </a:lnTo>
                  <a:lnTo>
                    <a:pt x="778684" y="526323"/>
                  </a:lnTo>
                  <a:lnTo>
                    <a:pt x="739810" y="485065"/>
                  </a:lnTo>
                  <a:lnTo>
                    <a:pt x="700318" y="442885"/>
                  </a:lnTo>
                  <a:lnTo>
                    <a:pt x="660725" y="400553"/>
                  </a:lnTo>
                  <a:lnTo>
                    <a:pt x="621556" y="358854"/>
                  </a:lnTo>
                  <a:lnTo>
                    <a:pt x="583298" y="318522"/>
                  </a:lnTo>
                  <a:lnTo>
                    <a:pt x="546353" y="280193"/>
                  </a:lnTo>
                  <a:lnTo>
                    <a:pt x="511008" y="244364"/>
                  </a:lnTo>
                  <a:lnTo>
                    <a:pt x="477412" y="211371"/>
                  </a:lnTo>
                  <a:lnTo>
                    <a:pt x="445564" y="181391"/>
                  </a:lnTo>
                  <a:lnTo>
                    <a:pt x="415314" y="154452"/>
                  </a:lnTo>
                  <a:lnTo>
                    <a:pt x="404090" y="144921"/>
                  </a:lnTo>
                  <a:lnTo>
                    <a:pt x="364942" y="114125"/>
                  </a:lnTo>
                  <a:lnTo>
                    <a:pt x="326950" y="88662"/>
                  </a:lnTo>
                  <a:lnTo>
                    <a:pt x="288509" y="67737"/>
                  </a:lnTo>
                  <a:lnTo>
                    <a:pt x="248007" y="50452"/>
                  </a:lnTo>
                  <a:lnTo>
                    <a:pt x="204373" y="36100"/>
                  </a:lnTo>
                  <a:lnTo>
                    <a:pt x="157749" y="24260"/>
                  </a:lnTo>
                  <a:lnTo>
                    <a:pt x="110248" y="14804"/>
                  </a:lnTo>
                  <a:lnTo>
                    <a:pt x="66275" y="7792"/>
                  </a:lnTo>
                  <a:lnTo>
                    <a:pt x="31446" y="3245"/>
                  </a:lnTo>
                  <a:lnTo>
                    <a:pt x="9813" y="890"/>
                  </a:lnTo>
                  <a:lnTo>
                    <a:pt x="1088" y="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2050472" y="4623409"/>
              <a:ext cx="1385454" cy="902973"/>
            </a:xfrm>
            <a:custGeom>
              <a:avLst/>
              <a:pathLst>
                <a:path w="1385454" h="902973">
                  <a:moveTo>
                    <a:pt x="0" y="33443"/>
                  </a:moveTo>
                  <a:lnTo>
                    <a:pt x="1644" y="33577"/>
                  </a:lnTo>
                  <a:lnTo>
                    <a:pt x="11873" y="34539"/>
                  </a:lnTo>
                  <a:lnTo>
                    <a:pt x="35347" y="37154"/>
                  </a:lnTo>
                  <a:lnTo>
                    <a:pt x="71685" y="42020"/>
                  </a:lnTo>
                  <a:lnTo>
                    <a:pt x="116443" y="49360"/>
                  </a:lnTo>
                  <a:lnTo>
                    <a:pt x="164034" y="59132"/>
                  </a:lnTo>
                  <a:lnTo>
                    <a:pt x="210334" y="71291"/>
                  </a:lnTo>
                  <a:lnTo>
                    <a:pt x="253528" y="86001"/>
                  </a:lnTo>
                  <a:lnTo>
                    <a:pt x="293679" y="103721"/>
                  </a:lnTo>
                  <a:lnTo>
                    <a:pt x="331962" y="125192"/>
                  </a:lnTo>
                  <a:lnTo>
                    <a:pt x="370022" y="151322"/>
                  </a:lnTo>
                  <a:lnTo>
                    <a:pt x="404090" y="178365"/>
                  </a:lnTo>
                  <a:lnTo>
                    <a:pt x="433801" y="204159"/>
                  </a:lnTo>
                  <a:lnTo>
                    <a:pt x="465011" y="232970"/>
                  </a:lnTo>
                  <a:lnTo>
                    <a:pt x="497929" y="264821"/>
                  </a:lnTo>
                  <a:lnTo>
                    <a:pt x="532614" y="299595"/>
                  </a:lnTo>
                  <a:lnTo>
                    <a:pt x="568973" y="337017"/>
                  </a:lnTo>
                  <a:lnTo>
                    <a:pt x="606770" y="376650"/>
                  </a:lnTo>
                  <a:lnTo>
                    <a:pt x="645644" y="417907"/>
                  </a:lnTo>
                  <a:lnTo>
                    <a:pt x="685135" y="460088"/>
                  </a:lnTo>
                  <a:lnTo>
                    <a:pt x="724728" y="502420"/>
                  </a:lnTo>
                  <a:lnTo>
                    <a:pt x="763897" y="544119"/>
                  </a:lnTo>
                  <a:lnTo>
                    <a:pt x="802156" y="584450"/>
                  </a:lnTo>
                  <a:lnTo>
                    <a:pt x="839100" y="622779"/>
                  </a:lnTo>
                  <a:lnTo>
                    <a:pt x="874445" y="658609"/>
                  </a:lnTo>
                  <a:lnTo>
                    <a:pt x="908042" y="691602"/>
                  </a:lnTo>
                  <a:lnTo>
                    <a:pt x="939890" y="721582"/>
                  </a:lnTo>
                  <a:lnTo>
                    <a:pt x="970140" y="748521"/>
                  </a:lnTo>
                  <a:lnTo>
                    <a:pt x="981363" y="758052"/>
                  </a:lnTo>
                  <a:lnTo>
                    <a:pt x="1020512" y="788848"/>
                  </a:lnTo>
                  <a:lnTo>
                    <a:pt x="1058503" y="814310"/>
                  </a:lnTo>
                  <a:lnTo>
                    <a:pt x="1096944" y="835236"/>
                  </a:lnTo>
                  <a:lnTo>
                    <a:pt x="1137447" y="852520"/>
                  </a:lnTo>
                  <a:lnTo>
                    <a:pt x="1181080" y="866873"/>
                  </a:lnTo>
                  <a:lnTo>
                    <a:pt x="1227704" y="878713"/>
                  </a:lnTo>
                  <a:lnTo>
                    <a:pt x="1275206" y="888169"/>
                  </a:lnTo>
                  <a:lnTo>
                    <a:pt x="1319179" y="895181"/>
                  </a:lnTo>
                  <a:lnTo>
                    <a:pt x="1354008" y="899728"/>
                  </a:lnTo>
                  <a:lnTo>
                    <a:pt x="1375641" y="902082"/>
                  </a:lnTo>
                  <a:lnTo>
                    <a:pt x="1384366" y="902886"/>
                  </a:lnTo>
                  <a:lnTo>
                    <a:pt x="1385454" y="902973"/>
                  </a:lnTo>
                  <a:lnTo>
                    <a:pt x="1385454" y="869530"/>
                  </a:lnTo>
                  <a:lnTo>
                    <a:pt x="1383810" y="869396"/>
                  </a:lnTo>
                  <a:lnTo>
                    <a:pt x="1373580" y="868434"/>
                  </a:lnTo>
                  <a:lnTo>
                    <a:pt x="1350107" y="865819"/>
                  </a:lnTo>
                  <a:lnTo>
                    <a:pt x="1313768" y="860953"/>
                  </a:lnTo>
                  <a:lnTo>
                    <a:pt x="1269011" y="853613"/>
                  </a:lnTo>
                  <a:lnTo>
                    <a:pt x="1221419" y="843841"/>
                  </a:lnTo>
                  <a:lnTo>
                    <a:pt x="1175119" y="831682"/>
                  </a:lnTo>
                  <a:lnTo>
                    <a:pt x="1131926" y="816972"/>
                  </a:lnTo>
                  <a:lnTo>
                    <a:pt x="1091775" y="799252"/>
                  </a:lnTo>
                  <a:lnTo>
                    <a:pt x="1053491" y="777780"/>
                  </a:lnTo>
                  <a:lnTo>
                    <a:pt x="1015432" y="751650"/>
                  </a:lnTo>
                  <a:lnTo>
                    <a:pt x="981363" y="724608"/>
                  </a:lnTo>
                  <a:lnTo>
                    <a:pt x="951652" y="698813"/>
                  </a:lnTo>
                  <a:lnTo>
                    <a:pt x="920443" y="670003"/>
                  </a:lnTo>
                  <a:lnTo>
                    <a:pt x="887524" y="638152"/>
                  </a:lnTo>
                  <a:lnTo>
                    <a:pt x="852839" y="603378"/>
                  </a:lnTo>
                  <a:lnTo>
                    <a:pt x="816481" y="565956"/>
                  </a:lnTo>
                  <a:lnTo>
                    <a:pt x="778684" y="526323"/>
                  </a:lnTo>
                  <a:lnTo>
                    <a:pt x="739810" y="485065"/>
                  </a:lnTo>
                  <a:lnTo>
                    <a:pt x="700318" y="442885"/>
                  </a:lnTo>
                  <a:lnTo>
                    <a:pt x="660725" y="400553"/>
                  </a:lnTo>
                  <a:lnTo>
                    <a:pt x="621556" y="358854"/>
                  </a:lnTo>
                  <a:lnTo>
                    <a:pt x="583298" y="318522"/>
                  </a:lnTo>
                  <a:lnTo>
                    <a:pt x="546353" y="280193"/>
                  </a:lnTo>
                  <a:lnTo>
                    <a:pt x="511008" y="244364"/>
                  </a:lnTo>
                  <a:lnTo>
                    <a:pt x="477412" y="211371"/>
                  </a:lnTo>
                  <a:lnTo>
                    <a:pt x="445564" y="181391"/>
                  </a:lnTo>
                  <a:lnTo>
                    <a:pt x="415314" y="154452"/>
                  </a:lnTo>
                  <a:lnTo>
                    <a:pt x="404090" y="144921"/>
                  </a:lnTo>
                  <a:lnTo>
                    <a:pt x="364942" y="114125"/>
                  </a:lnTo>
                  <a:lnTo>
                    <a:pt x="326950" y="88662"/>
                  </a:lnTo>
                  <a:lnTo>
                    <a:pt x="288509" y="67737"/>
                  </a:lnTo>
                  <a:lnTo>
                    <a:pt x="248007" y="50452"/>
                  </a:lnTo>
                  <a:lnTo>
                    <a:pt x="204373" y="36100"/>
                  </a:lnTo>
                  <a:lnTo>
                    <a:pt x="157749" y="24260"/>
                  </a:lnTo>
                  <a:lnTo>
                    <a:pt x="110248" y="14804"/>
                  </a:lnTo>
                  <a:lnTo>
                    <a:pt x="66275" y="7792"/>
                  </a:lnTo>
                  <a:lnTo>
                    <a:pt x="31446" y="3245"/>
                  </a:lnTo>
                  <a:lnTo>
                    <a:pt x="9813" y="890"/>
                  </a:lnTo>
                  <a:lnTo>
                    <a:pt x="1088" y="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2050472" y="3954540"/>
              <a:ext cx="1385454" cy="367878"/>
            </a:xfrm>
            <a:custGeom>
              <a:avLst/>
              <a:pathLst>
                <a:path w="1385454" h="367878">
                  <a:moveTo>
                    <a:pt x="0" y="33443"/>
                  </a:moveTo>
                  <a:lnTo>
                    <a:pt x="1770" y="33499"/>
                  </a:lnTo>
                  <a:lnTo>
                    <a:pt x="12744" y="33899"/>
                  </a:lnTo>
                  <a:lnTo>
                    <a:pt x="37744" y="34982"/>
                  </a:lnTo>
                  <a:lnTo>
                    <a:pt x="76023" y="36989"/>
                  </a:lnTo>
                  <a:lnTo>
                    <a:pt x="122547" y="39999"/>
                  </a:lnTo>
                  <a:lnTo>
                    <a:pt x="171377" y="43989"/>
                  </a:lnTo>
                  <a:lnTo>
                    <a:pt x="218404" y="48948"/>
                  </a:lnTo>
                  <a:lnTo>
                    <a:pt x="262059" y="54965"/>
                  </a:lnTo>
                  <a:lnTo>
                    <a:pt x="302701" y="62254"/>
                  </a:lnTo>
                  <a:lnTo>
                    <a:pt x="341759" y="71145"/>
                  </a:lnTo>
                  <a:lnTo>
                    <a:pt x="381040" y="82013"/>
                  </a:lnTo>
                  <a:lnTo>
                    <a:pt x="404090" y="89182"/>
                  </a:lnTo>
                  <a:lnTo>
                    <a:pt x="438374" y="100688"/>
                  </a:lnTo>
                  <a:lnTo>
                    <a:pt x="474687" y="113732"/>
                  </a:lnTo>
                  <a:lnTo>
                    <a:pt x="513298" y="128310"/>
                  </a:lnTo>
                  <a:lnTo>
                    <a:pt x="554209" y="144320"/>
                  </a:lnTo>
                  <a:lnTo>
                    <a:pt x="597162" y="161550"/>
                  </a:lnTo>
                  <a:lnTo>
                    <a:pt x="641669" y="179685"/>
                  </a:lnTo>
                  <a:lnTo>
                    <a:pt x="687057" y="198328"/>
                  </a:lnTo>
                  <a:lnTo>
                    <a:pt x="732544" y="217027"/>
                  </a:lnTo>
                  <a:lnTo>
                    <a:pt x="777339" y="235329"/>
                  </a:lnTo>
                  <a:lnTo>
                    <a:pt x="820733" y="252817"/>
                  </a:lnTo>
                  <a:lnTo>
                    <a:pt x="862185" y="269154"/>
                  </a:lnTo>
                  <a:lnTo>
                    <a:pt x="901378" y="284102"/>
                  </a:lnTo>
                  <a:lnTo>
                    <a:pt x="938249" y="297532"/>
                  </a:lnTo>
                  <a:lnTo>
                    <a:pt x="972998" y="309416"/>
                  </a:lnTo>
                  <a:lnTo>
                    <a:pt x="981363" y="312139"/>
                  </a:lnTo>
                  <a:lnTo>
                    <a:pt x="1021503" y="324261"/>
                  </a:lnTo>
                  <a:lnTo>
                    <a:pt x="1060466" y="334233"/>
                  </a:lnTo>
                  <a:lnTo>
                    <a:pt x="1099995" y="342387"/>
                  </a:lnTo>
                  <a:lnTo>
                    <a:pt x="1141806" y="349092"/>
                  </a:lnTo>
                  <a:lnTo>
                    <a:pt x="1186964" y="354634"/>
                  </a:lnTo>
                  <a:lnTo>
                    <a:pt x="1235104" y="359171"/>
                  </a:lnTo>
                  <a:lnTo>
                    <a:pt x="1283589" y="362743"/>
                  </a:lnTo>
                  <a:lnTo>
                    <a:pt x="1327315" y="365319"/>
                  </a:lnTo>
                  <a:lnTo>
                    <a:pt x="1360296" y="366909"/>
                  </a:lnTo>
                  <a:lnTo>
                    <a:pt x="1379005" y="367660"/>
                  </a:lnTo>
                  <a:lnTo>
                    <a:pt x="1385115" y="367868"/>
                  </a:lnTo>
                  <a:lnTo>
                    <a:pt x="1385454" y="367878"/>
                  </a:lnTo>
                  <a:lnTo>
                    <a:pt x="1385454" y="334434"/>
                  </a:lnTo>
                  <a:lnTo>
                    <a:pt x="1383683" y="334379"/>
                  </a:lnTo>
                  <a:lnTo>
                    <a:pt x="1372709" y="333979"/>
                  </a:lnTo>
                  <a:lnTo>
                    <a:pt x="1347709" y="332895"/>
                  </a:lnTo>
                  <a:lnTo>
                    <a:pt x="1309431" y="330888"/>
                  </a:lnTo>
                  <a:lnTo>
                    <a:pt x="1262906" y="327878"/>
                  </a:lnTo>
                  <a:lnTo>
                    <a:pt x="1214076" y="323889"/>
                  </a:lnTo>
                  <a:lnTo>
                    <a:pt x="1167050" y="318929"/>
                  </a:lnTo>
                  <a:lnTo>
                    <a:pt x="1123395" y="312912"/>
                  </a:lnTo>
                  <a:lnTo>
                    <a:pt x="1082752" y="305623"/>
                  </a:lnTo>
                  <a:lnTo>
                    <a:pt x="1043694" y="296732"/>
                  </a:lnTo>
                  <a:lnTo>
                    <a:pt x="1004414" y="285864"/>
                  </a:lnTo>
                  <a:lnTo>
                    <a:pt x="981363" y="278695"/>
                  </a:lnTo>
                  <a:lnTo>
                    <a:pt x="947080" y="267189"/>
                  </a:lnTo>
                  <a:lnTo>
                    <a:pt x="910766" y="254145"/>
                  </a:lnTo>
                  <a:lnTo>
                    <a:pt x="872155" y="239567"/>
                  </a:lnTo>
                  <a:lnTo>
                    <a:pt x="831245" y="223558"/>
                  </a:lnTo>
                  <a:lnTo>
                    <a:pt x="788291" y="206328"/>
                  </a:lnTo>
                  <a:lnTo>
                    <a:pt x="743784" y="188192"/>
                  </a:lnTo>
                  <a:lnTo>
                    <a:pt x="698397" y="169550"/>
                  </a:lnTo>
                  <a:lnTo>
                    <a:pt x="652910" y="150850"/>
                  </a:lnTo>
                  <a:lnTo>
                    <a:pt x="608115" y="132548"/>
                  </a:lnTo>
                  <a:lnTo>
                    <a:pt x="564721" y="115060"/>
                  </a:lnTo>
                  <a:lnTo>
                    <a:pt x="523269" y="98723"/>
                  </a:lnTo>
                  <a:lnTo>
                    <a:pt x="484075" y="83775"/>
                  </a:lnTo>
                  <a:lnTo>
                    <a:pt x="447205" y="70345"/>
                  </a:lnTo>
                  <a:lnTo>
                    <a:pt x="412456" y="58461"/>
                  </a:lnTo>
                  <a:lnTo>
                    <a:pt x="404090" y="55739"/>
                  </a:lnTo>
                  <a:lnTo>
                    <a:pt x="363951" y="43616"/>
                  </a:lnTo>
                  <a:lnTo>
                    <a:pt x="324987" y="33645"/>
                  </a:lnTo>
                  <a:lnTo>
                    <a:pt x="285459" y="25491"/>
                  </a:lnTo>
                  <a:lnTo>
                    <a:pt x="243647" y="18785"/>
                  </a:lnTo>
                  <a:lnTo>
                    <a:pt x="198489" y="13243"/>
                  </a:lnTo>
                  <a:lnTo>
                    <a:pt x="150349" y="8706"/>
                  </a:lnTo>
                  <a:lnTo>
                    <a:pt x="101864" y="5134"/>
                  </a:lnTo>
                  <a:lnTo>
                    <a:pt x="58139" y="2558"/>
                  </a:lnTo>
                  <a:lnTo>
                    <a:pt x="25158" y="969"/>
                  </a:lnTo>
                  <a:lnTo>
                    <a:pt x="6449" y="217"/>
                  </a:lnTo>
                  <a:lnTo>
                    <a:pt x="339" y="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2050472" y="2817462"/>
              <a:ext cx="1385454" cy="66886"/>
            </a:xfrm>
            <a:custGeom>
              <a:avLst/>
              <a:pathLst>
                <a:path w="1385454" h="66886">
                  <a:moveTo>
                    <a:pt x="0" y="66886"/>
                  </a:moveTo>
                  <a:lnTo>
                    <a:pt x="1795" y="66881"/>
                  </a:lnTo>
                  <a:lnTo>
                    <a:pt x="12910" y="66840"/>
                  </a:lnTo>
                  <a:lnTo>
                    <a:pt x="38198" y="66730"/>
                  </a:lnTo>
                  <a:lnTo>
                    <a:pt x="76837" y="66527"/>
                  </a:lnTo>
                  <a:lnTo>
                    <a:pt x="123683" y="66223"/>
                  </a:lnTo>
                  <a:lnTo>
                    <a:pt x="172734" y="65819"/>
                  </a:lnTo>
                  <a:lnTo>
                    <a:pt x="219888" y="65318"/>
                  </a:lnTo>
                  <a:lnTo>
                    <a:pt x="263626" y="64709"/>
                  </a:lnTo>
                  <a:lnTo>
                    <a:pt x="304364" y="63971"/>
                  </a:lnTo>
                  <a:lnTo>
                    <a:pt x="343577" y="63070"/>
                  </a:lnTo>
                  <a:lnTo>
                    <a:pt x="383097" y="61968"/>
                  </a:lnTo>
                  <a:lnTo>
                    <a:pt x="404090" y="61313"/>
                  </a:lnTo>
                  <a:lnTo>
                    <a:pt x="439607" y="60119"/>
                  </a:lnTo>
                  <a:lnTo>
                    <a:pt x="477313" y="58760"/>
                  </a:lnTo>
                  <a:lnTo>
                    <a:pt x="517487" y="57238"/>
                  </a:lnTo>
                  <a:lnTo>
                    <a:pt x="560106" y="55564"/>
                  </a:lnTo>
                  <a:lnTo>
                    <a:pt x="604853" y="53764"/>
                  </a:lnTo>
                  <a:lnTo>
                    <a:pt x="651149" y="51874"/>
                  </a:lnTo>
                  <a:lnTo>
                    <a:pt x="698218" y="49939"/>
                  </a:lnTo>
                  <a:lnTo>
                    <a:pt x="745184" y="48010"/>
                  </a:lnTo>
                  <a:lnTo>
                    <a:pt x="791183" y="46137"/>
                  </a:lnTo>
                  <a:lnTo>
                    <a:pt x="835477" y="44363"/>
                  </a:lnTo>
                  <a:lnTo>
                    <a:pt x="877545" y="42723"/>
                  </a:lnTo>
                  <a:lnTo>
                    <a:pt x="917135" y="41238"/>
                  </a:lnTo>
                  <a:lnTo>
                    <a:pt x="954294" y="39918"/>
                  </a:lnTo>
                  <a:lnTo>
                    <a:pt x="981363" y="39017"/>
                  </a:lnTo>
                  <a:lnTo>
                    <a:pt x="1021686" y="37799"/>
                  </a:lnTo>
                  <a:lnTo>
                    <a:pt x="1060830" y="36799"/>
                  </a:lnTo>
                  <a:lnTo>
                    <a:pt x="1100562" y="35982"/>
                  </a:lnTo>
                  <a:lnTo>
                    <a:pt x="1142618" y="35310"/>
                  </a:lnTo>
                  <a:lnTo>
                    <a:pt x="1188061" y="34756"/>
                  </a:lnTo>
                  <a:lnTo>
                    <a:pt x="1236478" y="34302"/>
                  </a:lnTo>
                  <a:lnTo>
                    <a:pt x="1285129" y="33946"/>
                  </a:lnTo>
                  <a:lnTo>
                    <a:pt x="1328776" y="33691"/>
                  </a:lnTo>
                  <a:lnTo>
                    <a:pt x="1361379" y="33535"/>
                  </a:lnTo>
                  <a:lnTo>
                    <a:pt x="1379535" y="33463"/>
                  </a:lnTo>
                  <a:lnTo>
                    <a:pt x="1385197" y="33444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3659" y="5"/>
                  </a:lnTo>
                  <a:lnTo>
                    <a:pt x="1372544" y="46"/>
                  </a:lnTo>
                  <a:lnTo>
                    <a:pt x="1347256" y="156"/>
                  </a:lnTo>
                  <a:lnTo>
                    <a:pt x="1308617" y="359"/>
                  </a:lnTo>
                  <a:lnTo>
                    <a:pt x="1261770" y="663"/>
                  </a:lnTo>
                  <a:lnTo>
                    <a:pt x="1212720" y="1067"/>
                  </a:lnTo>
                  <a:lnTo>
                    <a:pt x="1165565" y="1568"/>
                  </a:lnTo>
                  <a:lnTo>
                    <a:pt x="1121827" y="2176"/>
                  </a:lnTo>
                  <a:lnTo>
                    <a:pt x="1081089" y="2915"/>
                  </a:lnTo>
                  <a:lnTo>
                    <a:pt x="1041877" y="3816"/>
                  </a:lnTo>
                  <a:lnTo>
                    <a:pt x="1002356" y="4918"/>
                  </a:lnTo>
                  <a:lnTo>
                    <a:pt x="981363" y="5573"/>
                  </a:lnTo>
                  <a:lnTo>
                    <a:pt x="945846" y="6767"/>
                  </a:lnTo>
                  <a:lnTo>
                    <a:pt x="908141" y="8125"/>
                  </a:lnTo>
                  <a:lnTo>
                    <a:pt x="867967" y="9648"/>
                  </a:lnTo>
                  <a:lnTo>
                    <a:pt x="825348" y="11322"/>
                  </a:lnTo>
                  <a:lnTo>
                    <a:pt x="780601" y="13122"/>
                  </a:lnTo>
                  <a:lnTo>
                    <a:pt x="734305" y="15012"/>
                  </a:lnTo>
                  <a:lnTo>
                    <a:pt x="687236" y="16947"/>
                  </a:lnTo>
                  <a:lnTo>
                    <a:pt x="640270" y="18876"/>
                  </a:lnTo>
                  <a:lnTo>
                    <a:pt x="594271" y="20749"/>
                  </a:lnTo>
                  <a:lnTo>
                    <a:pt x="549977" y="22523"/>
                  </a:lnTo>
                  <a:lnTo>
                    <a:pt x="507909" y="24163"/>
                  </a:lnTo>
                  <a:lnTo>
                    <a:pt x="468319" y="25648"/>
                  </a:lnTo>
                  <a:lnTo>
                    <a:pt x="431159" y="26968"/>
                  </a:lnTo>
                  <a:lnTo>
                    <a:pt x="404090" y="27869"/>
                  </a:lnTo>
                  <a:lnTo>
                    <a:pt x="363767" y="29086"/>
                  </a:lnTo>
                  <a:lnTo>
                    <a:pt x="324623" y="30087"/>
                  </a:lnTo>
                  <a:lnTo>
                    <a:pt x="284892" y="30904"/>
                  </a:lnTo>
                  <a:lnTo>
                    <a:pt x="242835" y="31576"/>
                  </a:lnTo>
                  <a:lnTo>
                    <a:pt x="197393" y="32130"/>
                  </a:lnTo>
                  <a:lnTo>
                    <a:pt x="148975" y="32584"/>
                  </a:lnTo>
                  <a:lnTo>
                    <a:pt x="100325" y="32939"/>
                  </a:lnTo>
                  <a:lnTo>
                    <a:pt x="56678" y="33195"/>
                  </a:lnTo>
                  <a:lnTo>
                    <a:pt x="24075" y="33351"/>
                  </a:lnTo>
                  <a:lnTo>
                    <a:pt x="5918" y="33423"/>
                  </a:lnTo>
                  <a:lnTo>
                    <a:pt x="256" y="33442"/>
                  </a:lnTo>
                  <a:lnTo>
                    <a:pt x="0" y="3344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2050472" y="3987984"/>
              <a:ext cx="1385454" cy="367878"/>
            </a:xfrm>
            <a:custGeom>
              <a:avLst/>
              <a:pathLst>
                <a:path w="1385454" h="367878">
                  <a:moveTo>
                    <a:pt x="0" y="33443"/>
                  </a:moveTo>
                  <a:lnTo>
                    <a:pt x="1770" y="33499"/>
                  </a:lnTo>
                  <a:lnTo>
                    <a:pt x="12744" y="33899"/>
                  </a:lnTo>
                  <a:lnTo>
                    <a:pt x="37744" y="34982"/>
                  </a:lnTo>
                  <a:lnTo>
                    <a:pt x="76023" y="36989"/>
                  </a:lnTo>
                  <a:lnTo>
                    <a:pt x="122547" y="39999"/>
                  </a:lnTo>
                  <a:lnTo>
                    <a:pt x="171377" y="43989"/>
                  </a:lnTo>
                  <a:lnTo>
                    <a:pt x="218404" y="48948"/>
                  </a:lnTo>
                  <a:lnTo>
                    <a:pt x="262059" y="54965"/>
                  </a:lnTo>
                  <a:lnTo>
                    <a:pt x="302701" y="62254"/>
                  </a:lnTo>
                  <a:lnTo>
                    <a:pt x="341759" y="71145"/>
                  </a:lnTo>
                  <a:lnTo>
                    <a:pt x="381040" y="82013"/>
                  </a:lnTo>
                  <a:lnTo>
                    <a:pt x="404090" y="89182"/>
                  </a:lnTo>
                  <a:lnTo>
                    <a:pt x="438374" y="100688"/>
                  </a:lnTo>
                  <a:lnTo>
                    <a:pt x="474687" y="113732"/>
                  </a:lnTo>
                  <a:lnTo>
                    <a:pt x="513298" y="128310"/>
                  </a:lnTo>
                  <a:lnTo>
                    <a:pt x="554209" y="144320"/>
                  </a:lnTo>
                  <a:lnTo>
                    <a:pt x="597162" y="161550"/>
                  </a:lnTo>
                  <a:lnTo>
                    <a:pt x="641669" y="179685"/>
                  </a:lnTo>
                  <a:lnTo>
                    <a:pt x="687057" y="198328"/>
                  </a:lnTo>
                  <a:lnTo>
                    <a:pt x="732544" y="217027"/>
                  </a:lnTo>
                  <a:lnTo>
                    <a:pt x="777339" y="235329"/>
                  </a:lnTo>
                  <a:lnTo>
                    <a:pt x="820733" y="252817"/>
                  </a:lnTo>
                  <a:lnTo>
                    <a:pt x="862185" y="269154"/>
                  </a:lnTo>
                  <a:lnTo>
                    <a:pt x="901378" y="284102"/>
                  </a:lnTo>
                  <a:lnTo>
                    <a:pt x="938249" y="297532"/>
                  </a:lnTo>
                  <a:lnTo>
                    <a:pt x="972998" y="309416"/>
                  </a:lnTo>
                  <a:lnTo>
                    <a:pt x="981363" y="312139"/>
                  </a:lnTo>
                  <a:lnTo>
                    <a:pt x="1021503" y="324261"/>
                  </a:lnTo>
                  <a:lnTo>
                    <a:pt x="1060466" y="334233"/>
                  </a:lnTo>
                  <a:lnTo>
                    <a:pt x="1099995" y="342387"/>
                  </a:lnTo>
                  <a:lnTo>
                    <a:pt x="1141806" y="349092"/>
                  </a:lnTo>
                  <a:lnTo>
                    <a:pt x="1186964" y="354634"/>
                  </a:lnTo>
                  <a:lnTo>
                    <a:pt x="1235104" y="359171"/>
                  </a:lnTo>
                  <a:lnTo>
                    <a:pt x="1283589" y="362743"/>
                  </a:lnTo>
                  <a:lnTo>
                    <a:pt x="1327315" y="365319"/>
                  </a:lnTo>
                  <a:lnTo>
                    <a:pt x="1360296" y="366909"/>
                  </a:lnTo>
                  <a:lnTo>
                    <a:pt x="1379005" y="367660"/>
                  </a:lnTo>
                  <a:lnTo>
                    <a:pt x="1385115" y="367868"/>
                  </a:lnTo>
                  <a:lnTo>
                    <a:pt x="1385454" y="367878"/>
                  </a:lnTo>
                  <a:lnTo>
                    <a:pt x="1385454" y="334434"/>
                  </a:lnTo>
                  <a:lnTo>
                    <a:pt x="1383683" y="334379"/>
                  </a:lnTo>
                  <a:lnTo>
                    <a:pt x="1372709" y="333979"/>
                  </a:lnTo>
                  <a:lnTo>
                    <a:pt x="1347709" y="332895"/>
                  </a:lnTo>
                  <a:lnTo>
                    <a:pt x="1309431" y="330888"/>
                  </a:lnTo>
                  <a:lnTo>
                    <a:pt x="1262906" y="327878"/>
                  </a:lnTo>
                  <a:lnTo>
                    <a:pt x="1214076" y="323889"/>
                  </a:lnTo>
                  <a:lnTo>
                    <a:pt x="1167050" y="318929"/>
                  </a:lnTo>
                  <a:lnTo>
                    <a:pt x="1123395" y="312912"/>
                  </a:lnTo>
                  <a:lnTo>
                    <a:pt x="1082752" y="305623"/>
                  </a:lnTo>
                  <a:lnTo>
                    <a:pt x="1043694" y="296732"/>
                  </a:lnTo>
                  <a:lnTo>
                    <a:pt x="1004414" y="285864"/>
                  </a:lnTo>
                  <a:lnTo>
                    <a:pt x="981363" y="278695"/>
                  </a:lnTo>
                  <a:lnTo>
                    <a:pt x="947080" y="267189"/>
                  </a:lnTo>
                  <a:lnTo>
                    <a:pt x="910766" y="254145"/>
                  </a:lnTo>
                  <a:lnTo>
                    <a:pt x="872155" y="239567"/>
                  </a:lnTo>
                  <a:lnTo>
                    <a:pt x="831245" y="223558"/>
                  </a:lnTo>
                  <a:lnTo>
                    <a:pt x="788291" y="206328"/>
                  </a:lnTo>
                  <a:lnTo>
                    <a:pt x="743784" y="188192"/>
                  </a:lnTo>
                  <a:lnTo>
                    <a:pt x="698397" y="169550"/>
                  </a:lnTo>
                  <a:lnTo>
                    <a:pt x="652910" y="150850"/>
                  </a:lnTo>
                  <a:lnTo>
                    <a:pt x="608115" y="132548"/>
                  </a:lnTo>
                  <a:lnTo>
                    <a:pt x="564721" y="115060"/>
                  </a:lnTo>
                  <a:lnTo>
                    <a:pt x="523269" y="98723"/>
                  </a:lnTo>
                  <a:lnTo>
                    <a:pt x="484075" y="83775"/>
                  </a:lnTo>
                  <a:lnTo>
                    <a:pt x="447205" y="70345"/>
                  </a:lnTo>
                  <a:lnTo>
                    <a:pt x="412456" y="58461"/>
                  </a:lnTo>
                  <a:lnTo>
                    <a:pt x="404090" y="55739"/>
                  </a:lnTo>
                  <a:lnTo>
                    <a:pt x="363951" y="43616"/>
                  </a:lnTo>
                  <a:lnTo>
                    <a:pt x="324987" y="33645"/>
                  </a:lnTo>
                  <a:lnTo>
                    <a:pt x="285459" y="25491"/>
                  </a:lnTo>
                  <a:lnTo>
                    <a:pt x="243647" y="18785"/>
                  </a:lnTo>
                  <a:lnTo>
                    <a:pt x="198489" y="13243"/>
                  </a:lnTo>
                  <a:lnTo>
                    <a:pt x="150349" y="8706"/>
                  </a:lnTo>
                  <a:lnTo>
                    <a:pt x="101864" y="5134"/>
                  </a:lnTo>
                  <a:lnTo>
                    <a:pt x="58139" y="2558"/>
                  </a:lnTo>
                  <a:lnTo>
                    <a:pt x="25158" y="969"/>
                  </a:lnTo>
                  <a:lnTo>
                    <a:pt x="6449" y="217"/>
                  </a:lnTo>
                  <a:lnTo>
                    <a:pt x="339" y="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2050472" y="4656853"/>
              <a:ext cx="1385454" cy="902973"/>
            </a:xfrm>
            <a:custGeom>
              <a:avLst/>
              <a:pathLst>
                <a:path w="1385454" h="902973">
                  <a:moveTo>
                    <a:pt x="0" y="33443"/>
                  </a:moveTo>
                  <a:lnTo>
                    <a:pt x="1644" y="33577"/>
                  </a:lnTo>
                  <a:lnTo>
                    <a:pt x="11873" y="34539"/>
                  </a:lnTo>
                  <a:lnTo>
                    <a:pt x="35347" y="37154"/>
                  </a:lnTo>
                  <a:lnTo>
                    <a:pt x="71685" y="42020"/>
                  </a:lnTo>
                  <a:lnTo>
                    <a:pt x="116443" y="49360"/>
                  </a:lnTo>
                  <a:lnTo>
                    <a:pt x="164034" y="59132"/>
                  </a:lnTo>
                  <a:lnTo>
                    <a:pt x="210334" y="71291"/>
                  </a:lnTo>
                  <a:lnTo>
                    <a:pt x="253528" y="86001"/>
                  </a:lnTo>
                  <a:lnTo>
                    <a:pt x="293679" y="103721"/>
                  </a:lnTo>
                  <a:lnTo>
                    <a:pt x="331962" y="125192"/>
                  </a:lnTo>
                  <a:lnTo>
                    <a:pt x="370022" y="151322"/>
                  </a:lnTo>
                  <a:lnTo>
                    <a:pt x="404090" y="178365"/>
                  </a:lnTo>
                  <a:lnTo>
                    <a:pt x="433801" y="204159"/>
                  </a:lnTo>
                  <a:lnTo>
                    <a:pt x="465011" y="232970"/>
                  </a:lnTo>
                  <a:lnTo>
                    <a:pt x="497929" y="264821"/>
                  </a:lnTo>
                  <a:lnTo>
                    <a:pt x="532614" y="299595"/>
                  </a:lnTo>
                  <a:lnTo>
                    <a:pt x="568973" y="337017"/>
                  </a:lnTo>
                  <a:lnTo>
                    <a:pt x="606770" y="376650"/>
                  </a:lnTo>
                  <a:lnTo>
                    <a:pt x="645644" y="417907"/>
                  </a:lnTo>
                  <a:lnTo>
                    <a:pt x="685135" y="460088"/>
                  </a:lnTo>
                  <a:lnTo>
                    <a:pt x="724728" y="502420"/>
                  </a:lnTo>
                  <a:lnTo>
                    <a:pt x="763897" y="544119"/>
                  </a:lnTo>
                  <a:lnTo>
                    <a:pt x="802156" y="584450"/>
                  </a:lnTo>
                  <a:lnTo>
                    <a:pt x="839100" y="622779"/>
                  </a:lnTo>
                  <a:lnTo>
                    <a:pt x="874445" y="658609"/>
                  </a:lnTo>
                  <a:lnTo>
                    <a:pt x="908042" y="691602"/>
                  </a:lnTo>
                  <a:lnTo>
                    <a:pt x="939890" y="721582"/>
                  </a:lnTo>
                  <a:lnTo>
                    <a:pt x="970140" y="748521"/>
                  </a:lnTo>
                  <a:lnTo>
                    <a:pt x="981363" y="758052"/>
                  </a:lnTo>
                  <a:lnTo>
                    <a:pt x="1020512" y="788848"/>
                  </a:lnTo>
                  <a:lnTo>
                    <a:pt x="1058503" y="814310"/>
                  </a:lnTo>
                  <a:lnTo>
                    <a:pt x="1096944" y="835236"/>
                  </a:lnTo>
                  <a:lnTo>
                    <a:pt x="1137447" y="852520"/>
                  </a:lnTo>
                  <a:lnTo>
                    <a:pt x="1181080" y="866873"/>
                  </a:lnTo>
                  <a:lnTo>
                    <a:pt x="1227704" y="878713"/>
                  </a:lnTo>
                  <a:lnTo>
                    <a:pt x="1275206" y="888169"/>
                  </a:lnTo>
                  <a:lnTo>
                    <a:pt x="1319179" y="895181"/>
                  </a:lnTo>
                  <a:lnTo>
                    <a:pt x="1354008" y="899728"/>
                  </a:lnTo>
                  <a:lnTo>
                    <a:pt x="1375641" y="902082"/>
                  </a:lnTo>
                  <a:lnTo>
                    <a:pt x="1384366" y="902886"/>
                  </a:lnTo>
                  <a:lnTo>
                    <a:pt x="1385454" y="902973"/>
                  </a:lnTo>
                  <a:lnTo>
                    <a:pt x="1385454" y="869530"/>
                  </a:lnTo>
                  <a:lnTo>
                    <a:pt x="1383810" y="869396"/>
                  </a:lnTo>
                  <a:lnTo>
                    <a:pt x="1373580" y="868434"/>
                  </a:lnTo>
                  <a:lnTo>
                    <a:pt x="1350107" y="865819"/>
                  </a:lnTo>
                  <a:lnTo>
                    <a:pt x="1313768" y="860953"/>
                  </a:lnTo>
                  <a:lnTo>
                    <a:pt x="1269011" y="853613"/>
                  </a:lnTo>
                  <a:lnTo>
                    <a:pt x="1221419" y="843841"/>
                  </a:lnTo>
                  <a:lnTo>
                    <a:pt x="1175119" y="831682"/>
                  </a:lnTo>
                  <a:lnTo>
                    <a:pt x="1131926" y="816972"/>
                  </a:lnTo>
                  <a:lnTo>
                    <a:pt x="1091775" y="799252"/>
                  </a:lnTo>
                  <a:lnTo>
                    <a:pt x="1053491" y="777780"/>
                  </a:lnTo>
                  <a:lnTo>
                    <a:pt x="1015432" y="751650"/>
                  </a:lnTo>
                  <a:lnTo>
                    <a:pt x="981363" y="724608"/>
                  </a:lnTo>
                  <a:lnTo>
                    <a:pt x="951652" y="698813"/>
                  </a:lnTo>
                  <a:lnTo>
                    <a:pt x="920443" y="670003"/>
                  </a:lnTo>
                  <a:lnTo>
                    <a:pt x="887524" y="638152"/>
                  </a:lnTo>
                  <a:lnTo>
                    <a:pt x="852839" y="603378"/>
                  </a:lnTo>
                  <a:lnTo>
                    <a:pt x="816481" y="565956"/>
                  </a:lnTo>
                  <a:lnTo>
                    <a:pt x="778684" y="526323"/>
                  </a:lnTo>
                  <a:lnTo>
                    <a:pt x="739810" y="485065"/>
                  </a:lnTo>
                  <a:lnTo>
                    <a:pt x="700318" y="442885"/>
                  </a:lnTo>
                  <a:lnTo>
                    <a:pt x="660725" y="400553"/>
                  </a:lnTo>
                  <a:lnTo>
                    <a:pt x="621556" y="358854"/>
                  </a:lnTo>
                  <a:lnTo>
                    <a:pt x="583298" y="318522"/>
                  </a:lnTo>
                  <a:lnTo>
                    <a:pt x="546353" y="280193"/>
                  </a:lnTo>
                  <a:lnTo>
                    <a:pt x="511008" y="244364"/>
                  </a:lnTo>
                  <a:lnTo>
                    <a:pt x="477412" y="211371"/>
                  </a:lnTo>
                  <a:lnTo>
                    <a:pt x="445564" y="181391"/>
                  </a:lnTo>
                  <a:lnTo>
                    <a:pt x="415314" y="154452"/>
                  </a:lnTo>
                  <a:lnTo>
                    <a:pt x="404090" y="144921"/>
                  </a:lnTo>
                  <a:lnTo>
                    <a:pt x="364942" y="114125"/>
                  </a:lnTo>
                  <a:lnTo>
                    <a:pt x="326950" y="88662"/>
                  </a:lnTo>
                  <a:lnTo>
                    <a:pt x="288509" y="67737"/>
                  </a:lnTo>
                  <a:lnTo>
                    <a:pt x="248007" y="50452"/>
                  </a:lnTo>
                  <a:lnTo>
                    <a:pt x="204373" y="36100"/>
                  </a:lnTo>
                  <a:lnTo>
                    <a:pt x="157749" y="24260"/>
                  </a:lnTo>
                  <a:lnTo>
                    <a:pt x="110248" y="14804"/>
                  </a:lnTo>
                  <a:lnTo>
                    <a:pt x="66275" y="7792"/>
                  </a:lnTo>
                  <a:lnTo>
                    <a:pt x="31446" y="3245"/>
                  </a:lnTo>
                  <a:lnTo>
                    <a:pt x="9813" y="890"/>
                  </a:lnTo>
                  <a:lnTo>
                    <a:pt x="1088" y="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2050472" y="4690296"/>
              <a:ext cx="1385454" cy="902973"/>
            </a:xfrm>
            <a:custGeom>
              <a:avLst/>
              <a:pathLst>
                <a:path w="1385454" h="902973">
                  <a:moveTo>
                    <a:pt x="0" y="33443"/>
                  </a:moveTo>
                  <a:lnTo>
                    <a:pt x="1644" y="33577"/>
                  </a:lnTo>
                  <a:lnTo>
                    <a:pt x="11873" y="34539"/>
                  </a:lnTo>
                  <a:lnTo>
                    <a:pt x="35347" y="37154"/>
                  </a:lnTo>
                  <a:lnTo>
                    <a:pt x="71685" y="42020"/>
                  </a:lnTo>
                  <a:lnTo>
                    <a:pt x="116443" y="49360"/>
                  </a:lnTo>
                  <a:lnTo>
                    <a:pt x="164034" y="59132"/>
                  </a:lnTo>
                  <a:lnTo>
                    <a:pt x="210334" y="71291"/>
                  </a:lnTo>
                  <a:lnTo>
                    <a:pt x="253528" y="86001"/>
                  </a:lnTo>
                  <a:lnTo>
                    <a:pt x="293679" y="103721"/>
                  </a:lnTo>
                  <a:lnTo>
                    <a:pt x="331962" y="125192"/>
                  </a:lnTo>
                  <a:lnTo>
                    <a:pt x="370022" y="151322"/>
                  </a:lnTo>
                  <a:lnTo>
                    <a:pt x="404090" y="178365"/>
                  </a:lnTo>
                  <a:lnTo>
                    <a:pt x="433801" y="204159"/>
                  </a:lnTo>
                  <a:lnTo>
                    <a:pt x="465011" y="232970"/>
                  </a:lnTo>
                  <a:lnTo>
                    <a:pt x="497929" y="264821"/>
                  </a:lnTo>
                  <a:lnTo>
                    <a:pt x="532614" y="299595"/>
                  </a:lnTo>
                  <a:lnTo>
                    <a:pt x="568973" y="337017"/>
                  </a:lnTo>
                  <a:lnTo>
                    <a:pt x="606770" y="376650"/>
                  </a:lnTo>
                  <a:lnTo>
                    <a:pt x="645644" y="417907"/>
                  </a:lnTo>
                  <a:lnTo>
                    <a:pt x="685135" y="460088"/>
                  </a:lnTo>
                  <a:lnTo>
                    <a:pt x="724728" y="502420"/>
                  </a:lnTo>
                  <a:lnTo>
                    <a:pt x="763897" y="544119"/>
                  </a:lnTo>
                  <a:lnTo>
                    <a:pt x="802156" y="584450"/>
                  </a:lnTo>
                  <a:lnTo>
                    <a:pt x="839100" y="622779"/>
                  </a:lnTo>
                  <a:lnTo>
                    <a:pt x="874445" y="658609"/>
                  </a:lnTo>
                  <a:lnTo>
                    <a:pt x="908042" y="691602"/>
                  </a:lnTo>
                  <a:lnTo>
                    <a:pt x="939890" y="721582"/>
                  </a:lnTo>
                  <a:lnTo>
                    <a:pt x="970140" y="748521"/>
                  </a:lnTo>
                  <a:lnTo>
                    <a:pt x="981363" y="758052"/>
                  </a:lnTo>
                  <a:lnTo>
                    <a:pt x="1020512" y="788848"/>
                  </a:lnTo>
                  <a:lnTo>
                    <a:pt x="1058503" y="814310"/>
                  </a:lnTo>
                  <a:lnTo>
                    <a:pt x="1096944" y="835236"/>
                  </a:lnTo>
                  <a:lnTo>
                    <a:pt x="1137447" y="852520"/>
                  </a:lnTo>
                  <a:lnTo>
                    <a:pt x="1181080" y="866873"/>
                  </a:lnTo>
                  <a:lnTo>
                    <a:pt x="1227704" y="878713"/>
                  </a:lnTo>
                  <a:lnTo>
                    <a:pt x="1275206" y="888169"/>
                  </a:lnTo>
                  <a:lnTo>
                    <a:pt x="1319179" y="895181"/>
                  </a:lnTo>
                  <a:lnTo>
                    <a:pt x="1354008" y="899728"/>
                  </a:lnTo>
                  <a:lnTo>
                    <a:pt x="1375641" y="902082"/>
                  </a:lnTo>
                  <a:lnTo>
                    <a:pt x="1384366" y="902886"/>
                  </a:lnTo>
                  <a:lnTo>
                    <a:pt x="1385454" y="902973"/>
                  </a:lnTo>
                  <a:lnTo>
                    <a:pt x="1385454" y="869530"/>
                  </a:lnTo>
                  <a:lnTo>
                    <a:pt x="1383810" y="869396"/>
                  </a:lnTo>
                  <a:lnTo>
                    <a:pt x="1373580" y="868434"/>
                  </a:lnTo>
                  <a:lnTo>
                    <a:pt x="1350107" y="865819"/>
                  </a:lnTo>
                  <a:lnTo>
                    <a:pt x="1313768" y="860953"/>
                  </a:lnTo>
                  <a:lnTo>
                    <a:pt x="1269011" y="853613"/>
                  </a:lnTo>
                  <a:lnTo>
                    <a:pt x="1221419" y="843841"/>
                  </a:lnTo>
                  <a:lnTo>
                    <a:pt x="1175119" y="831682"/>
                  </a:lnTo>
                  <a:lnTo>
                    <a:pt x="1131926" y="816972"/>
                  </a:lnTo>
                  <a:lnTo>
                    <a:pt x="1091775" y="799252"/>
                  </a:lnTo>
                  <a:lnTo>
                    <a:pt x="1053491" y="777780"/>
                  </a:lnTo>
                  <a:lnTo>
                    <a:pt x="1015432" y="751650"/>
                  </a:lnTo>
                  <a:lnTo>
                    <a:pt x="981363" y="724608"/>
                  </a:lnTo>
                  <a:lnTo>
                    <a:pt x="951652" y="698813"/>
                  </a:lnTo>
                  <a:lnTo>
                    <a:pt x="920443" y="670003"/>
                  </a:lnTo>
                  <a:lnTo>
                    <a:pt x="887524" y="638152"/>
                  </a:lnTo>
                  <a:lnTo>
                    <a:pt x="852839" y="603378"/>
                  </a:lnTo>
                  <a:lnTo>
                    <a:pt x="816481" y="565956"/>
                  </a:lnTo>
                  <a:lnTo>
                    <a:pt x="778684" y="526323"/>
                  </a:lnTo>
                  <a:lnTo>
                    <a:pt x="739810" y="485065"/>
                  </a:lnTo>
                  <a:lnTo>
                    <a:pt x="700318" y="442885"/>
                  </a:lnTo>
                  <a:lnTo>
                    <a:pt x="660725" y="400553"/>
                  </a:lnTo>
                  <a:lnTo>
                    <a:pt x="621556" y="358854"/>
                  </a:lnTo>
                  <a:lnTo>
                    <a:pt x="583298" y="318522"/>
                  </a:lnTo>
                  <a:lnTo>
                    <a:pt x="546353" y="280193"/>
                  </a:lnTo>
                  <a:lnTo>
                    <a:pt x="511008" y="244364"/>
                  </a:lnTo>
                  <a:lnTo>
                    <a:pt x="477412" y="211371"/>
                  </a:lnTo>
                  <a:lnTo>
                    <a:pt x="445564" y="181391"/>
                  </a:lnTo>
                  <a:lnTo>
                    <a:pt x="415314" y="154452"/>
                  </a:lnTo>
                  <a:lnTo>
                    <a:pt x="404090" y="144921"/>
                  </a:lnTo>
                  <a:lnTo>
                    <a:pt x="364942" y="114125"/>
                  </a:lnTo>
                  <a:lnTo>
                    <a:pt x="326950" y="88662"/>
                  </a:lnTo>
                  <a:lnTo>
                    <a:pt x="288509" y="67737"/>
                  </a:lnTo>
                  <a:lnTo>
                    <a:pt x="248007" y="50452"/>
                  </a:lnTo>
                  <a:lnTo>
                    <a:pt x="204373" y="36100"/>
                  </a:lnTo>
                  <a:lnTo>
                    <a:pt x="157749" y="24260"/>
                  </a:lnTo>
                  <a:lnTo>
                    <a:pt x="110248" y="14804"/>
                  </a:lnTo>
                  <a:lnTo>
                    <a:pt x="66275" y="7792"/>
                  </a:lnTo>
                  <a:lnTo>
                    <a:pt x="31446" y="3245"/>
                  </a:lnTo>
                  <a:lnTo>
                    <a:pt x="9813" y="890"/>
                  </a:lnTo>
                  <a:lnTo>
                    <a:pt x="1088" y="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2050472" y="4021427"/>
              <a:ext cx="1385454" cy="367878"/>
            </a:xfrm>
            <a:custGeom>
              <a:avLst/>
              <a:pathLst>
                <a:path w="1385454" h="367878">
                  <a:moveTo>
                    <a:pt x="0" y="33443"/>
                  </a:moveTo>
                  <a:lnTo>
                    <a:pt x="1770" y="33499"/>
                  </a:lnTo>
                  <a:lnTo>
                    <a:pt x="12744" y="33899"/>
                  </a:lnTo>
                  <a:lnTo>
                    <a:pt x="37744" y="34982"/>
                  </a:lnTo>
                  <a:lnTo>
                    <a:pt x="76023" y="36989"/>
                  </a:lnTo>
                  <a:lnTo>
                    <a:pt x="122547" y="39999"/>
                  </a:lnTo>
                  <a:lnTo>
                    <a:pt x="171377" y="43989"/>
                  </a:lnTo>
                  <a:lnTo>
                    <a:pt x="218404" y="48948"/>
                  </a:lnTo>
                  <a:lnTo>
                    <a:pt x="262059" y="54965"/>
                  </a:lnTo>
                  <a:lnTo>
                    <a:pt x="302701" y="62254"/>
                  </a:lnTo>
                  <a:lnTo>
                    <a:pt x="341759" y="71145"/>
                  </a:lnTo>
                  <a:lnTo>
                    <a:pt x="381040" y="82013"/>
                  </a:lnTo>
                  <a:lnTo>
                    <a:pt x="404090" y="89182"/>
                  </a:lnTo>
                  <a:lnTo>
                    <a:pt x="438374" y="100688"/>
                  </a:lnTo>
                  <a:lnTo>
                    <a:pt x="474687" y="113732"/>
                  </a:lnTo>
                  <a:lnTo>
                    <a:pt x="513298" y="128310"/>
                  </a:lnTo>
                  <a:lnTo>
                    <a:pt x="554209" y="144320"/>
                  </a:lnTo>
                  <a:lnTo>
                    <a:pt x="597162" y="161550"/>
                  </a:lnTo>
                  <a:lnTo>
                    <a:pt x="641669" y="179685"/>
                  </a:lnTo>
                  <a:lnTo>
                    <a:pt x="687057" y="198328"/>
                  </a:lnTo>
                  <a:lnTo>
                    <a:pt x="732544" y="217027"/>
                  </a:lnTo>
                  <a:lnTo>
                    <a:pt x="777339" y="235329"/>
                  </a:lnTo>
                  <a:lnTo>
                    <a:pt x="820733" y="252817"/>
                  </a:lnTo>
                  <a:lnTo>
                    <a:pt x="862185" y="269154"/>
                  </a:lnTo>
                  <a:lnTo>
                    <a:pt x="901378" y="284102"/>
                  </a:lnTo>
                  <a:lnTo>
                    <a:pt x="938249" y="297532"/>
                  </a:lnTo>
                  <a:lnTo>
                    <a:pt x="972998" y="309416"/>
                  </a:lnTo>
                  <a:lnTo>
                    <a:pt x="981363" y="312139"/>
                  </a:lnTo>
                  <a:lnTo>
                    <a:pt x="1021503" y="324261"/>
                  </a:lnTo>
                  <a:lnTo>
                    <a:pt x="1060466" y="334233"/>
                  </a:lnTo>
                  <a:lnTo>
                    <a:pt x="1099995" y="342387"/>
                  </a:lnTo>
                  <a:lnTo>
                    <a:pt x="1141806" y="349092"/>
                  </a:lnTo>
                  <a:lnTo>
                    <a:pt x="1186964" y="354634"/>
                  </a:lnTo>
                  <a:lnTo>
                    <a:pt x="1235104" y="359171"/>
                  </a:lnTo>
                  <a:lnTo>
                    <a:pt x="1283589" y="362743"/>
                  </a:lnTo>
                  <a:lnTo>
                    <a:pt x="1327315" y="365319"/>
                  </a:lnTo>
                  <a:lnTo>
                    <a:pt x="1360296" y="366909"/>
                  </a:lnTo>
                  <a:lnTo>
                    <a:pt x="1379005" y="367660"/>
                  </a:lnTo>
                  <a:lnTo>
                    <a:pt x="1385115" y="367868"/>
                  </a:lnTo>
                  <a:lnTo>
                    <a:pt x="1385454" y="367878"/>
                  </a:lnTo>
                  <a:lnTo>
                    <a:pt x="1385454" y="334434"/>
                  </a:lnTo>
                  <a:lnTo>
                    <a:pt x="1383683" y="334379"/>
                  </a:lnTo>
                  <a:lnTo>
                    <a:pt x="1372709" y="333979"/>
                  </a:lnTo>
                  <a:lnTo>
                    <a:pt x="1347709" y="332895"/>
                  </a:lnTo>
                  <a:lnTo>
                    <a:pt x="1309431" y="330888"/>
                  </a:lnTo>
                  <a:lnTo>
                    <a:pt x="1262906" y="327878"/>
                  </a:lnTo>
                  <a:lnTo>
                    <a:pt x="1214076" y="323889"/>
                  </a:lnTo>
                  <a:lnTo>
                    <a:pt x="1167050" y="318929"/>
                  </a:lnTo>
                  <a:lnTo>
                    <a:pt x="1123395" y="312912"/>
                  </a:lnTo>
                  <a:lnTo>
                    <a:pt x="1082752" y="305623"/>
                  </a:lnTo>
                  <a:lnTo>
                    <a:pt x="1043694" y="296732"/>
                  </a:lnTo>
                  <a:lnTo>
                    <a:pt x="1004414" y="285864"/>
                  </a:lnTo>
                  <a:lnTo>
                    <a:pt x="981363" y="278695"/>
                  </a:lnTo>
                  <a:lnTo>
                    <a:pt x="947080" y="267189"/>
                  </a:lnTo>
                  <a:lnTo>
                    <a:pt x="910766" y="254145"/>
                  </a:lnTo>
                  <a:lnTo>
                    <a:pt x="872155" y="239567"/>
                  </a:lnTo>
                  <a:lnTo>
                    <a:pt x="831245" y="223558"/>
                  </a:lnTo>
                  <a:lnTo>
                    <a:pt x="788291" y="206328"/>
                  </a:lnTo>
                  <a:lnTo>
                    <a:pt x="743784" y="188192"/>
                  </a:lnTo>
                  <a:lnTo>
                    <a:pt x="698397" y="169550"/>
                  </a:lnTo>
                  <a:lnTo>
                    <a:pt x="652910" y="150850"/>
                  </a:lnTo>
                  <a:lnTo>
                    <a:pt x="608115" y="132548"/>
                  </a:lnTo>
                  <a:lnTo>
                    <a:pt x="564721" y="115060"/>
                  </a:lnTo>
                  <a:lnTo>
                    <a:pt x="523269" y="98723"/>
                  </a:lnTo>
                  <a:lnTo>
                    <a:pt x="484075" y="83775"/>
                  </a:lnTo>
                  <a:lnTo>
                    <a:pt x="447205" y="70345"/>
                  </a:lnTo>
                  <a:lnTo>
                    <a:pt x="412456" y="58461"/>
                  </a:lnTo>
                  <a:lnTo>
                    <a:pt x="404090" y="55739"/>
                  </a:lnTo>
                  <a:lnTo>
                    <a:pt x="363951" y="43616"/>
                  </a:lnTo>
                  <a:lnTo>
                    <a:pt x="324987" y="33645"/>
                  </a:lnTo>
                  <a:lnTo>
                    <a:pt x="285459" y="25491"/>
                  </a:lnTo>
                  <a:lnTo>
                    <a:pt x="243647" y="18785"/>
                  </a:lnTo>
                  <a:lnTo>
                    <a:pt x="198489" y="13243"/>
                  </a:lnTo>
                  <a:lnTo>
                    <a:pt x="150349" y="8706"/>
                  </a:lnTo>
                  <a:lnTo>
                    <a:pt x="101864" y="5134"/>
                  </a:lnTo>
                  <a:lnTo>
                    <a:pt x="58139" y="2558"/>
                  </a:lnTo>
                  <a:lnTo>
                    <a:pt x="25158" y="969"/>
                  </a:lnTo>
                  <a:lnTo>
                    <a:pt x="6449" y="217"/>
                  </a:lnTo>
                  <a:lnTo>
                    <a:pt x="339" y="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2050472" y="4054870"/>
              <a:ext cx="1385454" cy="367878"/>
            </a:xfrm>
            <a:custGeom>
              <a:avLst/>
              <a:pathLst>
                <a:path w="1385454" h="367878">
                  <a:moveTo>
                    <a:pt x="0" y="33443"/>
                  </a:moveTo>
                  <a:lnTo>
                    <a:pt x="1770" y="33499"/>
                  </a:lnTo>
                  <a:lnTo>
                    <a:pt x="12744" y="33899"/>
                  </a:lnTo>
                  <a:lnTo>
                    <a:pt x="37744" y="34982"/>
                  </a:lnTo>
                  <a:lnTo>
                    <a:pt x="76023" y="36989"/>
                  </a:lnTo>
                  <a:lnTo>
                    <a:pt x="122547" y="39999"/>
                  </a:lnTo>
                  <a:lnTo>
                    <a:pt x="171377" y="43989"/>
                  </a:lnTo>
                  <a:lnTo>
                    <a:pt x="218404" y="48948"/>
                  </a:lnTo>
                  <a:lnTo>
                    <a:pt x="262059" y="54965"/>
                  </a:lnTo>
                  <a:lnTo>
                    <a:pt x="302701" y="62254"/>
                  </a:lnTo>
                  <a:lnTo>
                    <a:pt x="341759" y="71145"/>
                  </a:lnTo>
                  <a:lnTo>
                    <a:pt x="381040" y="82013"/>
                  </a:lnTo>
                  <a:lnTo>
                    <a:pt x="404090" y="89182"/>
                  </a:lnTo>
                  <a:lnTo>
                    <a:pt x="438374" y="100688"/>
                  </a:lnTo>
                  <a:lnTo>
                    <a:pt x="474687" y="113732"/>
                  </a:lnTo>
                  <a:lnTo>
                    <a:pt x="513298" y="128310"/>
                  </a:lnTo>
                  <a:lnTo>
                    <a:pt x="554209" y="144320"/>
                  </a:lnTo>
                  <a:lnTo>
                    <a:pt x="597162" y="161550"/>
                  </a:lnTo>
                  <a:lnTo>
                    <a:pt x="641669" y="179685"/>
                  </a:lnTo>
                  <a:lnTo>
                    <a:pt x="687057" y="198328"/>
                  </a:lnTo>
                  <a:lnTo>
                    <a:pt x="732544" y="217027"/>
                  </a:lnTo>
                  <a:lnTo>
                    <a:pt x="777339" y="235329"/>
                  </a:lnTo>
                  <a:lnTo>
                    <a:pt x="820733" y="252817"/>
                  </a:lnTo>
                  <a:lnTo>
                    <a:pt x="862185" y="269154"/>
                  </a:lnTo>
                  <a:lnTo>
                    <a:pt x="901378" y="284102"/>
                  </a:lnTo>
                  <a:lnTo>
                    <a:pt x="938249" y="297532"/>
                  </a:lnTo>
                  <a:lnTo>
                    <a:pt x="972998" y="309416"/>
                  </a:lnTo>
                  <a:lnTo>
                    <a:pt x="981363" y="312139"/>
                  </a:lnTo>
                  <a:lnTo>
                    <a:pt x="1021503" y="324261"/>
                  </a:lnTo>
                  <a:lnTo>
                    <a:pt x="1060466" y="334233"/>
                  </a:lnTo>
                  <a:lnTo>
                    <a:pt x="1099995" y="342387"/>
                  </a:lnTo>
                  <a:lnTo>
                    <a:pt x="1141806" y="349092"/>
                  </a:lnTo>
                  <a:lnTo>
                    <a:pt x="1186964" y="354634"/>
                  </a:lnTo>
                  <a:lnTo>
                    <a:pt x="1235104" y="359171"/>
                  </a:lnTo>
                  <a:lnTo>
                    <a:pt x="1283589" y="362743"/>
                  </a:lnTo>
                  <a:lnTo>
                    <a:pt x="1327315" y="365319"/>
                  </a:lnTo>
                  <a:lnTo>
                    <a:pt x="1360296" y="366909"/>
                  </a:lnTo>
                  <a:lnTo>
                    <a:pt x="1379005" y="367660"/>
                  </a:lnTo>
                  <a:lnTo>
                    <a:pt x="1385115" y="367868"/>
                  </a:lnTo>
                  <a:lnTo>
                    <a:pt x="1385454" y="367878"/>
                  </a:lnTo>
                  <a:lnTo>
                    <a:pt x="1385454" y="334434"/>
                  </a:lnTo>
                  <a:lnTo>
                    <a:pt x="1383683" y="334379"/>
                  </a:lnTo>
                  <a:lnTo>
                    <a:pt x="1372709" y="333979"/>
                  </a:lnTo>
                  <a:lnTo>
                    <a:pt x="1347709" y="332895"/>
                  </a:lnTo>
                  <a:lnTo>
                    <a:pt x="1309431" y="330888"/>
                  </a:lnTo>
                  <a:lnTo>
                    <a:pt x="1262906" y="327878"/>
                  </a:lnTo>
                  <a:lnTo>
                    <a:pt x="1214076" y="323889"/>
                  </a:lnTo>
                  <a:lnTo>
                    <a:pt x="1167050" y="318929"/>
                  </a:lnTo>
                  <a:lnTo>
                    <a:pt x="1123395" y="312912"/>
                  </a:lnTo>
                  <a:lnTo>
                    <a:pt x="1082752" y="305623"/>
                  </a:lnTo>
                  <a:lnTo>
                    <a:pt x="1043694" y="296732"/>
                  </a:lnTo>
                  <a:lnTo>
                    <a:pt x="1004414" y="285864"/>
                  </a:lnTo>
                  <a:lnTo>
                    <a:pt x="981363" y="278695"/>
                  </a:lnTo>
                  <a:lnTo>
                    <a:pt x="947080" y="267189"/>
                  </a:lnTo>
                  <a:lnTo>
                    <a:pt x="910766" y="254145"/>
                  </a:lnTo>
                  <a:lnTo>
                    <a:pt x="872155" y="239567"/>
                  </a:lnTo>
                  <a:lnTo>
                    <a:pt x="831245" y="223558"/>
                  </a:lnTo>
                  <a:lnTo>
                    <a:pt x="788291" y="206328"/>
                  </a:lnTo>
                  <a:lnTo>
                    <a:pt x="743784" y="188192"/>
                  </a:lnTo>
                  <a:lnTo>
                    <a:pt x="698397" y="169550"/>
                  </a:lnTo>
                  <a:lnTo>
                    <a:pt x="652910" y="150850"/>
                  </a:lnTo>
                  <a:lnTo>
                    <a:pt x="608115" y="132548"/>
                  </a:lnTo>
                  <a:lnTo>
                    <a:pt x="564721" y="115060"/>
                  </a:lnTo>
                  <a:lnTo>
                    <a:pt x="523269" y="98723"/>
                  </a:lnTo>
                  <a:lnTo>
                    <a:pt x="484075" y="83775"/>
                  </a:lnTo>
                  <a:lnTo>
                    <a:pt x="447205" y="70345"/>
                  </a:lnTo>
                  <a:lnTo>
                    <a:pt x="412456" y="58461"/>
                  </a:lnTo>
                  <a:lnTo>
                    <a:pt x="404090" y="55739"/>
                  </a:lnTo>
                  <a:lnTo>
                    <a:pt x="363951" y="43616"/>
                  </a:lnTo>
                  <a:lnTo>
                    <a:pt x="324987" y="33645"/>
                  </a:lnTo>
                  <a:lnTo>
                    <a:pt x="285459" y="25491"/>
                  </a:lnTo>
                  <a:lnTo>
                    <a:pt x="243647" y="18785"/>
                  </a:lnTo>
                  <a:lnTo>
                    <a:pt x="198489" y="13243"/>
                  </a:lnTo>
                  <a:lnTo>
                    <a:pt x="150349" y="8706"/>
                  </a:lnTo>
                  <a:lnTo>
                    <a:pt x="101864" y="5134"/>
                  </a:lnTo>
                  <a:lnTo>
                    <a:pt x="58139" y="2558"/>
                  </a:lnTo>
                  <a:lnTo>
                    <a:pt x="25158" y="969"/>
                  </a:lnTo>
                  <a:lnTo>
                    <a:pt x="6449" y="217"/>
                  </a:lnTo>
                  <a:lnTo>
                    <a:pt x="339" y="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2050472" y="4723740"/>
              <a:ext cx="1385454" cy="902973"/>
            </a:xfrm>
            <a:custGeom>
              <a:avLst/>
              <a:pathLst>
                <a:path w="1385454" h="902973">
                  <a:moveTo>
                    <a:pt x="0" y="33443"/>
                  </a:moveTo>
                  <a:lnTo>
                    <a:pt x="1644" y="33577"/>
                  </a:lnTo>
                  <a:lnTo>
                    <a:pt x="11873" y="34539"/>
                  </a:lnTo>
                  <a:lnTo>
                    <a:pt x="35347" y="37154"/>
                  </a:lnTo>
                  <a:lnTo>
                    <a:pt x="71685" y="42020"/>
                  </a:lnTo>
                  <a:lnTo>
                    <a:pt x="116443" y="49360"/>
                  </a:lnTo>
                  <a:lnTo>
                    <a:pt x="164034" y="59132"/>
                  </a:lnTo>
                  <a:lnTo>
                    <a:pt x="210334" y="71291"/>
                  </a:lnTo>
                  <a:lnTo>
                    <a:pt x="253528" y="86001"/>
                  </a:lnTo>
                  <a:lnTo>
                    <a:pt x="293679" y="103721"/>
                  </a:lnTo>
                  <a:lnTo>
                    <a:pt x="331962" y="125192"/>
                  </a:lnTo>
                  <a:lnTo>
                    <a:pt x="370022" y="151322"/>
                  </a:lnTo>
                  <a:lnTo>
                    <a:pt x="404090" y="178365"/>
                  </a:lnTo>
                  <a:lnTo>
                    <a:pt x="433801" y="204159"/>
                  </a:lnTo>
                  <a:lnTo>
                    <a:pt x="465011" y="232970"/>
                  </a:lnTo>
                  <a:lnTo>
                    <a:pt x="497929" y="264821"/>
                  </a:lnTo>
                  <a:lnTo>
                    <a:pt x="532614" y="299595"/>
                  </a:lnTo>
                  <a:lnTo>
                    <a:pt x="568973" y="337017"/>
                  </a:lnTo>
                  <a:lnTo>
                    <a:pt x="606770" y="376650"/>
                  </a:lnTo>
                  <a:lnTo>
                    <a:pt x="645644" y="417907"/>
                  </a:lnTo>
                  <a:lnTo>
                    <a:pt x="685135" y="460088"/>
                  </a:lnTo>
                  <a:lnTo>
                    <a:pt x="724728" y="502420"/>
                  </a:lnTo>
                  <a:lnTo>
                    <a:pt x="763897" y="544119"/>
                  </a:lnTo>
                  <a:lnTo>
                    <a:pt x="802156" y="584450"/>
                  </a:lnTo>
                  <a:lnTo>
                    <a:pt x="839100" y="622779"/>
                  </a:lnTo>
                  <a:lnTo>
                    <a:pt x="874445" y="658609"/>
                  </a:lnTo>
                  <a:lnTo>
                    <a:pt x="908042" y="691602"/>
                  </a:lnTo>
                  <a:lnTo>
                    <a:pt x="939890" y="721582"/>
                  </a:lnTo>
                  <a:lnTo>
                    <a:pt x="970140" y="748521"/>
                  </a:lnTo>
                  <a:lnTo>
                    <a:pt x="981363" y="758052"/>
                  </a:lnTo>
                  <a:lnTo>
                    <a:pt x="1020512" y="788848"/>
                  </a:lnTo>
                  <a:lnTo>
                    <a:pt x="1058503" y="814310"/>
                  </a:lnTo>
                  <a:lnTo>
                    <a:pt x="1096944" y="835236"/>
                  </a:lnTo>
                  <a:lnTo>
                    <a:pt x="1137447" y="852520"/>
                  </a:lnTo>
                  <a:lnTo>
                    <a:pt x="1181080" y="866873"/>
                  </a:lnTo>
                  <a:lnTo>
                    <a:pt x="1227704" y="878713"/>
                  </a:lnTo>
                  <a:lnTo>
                    <a:pt x="1275206" y="888169"/>
                  </a:lnTo>
                  <a:lnTo>
                    <a:pt x="1319179" y="895181"/>
                  </a:lnTo>
                  <a:lnTo>
                    <a:pt x="1354008" y="899728"/>
                  </a:lnTo>
                  <a:lnTo>
                    <a:pt x="1375641" y="902082"/>
                  </a:lnTo>
                  <a:lnTo>
                    <a:pt x="1384366" y="902886"/>
                  </a:lnTo>
                  <a:lnTo>
                    <a:pt x="1385454" y="902973"/>
                  </a:lnTo>
                  <a:lnTo>
                    <a:pt x="1385454" y="869530"/>
                  </a:lnTo>
                  <a:lnTo>
                    <a:pt x="1383810" y="869396"/>
                  </a:lnTo>
                  <a:lnTo>
                    <a:pt x="1373580" y="868434"/>
                  </a:lnTo>
                  <a:lnTo>
                    <a:pt x="1350107" y="865819"/>
                  </a:lnTo>
                  <a:lnTo>
                    <a:pt x="1313768" y="860953"/>
                  </a:lnTo>
                  <a:lnTo>
                    <a:pt x="1269011" y="853613"/>
                  </a:lnTo>
                  <a:lnTo>
                    <a:pt x="1221419" y="843841"/>
                  </a:lnTo>
                  <a:lnTo>
                    <a:pt x="1175119" y="831682"/>
                  </a:lnTo>
                  <a:lnTo>
                    <a:pt x="1131926" y="816972"/>
                  </a:lnTo>
                  <a:lnTo>
                    <a:pt x="1091775" y="799252"/>
                  </a:lnTo>
                  <a:lnTo>
                    <a:pt x="1053491" y="777780"/>
                  </a:lnTo>
                  <a:lnTo>
                    <a:pt x="1015432" y="751650"/>
                  </a:lnTo>
                  <a:lnTo>
                    <a:pt x="981363" y="724608"/>
                  </a:lnTo>
                  <a:lnTo>
                    <a:pt x="951652" y="698813"/>
                  </a:lnTo>
                  <a:lnTo>
                    <a:pt x="920443" y="670003"/>
                  </a:lnTo>
                  <a:lnTo>
                    <a:pt x="887524" y="638152"/>
                  </a:lnTo>
                  <a:lnTo>
                    <a:pt x="852839" y="603378"/>
                  </a:lnTo>
                  <a:lnTo>
                    <a:pt x="816481" y="565956"/>
                  </a:lnTo>
                  <a:lnTo>
                    <a:pt x="778684" y="526323"/>
                  </a:lnTo>
                  <a:lnTo>
                    <a:pt x="739810" y="485065"/>
                  </a:lnTo>
                  <a:lnTo>
                    <a:pt x="700318" y="442885"/>
                  </a:lnTo>
                  <a:lnTo>
                    <a:pt x="660725" y="400553"/>
                  </a:lnTo>
                  <a:lnTo>
                    <a:pt x="621556" y="358854"/>
                  </a:lnTo>
                  <a:lnTo>
                    <a:pt x="583298" y="318522"/>
                  </a:lnTo>
                  <a:lnTo>
                    <a:pt x="546353" y="280193"/>
                  </a:lnTo>
                  <a:lnTo>
                    <a:pt x="511008" y="244364"/>
                  </a:lnTo>
                  <a:lnTo>
                    <a:pt x="477412" y="211371"/>
                  </a:lnTo>
                  <a:lnTo>
                    <a:pt x="445564" y="181391"/>
                  </a:lnTo>
                  <a:lnTo>
                    <a:pt x="415314" y="154452"/>
                  </a:lnTo>
                  <a:lnTo>
                    <a:pt x="404090" y="144921"/>
                  </a:lnTo>
                  <a:lnTo>
                    <a:pt x="364942" y="114125"/>
                  </a:lnTo>
                  <a:lnTo>
                    <a:pt x="326950" y="88662"/>
                  </a:lnTo>
                  <a:lnTo>
                    <a:pt x="288509" y="67737"/>
                  </a:lnTo>
                  <a:lnTo>
                    <a:pt x="248007" y="50452"/>
                  </a:lnTo>
                  <a:lnTo>
                    <a:pt x="204373" y="36100"/>
                  </a:lnTo>
                  <a:lnTo>
                    <a:pt x="157749" y="24260"/>
                  </a:lnTo>
                  <a:lnTo>
                    <a:pt x="110248" y="14804"/>
                  </a:lnTo>
                  <a:lnTo>
                    <a:pt x="66275" y="7792"/>
                  </a:lnTo>
                  <a:lnTo>
                    <a:pt x="31446" y="3245"/>
                  </a:lnTo>
                  <a:lnTo>
                    <a:pt x="9813" y="890"/>
                  </a:lnTo>
                  <a:lnTo>
                    <a:pt x="1088" y="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2050472" y="4991288"/>
              <a:ext cx="1385454" cy="1337738"/>
            </a:xfrm>
            <a:custGeom>
              <a:avLst/>
              <a:pathLst>
                <a:path w="1385454" h="1337738">
                  <a:moveTo>
                    <a:pt x="0" y="33443"/>
                  </a:moveTo>
                  <a:lnTo>
                    <a:pt x="1492" y="33624"/>
                  </a:lnTo>
                  <a:lnTo>
                    <a:pt x="10823" y="34929"/>
                  </a:lnTo>
                  <a:lnTo>
                    <a:pt x="32426" y="38485"/>
                  </a:lnTo>
                  <a:lnTo>
                    <a:pt x="66325" y="45142"/>
                  </a:lnTo>
                  <a:lnTo>
                    <a:pt x="108780" y="55262"/>
                  </a:lnTo>
                  <a:lnTo>
                    <a:pt x="154689" y="68815"/>
                  </a:lnTo>
                  <a:lnTo>
                    <a:pt x="199965" y="85712"/>
                  </a:lnTo>
                  <a:lnTo>
                    <a:pt x="242535" y="106099"/>
                  </a:lnTo>
                  <a:lnTo>
                    <a:pt x="282106" y="130498"/>
                  </a:lnTo>
                  <a:lnTo>
                    <a:pt x="319534" y="159819"/>
                  </a:lnTo>
                  <a:lnTo>
                    <a:pt x="356232" y="195254"/>
                  </a:lnTo>
                  <a:lnTo>
                    <a:pt x="393701" y="237975"/>
                  </a:lnTo>
                  <a:lnTo>
                    <a:pt x="404090" y="250826"/>
                  </a:lnTo>
                  <a:lnTo>
                    <a:pt x="430324" y="284854"/>
                  </a:lnTo>
                  <a:lnTo>
                    <a:pt x="457708" y="322419"/>
                  </a:lnTo>
                  <a:lnTo>
                    <a:pt x="486407" y="363568"/>
                  </a:lnTo>
                  <a:lnTo>
                    <a:pt x="516490" y="408225"/>
                  </a:lnTo>
                  <a:lnTo>
                    <a:pt x="547935" y="456171"/>
                  </a:lnTo>
                  <a:lnTo>
                    <a:pt x="580628" y="507037"/>
                  </a:lnTo>
                  <a:lnTo>
                    <a:pt x="614372" y="560308"/>
                  </a:lnTo>
                  <a:lnTo>
                    <a:pt x="648896" y="615339"/>
                  </a:lnTo>
                  <a:lnTo>
                    <a:pt x="683871" y="671383"/>
                  </a:lnTo>
                  <a:lnTo>
                    <a:pt x="718940" y="727634"/>
                  </a:lnTo>
                  <a:lnTo>
                    <a:pt x="753735" y="783274"/>
                  </a:lnTo>
                  <a:lnTo>
                    <a:pt x="787910" y="837521"/>
                  </a:lnTo>
                  <a:lnTo>
                    <a:pt x="821164" y="889674"/>
                  </a:lnTo>
                  <a:lnTo>
                    <a:pt x="853258" y="939149"/>
                  </a:lnTo>
                  <a:lnTo>
                    <a:pt x="884037" y="985503"/>
                  </a:lnTo>
                  <a:lnTo>
                    <a:pt x="913432" y="1028441"/>
                  </a:lnTo>
                  <a:lnTo>
                    <a:pt x="941465" y="1067816"/>
                  </a:lnTo>
                  <a:lnTo>
                    <a:pt x="968253" y="1103616"/>
                  </a:lnTo>
                  <a:lnTo>
                    <a:pt x="981363" y="1120356"/>
                  </a:lnTo>
                  <a:lnTo>
                    <a:pt x="1019256" y="1165169"/>
                  </a:lnTo>
                  <a:lnTo>
                    <a:pt x="1056020" y="1202466"/>
                  </a:lnTo>
                  <a:lnTo>
                    <a:pt x="1093100" y="1233311"/>
                  </a:lnTo>
                  <a:lnTo>
                    <a:pt x="1131978" y="1258932"/>
                  </a:lnTo>
                  <a:lnTo>
                    <a:pt x="1173708" y="1280332"/>
                  </a:lnTo>
                  <a:lnTo>
                    <a:pt x="1218375" y="1298141"/>
                  </a:lnTo>
                  <a:lnTo>
                    <a:pt x="1264436" y="1312599"/>
                  </a:lnTo>
                  <a:lnTo>
                    <a:pt x="1308316" y="1323656"/>
                  </a:lnTo>
                  <a:lnTo>
                    <a:pt x="1344997" y="1331232"/>
                  </a:lnTo>
                  <a:lnTo>
                    <a:pt x="1370099" y="1335558"/>
                  </a:lnTo>
                  <a:lnTo>
                    <a:pt x="1382476" y="1337364"/>
                  </a:lnTo>
                  <a:lnTo>
                    <a:pt x="1385454" y="1337738"/>
                  </a:lnTo>
                  <a:lnTo>
                    <a:pt x="1385454" y="1304295"/>
                  </a:lnTo>
                  <a:lnTo>
                    <a:pt x="1383961" y="1304114"/>
                  </a:lnTo>
                  <a:lnTo>
                    <a:pt x="1374630" y="1302808"/>
                  </a:lnTo>
                  <a:lnTo>
                    <a:pt x="1353027" y="1299253"/>
                  </a:lnTo>
                  <a:lnTo>
                    <a:pt x="1319128" y="1292595"/>
                  </a:lnTo>
                  <a:lnTo>
                    <a:pt x="1276673" y="1282476"/>
                  </a:lnTo>
                  <a:lnTo>
                    <a:pt x="1230765" y="1268923"/>
                  </a:lnTo>
                  <a:lnTo>
                    <a:pt x="1185488" y="1252026"/>
                  </a:lnTo>
                  <a:lnTo>
                    <a:pt x="1142919" y="1231639"/>
                  </a:lnTo>
                  <a:lnTo>
                    <a:pt x="1103347" y="1207240"/>
                  </a:lnTo>
                  <a:lnTo>
                    <a:pt x="1065919" y="1177919"/>
                  </a:lnTo>
                  <a:lnTo>
                    <a:pt x="1029222" y="1142484"/>
                  </a:lnTo>
                  <a:lnTo>
                    <a:pt x="991753" y="1099763"/>
                  </a:lnTo>
                  <a:lnTo>
                    <a:pt x="981363" y="1086912"/>
                  </a:lnTo>
                  <a:lnTo>
                    <a:pt x="955129" y="1052884"/>
                  </a:lnTo>
                  <a:lnTo>
                    <a:pt x="927745" y="1015319"/>
                  </a:lnTo>
                  <a:lnTo>
                    <a:pt x="899046" y="974170"/>
                  </a:lnTo>
                  <a:lnTo>
                    <a:pt x="868963" y="929512"/>
                  </a:lnTo>
                  <a:lnTo>
                    <a:pt x="837518" y="881566"/>
                  </a:lnTo>
                  <a:lnTo>
                    <a:pt x="804825" y="830700"/>
                  </a:lnTo>
                  <a:lnTo>
                    <a:pt x="771081" y="777429"/>
                  </a:lnTo>
                  <a:lnTo>
                    <a:pt x="736558" y="722399"/>
                  </a:lnTo>
                  <a:lnTo>
                    <a:pt x="701582" y="666355"/>
                  </a:lnTo>
                  <a:lnTo>
                    <a:pt x="666513" y="610104"/>
                  </a:lnTo>
                  <a:lnTo>
                    <a:pt x="631718" y="554464"/>
                  </a:lnTo>
                  <a:lnTo>
                    <a:pt x="597543" y="500217"/>
                  </a:lnTo>
                  <a:lnTo>
                    <a:pt x="564290" y="448064"/>
                  </a:lnTo>
                  <a:lnTo>
                    <a:pt x="532195" y="398589"/>
                  </a:lnTo>
                  <a:lnTo>
                    <a:pt x="501416" y="352235"/>
                  </a:lnTo>
                  <a:lnTo>
                    <a:pt x="472022" y="309297"/>
                  </a:lnTo>
                  <a:lnTo>
                    <a:pt x="443989" y="269922"/>
                  </a:lnTo>
                  <a:lnTo>
                    <a:pt x="417201" y="234122"/>
                  </a:lnTo>
                  <a:lnTo>
                    <a:pt x="404090" y="217382"/>
                  </a:lnTo>
                  <a:lnTo>
                    <a:pt x="366198" y="172569"/>
                  </a:lnTo>
                  <a:lnTo>
                    <a:pt x="329433" y="135272"/>
                  </a:lnTo>
                  <a:lnTo>
                    <a:pt x="292353" y="104427"/>
                  </a:lnTo>
                  <a:lnTo>
                    <a:pt x="253476" y="78806"/>
                  </a:lnTo>
                  <a:lnTo>
                    <a:pt x="211746" y="57406"/>
                  </a:lnTo>
                  <a:lnTo>
                    <a:pt x="167079" y="39597"/>
                  </a:lnTo>
                  <a:lnTo>
                    <a:pt x="121017" y="25139"/>
                  </a:lnTo>
                  <a:lnTo>
                    <a:pt x="77138" y="14082"/>
                  </a:lnTo>
                  <a:lnTo>
                    <a:pt x="40457" y="6506"/>
                  </a:lnTo>
                  <a:lnTo>
                    <a:pt x="15355" y="2180"/>
                  </a:lnTo>
                  <a:lnTo>
                    <a:pt x="2978" y="3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2050472" y="4088314"/>
              <a:ext cx="1385454" cy="367878"/>
            </a:xfrm>
            <a:custGeom>
              <a:avLst/>
              <a:pathLst>
                <a:path w="1385454" h="367878">
                  <a:moveTo>
                    <a:pt x="0" y="33443"/>
                  </a:moveTo>
                  <a:lnTo>
                    <a:pt x="1770" y="33499"/>
                  </a:lnTo>
                  <a:lnTo>
                    <a:pt x="12744" y="33899"/>
                  </a:lnTo>
                  <a:lnTo>
                    <a:pt x="37744" y="34982"/>
                  </a:lnTo>
                  <a:lnTo>
                    <a:pt x="76023" y="36989"/>
                  </a:lnTo>
                  <a:lnTo>
                    <a:pt x="122547" y="39999"/>
                  </a:lnTo>
                  <a:lnTo>
                    <a:pt x="171377" y="43989"/>
                  </a:lnTo>
                  <a:lnTo>
                    <a:pt x="218404" y="48948"/>
                  </a:lnTo>
                  <a:lnTo>
                    <a:pt x="262059" y="54965"/>
                  </a:lnTo>
                  <a:lnTo>
                    <a:pt x="302701" y="62254"/>
                  </a:lnTo>
                  <a:lnTo>
                    <a:pt x="341759" y="71145"/>
                  </a:lnTo>
                  <a:lnTo>
                    <a:pt x="381040" y="82013"/>
                  </a:lnTo>
                  <a:lnTo>
                    <a:pt x="404090" y="89182"/>
                  </a:lnTo>
                  <a:lnTo>
                    <a:pt x="438374" y="100688"/>
                  </a:lnTo>
                  <a:lnTo>
                    <a:pt x="474687" y="113732"/>
                  </a:lnTo>
                  <a:lnTo>
                    <a:pt x="513298" y="128310"/>
                  </a:lnTo>
                  <a:lnTo>
                    <a:pt x="554209" y="144320"/>
                  </a:lnTo>
                  <a:lnTo>
                    <a:pt x="597162" y="161550"/>
                  </a:lnTo>
                  <a:lnTo>
                    <a:pt x="641669" y="179685"/>
                  </a:lnTo>
                  <a:lnTo>
                    <a:pt x="687057" y="198328"/>
                  </a:lnTo>
                  <a:lnTo>
                    <a:pt x="732544" y="217027"/>
                  </a:lnTo>
                  <a:lnTo>
                    <a:pt x="777339" y="235329"/>
                  </a:lnTo>
                  <a:lnTo>
                    <a:pt x="820733" y="252817"/>
                  </a:lnTo>
                  <a:lnTo>
                    <a:pt x="862185" y="269154"/>
                  </a:lnTo>
                  <a:lnTo>
                    <a:pt x="901378" y="284102"/>
                  </a:lnTo>
                  <a:lnTo>
                    <a:pt x="938249" y="297532"/>
                  </a:lnTo>
                  <a:lnTo>
                    <a:pt x="972998" y="309416"/>
                  </a:lnTo>
                  <a:lnTo>
                    <a:pt x="981363" y="312139"/>
                  </a:lnTo>
                  <a:lnTo>
                    <a:pt x="1021503" y="324261"/>
                  </a:lnTo>
                  <a:lnTo>
                    <a:pt x="1060466" y="334233"/>
                  </a:lnTo>
                  <a:lnTo>
                    <a:pt x="1099995" y="342387"/>
                  </a:lnTo>
                  <a:lnTo>
                    <a:pt x="1141806" y="349092"/>
                  </a:lnTo>
                  <a:lnTo>
                    <a:pt x="1186964" y="354634"/>
                  </a:lnTo>
                  <a:lnTo>
                    <a:pt x="1235104" y="359171"/>
                  </a:lnTo>
                  <a:lnTo>
                    <a:pt x="1283589" y="362743"/>
                  </a:lnTo>
                  <a:lnTo>
                    <a:pt x="1327315" y="365319"/>
                  </a:lnTo>
                  <a:lnTo>
                    <a:pt x="1360296" y="366909"/>
                  </a:lnTo>
                  <a:lnTo>
                    <a:pt x="1379005" y="367660"/>
                  </a:lnTo>
                  <a:lnTo>
                    <a:pt x="1385115" y="367868"/>
                  </a:lnTo>
                  <a:lnTo>
                    <a:pt x="1385454" y="367878"/>
                  </a:lnTo>
                  <a:lnTo>
                    <a:pt x="1385454" y="334434"/>
                  </a:lnTo>
                  <a:lnTo>
                    <a:pt x="1383683" y="334379"/>
                  </a:lnTo>
                  <a:lnTo>
                    <a:pt x="1372709" y="333979"/>
                  </a:lnTo>
                  <a:lnTo>
                    <a:pt x="1347709" y="332895"/>
                  </a:lnTo>
                  <a:lnTo>
                    <a:pt x="1309431" y="330888"/>
                  </a:lnTo>
                  <a:lnTo>
                    <a:pt x="1262906" y="327878"/>
                  </a:lnTo>
                  <a:lnTo>
                    <a:pt x="1214076" y="323889"/>
                  </a:lnTo>
                  <a:lnTo>
                    <a:pt x="1167050" y="318929"/>
                  </a:lnTo>
                  <a:lnTo>
                    <a:pt x="1123395" y="312912"/>
                  </a:lnTo>
                  <a:lnTo>
                    <a:pt x="1082752" y="305623"/>
                  </a:lnTo>
                  <a:lnTo>
                    <a:pt x="1043694" y="296732"/>
                  </a:lnTo>
                  <a:lnTo>
                    <a:pt x="1004414" y="285864"/>
                  </a:lnTo>
                  <a:lnTo>
                    <a:pt x="981363" y="278695"/>
                  </a:lnTo>
                  <a:lnTo>
                    <a:pt x="947080" y="267189"/>
                  </a:lnTo>
                  <a:lnTo>
                    <a:pt x="910766" y="254145"/>
                  </a:lnTo>
                  <a:lnTo>
                    <a:pt x="872155" y="239567"/>
                  </a:lnTo>
                  <a:lnTo>
                    <a:pt x="831245" y="223558"/>
                  </a:lnTo>
                  <a:lnTo>
                    <a:pt x="788291" y="206328"/>
                  </a:lnTo>
                  <a:lnTo>
                    <a:pt x="743784" y="188192"/>
                  </a:lnTo>
                  <a:lnTo>
                    <a:pt x="698397" y="169550"/>
                  </a:lnTo>
                  <a:lnTo>
                    <a:pt x="652910" y="150850"/>
                  </a:lnTo>
                  <a:lnTo>
                    <a:pt x="608115" y="132548"/>
                  </a:lnTo>
                  <a:lnTo>
                    <a:pt x="564721" y="115060"/>
                  </a:lnTo>
                  <a:lnTo>
                    <a:pt x="523269" y="98723"/>
                  </a:lnTo>
                  <a:lnTo>
                    <a:pt x="484075" y="83775"/>
                  </a:lnTo>
                  <a:lnTo>
                    <a:pt x="447205" y="70345"/>
                  </a:lnTo>
                  <a:lnTo>
                    <a:pt x="412456" y="58461"/>
                  </a:lnTo>
                  <a:lnTo>
                    <a:pt x="404090" y="55739"/>
                  </a:lnTo>
                  <a:lnTo>
                    <a:pt x="363951" y="43616"/>
                  </a:lnTo>
                  <a:lnTo>
                    <a:pt x="324987" y="33645"/>
                  </a:lnTo>
                  <a:lnTo>
                    <a:pt x="285459" y="25491"/>
                  </a:lnTo>
                  <a:lnTo>
                    <a:pt x="243647" y="18785"/>
                  </a:lnTo>
                  <a:lnTo>
                    <a:pt x="198489" y="13243"/>
                  </a:lnTo>
                  <a:lnTo>
                    <a:pt x="150349" y="8706"/>
                  </a:lnTo>
                  <a:lnTo>
                    <a:pt x="101864" y="5134"/>
                  </a:lnTo>
                  <a:lnTo>
                    <a:pt x="58139" y="2558"/>
                  </a:lnTo>
                  <a:lnTo>
                    <a:pt x="25158" y="969"/>
                  </a:lnTo>
                  <a:lnTo>
                    <a:pt x="6449" y="217"/>
                  </a:lnTo>
                  <a:lnTo>
                    <a:pt x="339" y="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2050472" y="4757183"/>
              <a:ext cx="1385454" cy="902973"/>
            </a:xfrm>
            <a:custGeom>
              <a:avLst/>
              <a:pathLst>
                <a:path w="1385454" h="902973">
                  <a:moveTo>
                    <a:pt x="0" y="33443"/>
                  </a:moveTo>
                  <a:lnTo>
                    <a:pt x="1644" y="33577"/>
                  </a:lnTo>
                  <a:lnTo>
                    <a:pt x="11873" y="34539"/>
                  </a:lnTo>
                  <a:lnTo>
                    <a:pt x="35347" y="37154"/>
                  </a:lnTo>
                  <a:lnTo>
                    <a:pt x="71685" y="42020"/>
                  </a:lnTo>
                  <a:lnTo>
                    <a:pt x="116443" y="49360"/>
                  </a:lnTo>
                  <a:lnTo>
                    <a:pt x="164034" y="59132"/>
                  </a:lnTo>
                  <a:lnTo>
                    <a:pt x="210334" y="71291"/>
                  </a:lnTo>
                  <a:lnTo>
                    <a:pt x="253528" y="86001"/>
                  </a:lnTo>
                  <a:lnTo>
                    <a:pt x="293679" y="103721"/>
                  </a:lnTo>
                  <a:lnTo>
                    <a:pt x="331962" y="125192"/>
                  </a:lnTo>
                  <a:lnTo>
                    <a:pt x="370022" y="151322"/>
                  </a:lnTo>
                  <a:lnTo>
                    <a:pt x="404090" y="178365"/>
                  </a:lnTo>
                  <a:lnTo>
                    <a:pt x="433801" y="204159"/>
                  </a:lnTo>
                  <a:lnTo>
                    <a:pt x="465011" y="232970"/>
                  </a:lnTo>
                  <a:lnTo>
                    <a:pt x="497929" y="264821"/>
                  </a:lnTo>
                  <a:lnTo>
                    <a:pt x="532614" y="299595"/>
                  </a:lnTo>
                  <a:lnTo>
                    <a:pt x="568973" y="337017"/>
                  </a:lnTo>
                  <a:lnTo>
                    <a:pt x="606770" y="376650"/>
                  </a:lnTo>
                  <a:lnTo>
                    <a:pt x="645644" y="417907"/>
                  </a:lnTo>
                  <a:lnTo>
                    <a:pt x="685135" y="460088"/>
                  </a:lnTo>
                  <a:lnTo>
                    <a:pt x="724728" y="502420"/>
                  </a:lnTo>
                  <a:lnTo>
                    <a:pt x="763897" y="544119"/>
                  </a:lnTo>
                  <a:lnTo>
                    <a:pt x="802156" y="584450"/>
                  </a:lnTo>
                  <a:lnTo>
                    <a:pt x="839100" y="622779"/>
                  </a:lnTo>
                  <a:lnTo>
                    <a:pt x="874445" y="658609"/>
                  </a:lnTo>
                  <a:lnTo>
                    <a:pt x="908042" y="691602"/>
                  </a:lnTo>
                  <a:lnTo>
                    <a:pt x="939890" y="721582"/>
                  </a:lnTo>
                  <a:lnTo>
                    <a:pt x="970140" y="748521"/>
                  </a:lnTo>
                  <a:lnTo>
                    <a:pt x="981363" y="758052"/>
                  </a:lnTo>
                  <a:lnTo>
                    <a:pt x="1020512" y="788848"/>
                  </a:lnTo>
                  <a:lnTo>
                    <a:pt x="1058503" y="814310"/>
                  </a:lnTo>
                  <a:lnTo>
                    <a:pt x="1096944" y="835236"/>
                  </a:lnTo>
                  <a:lnTo>
                    <a:pt x="1137447" y="852520"/>
                  </a:lnTo>
                  <a:lnTo>
                    <a:pt x="1181080" y="866873"/>
                  </a:lnTo>
                  <a:lnTo>
                    <a:pt x="1227704" y="878713"/>
                  </a:lnTo>
                  <a:lnTo>
                    <a:pt x="1275206" y="888169"/>
                  </a:lnTo>
                  <a:lnTo>
                    <a:pt x="1319179" y="895181"/>
                  </a:lnTo>
                  <a:lnTo>
                    <a:pt x="1354008" y="899728"/>
                  </a:lnTo>
                  <a:lnTo>
                    <a:pt x="1375641" y="902082"/>
                  </a:lnTo>
                  <a:lnTo>
                    <a:pt x="1384366" y="902886"/>
                  </a:lnTo>
                  <a:lnTo>
                    <a:pt x="1385454" y="902973"/>
                  </a:lnTo>
                  <a:lnTo>
                    <a:pt x="1385454" y="869530"/>
                  </a:lnTo>
                  <a:lnTo>
                    <a:pt x="1383810" y="869396"/>
                  </a:lnTo>
                  <a:lnTo>
                    <a:pt x="1373580" y="868434"/>
                  </a:lnTo>
                  <a:lnTo>
                    <a:pt x="1350107" y="865819"/>
                  </a:lnTo>
                  <a:lnTo>
                    <a:pt x="1313768" y="860953"/>
                  </a:lnTo>
                  <a:lnTo>
                    <a:pt x="1269011" y="853613"/>
                  </a:lnTo>
                  <a:lnTo>
                    <a:pt x="1221419" y="843841"/>
                  </a:lnTo>
                  <a:lnTo>
                    <a:pt x="1175119" y="831682"/>
                  </a:lnTo>
                  <a:lnTo>
                    <a:pt x="1131926" y="816972"/>
                  </a:lnTo>
                  <a:lnTo>
                    <a:pt x="1091775" y="799252"/>
                  </a:lnTo>
                  <a:lnTo>
                    <a:pt x="1053491" y="777780"/>
                  </a:lnTo>
                  <a:lnTo>
                    <a:pt x="1015432" y="751650"/>
                  </a:lnTo>
                  <a:lnTo>
                    <a:pt x="981363" y="724608"/>
                  </a:lnTo>
                  <a:lnTo>
                    <a:pt x="951652" y="698813"/>
                  </a:lnTo>
                  <a:lnTo>
                    <a:pt x="920443" y="670003"/>
                  </a:lnTo>
                  <a:lnTo>
                    <a:pt x="887524" y="638152"/>
                  </a:lnTo>
                  <a:lnTo>
                    <a:pt x="852839" y="603378"/>
                  </a:lnTo>
                  <a:lnTo>
                    <a:pt x="816481" y="565956"/>
                  </a:lnTo>
                  <a:lnTo>
                    <a:pt x="778684" y="526323"/>
                  </a:lnTo>
                  <a:lnTo>
                    <a:pt x="739810" y="485065"/>
                  </a:lnTo>
                  <a:lnTo>
                    <a:pt x="700318" y="442885"/>
                  </a:lnTo>
                  <a:lnTo>
                    <a:pt x="660725" y="400553"/>
                  </a:lnTo>
                  <a:lnTo>
                    <a:pt x="621556" y="358854"/>
                  </a:lnTo>
                  <a:lnTo>
                    <a:pt x="583298" y="318522"/>
                  </a:lnTo>
                  <a:lnTo>
                    <a:pt x="546353" y="280193"/>
                  </a:lnTo>
                  <a:lnTo>
                    <a:pt x="511008" y="244364"/>
                  </a:lnTo>
                  <a:lnTo>
                    <a:pt x="477412" y="211371"/>
                  </a:lnTo>
                  <a:lnTo>
                    <a:pt x="445564" y="181391"/>
                  </a:lnTo>
                  <a:lnTo>
                    <a:pt x="415314" y="154452"/>
                  </a:lnTo>
                  <a:lnTo>
                    <a:pt x="404090" y="144921"/>
                  </a:lnTo>
                  <a:lnTo>
                    <a:pt x="364942" y="114125"/>
                  </a:lnTo>
                  <a:lnTo>
                    <a:pt x="326950" y="88662"/>
                  </a:lnTo>
                  <a:lnTo>
                    <a:pt x="288509" y="67737"/>
                  </a:lnTo>
                  <a:lnTo>
                    <a:pt x="248007" y="50452"/>
                  </a:lnTo>
                  <a:lnTo>
                    <a:pt x="204373" y="36100"/>
                  </a:lnTo>
                  <a:lnTo>
                    <a:pt x="157749" y="24260"/>
                  </a:lnTo>
                  <a:lnTo>
                    <a:pt x="110248" y="14804"/>
                  </a:lnTo>
                  <a:lnTo>
                    <a:pt x="66275" y="7792"/>
                  </a:lnTo>
                  <a:lnTo>
                    <a:pt x="31446" y="3245"/>
                  </a:lnTo>
                  <a:lnTo>
                    <a:pt x="9813" y="890"/>
                  </a:lnTo>
                  <a:lnTo>
                    <a:pt x="1088" y="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2050472" y="2850905"/>
              <a:ext cx="1385454" cy="66886"/>
            </a:xfrm>
            <a:custGeom>
              <a:avLst/>
              <a:pathLst>
                <a:path w="1385454" h="66886">
                  <a:moveTo>
                    <a:pt x="0" y="66886"/>
                  </a:moveTo>
                  <a:lnTo>
                    <a:pt x="1795" y="66881"/>
                  </a:lnTo>
                  <a:lnTo>
                    <a:pt x="12910" y="66840"/>
                  </a:lnTo>
                  <a:lnTo>
                    <a:pt x="38198" y="66730"/>
                  </a:lnTo>
                  <a:lnTo>
                    <a:pt x="76837" y="66527"/>
                  </a:lnTo>
                  <a:lnTo>
                    <a:pt x="123683" y="66223"/>
                  </a:lnTo>
                  <a:lnTo>
                    <a:pt x="172734" y="65819"/>
                  </a:lnTo>
                  <a:lnTo>
                    <a:pt x="219888" y="65318"/>
                  </a:lnTo>
                  <a:lnTo>
                    <a:pt x="263626" y="64709"/>
                  </a:lnTo>
                  <a:lnTo>
                    <a:pt x="304364" y="63971"/>
                  </a:lnTo>
                  <a:lnTo>
                    <a:pt x="343577" y="63070"/>
                  </a:lnTo>
                  <a:lnTo>
                    <a:pt x="383097" y="61968"/>
                  </a:lnTo>
                  <a:lnTo>
                    <a:pt x="404090" y="61313"/>
                  </a:lnTo>
                  <a:lnTo>
                    <a:pt x="439607" y="60119"/>
                  </a:lnTo>
                  <a:lnTo>
                    <a:pt x="477313" y="58760"/>
                  </a:lnTo>
                  <a:lnTo>
                    <a:pt x="517487" y="57238"/>
                  </a:lnTo>
                  <a:lnTo>
                    <a:pt x="560106" y="55564"/>
                  </a:lnTo>
                  <a:lnTo>
                    <a:pt x="604853" y="53764"/>
                  </a:lnTo>
                  <a:lnTo>
                    <a:pt x="651149" y="51874"/>
                  </a:lnTo>
                  <a:lnTo>
                    <a:pt x="698218" y="49939"/>
                  </a:lnTo>
                  <a:lnTo>
                    <a:pt x="745184" y="48010"/>
                  </a:lnTo>
                  <a:lnTo>
                    <a:pt x="791183" y="46137"/>
                  </a:lnTo>
                  <a:lnTo>
                    <a:pt x="835477" y="44363"/>
                  </a:lnTo>
                  <a:lnTo>
                    <a:pt x="877545" y="42723"/>
                  </a:lnTo>
                  <a:lnTo>
                    <a:pt x="917135" y="41238"/>
                  </a:lnTo>
                  <a:lnTo>
                    <a:pt x="954294" y="39918"/>
                  </a:lnTo>
                  <a:lnTo>
                    <a:pt x="981363" y="39017"/>
                  </a:lnTo>
                  <a:lnTo>
                    <a:pt x="1021686" y="37799"/>
                  </a:lnTo>
                  <a:lnTo>
                    <a:pt x="1060830" y="36799"/>
                  </a:lnTo>
                  <a:lnTo>
                    <a:pt x="1100562" y="35982"/>
                  </a:lnTo>
                  <a:lnTo>
                    <a:pt x="1142618" y="35310"/>
                  </a:lnTo>
                  <a:lnTo>
                    <a:pt x="1188061" y="34756"/>
                  </a:lnTo>
                  <a:lnTo>
                    <a:pt x="1236478" y="34302"/>
                  </a:lnTo>
                  <a:lnTo>
                    <a:pt x="1285129" y="33946"/>
                  </a:lnTo>
                  <a:lnTo>
                    <a:pt x="1328776" y="33691"/>
                  </a:lnTo>
                  <a:lnTo>
                    <a:pt x="1361379" y="33535"/>
                  </a:lnTo>
                  <a:lnTo>
                    <a:pt x="1379535" y="33463"/>
                  </a:lnTo>
                  <a:lnTo>
                    <a:pt x="1385197" y="33444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3659" y="5"/>
                  </a:lnTo>
                  <a:lnTo>
                    <a:pt x="1372544" y="46"/>
                  </a:lnTo>
                  <a:lnTo>
                    <a:pt x="1347256" y="156"/>
                  </a:lnTo>
                  <a:lnTo>
                    <a:pt x="1308617" y="359"/>
                  </a:lnTo>
                  <a:lnTo>
                    <a:pt x="1261770" y="663"/>
                  </a:lnTo>
                  <a:lnTo>
                    <a:pt x="1212720" y="1067"/>
                  </a:lnTo>
                  <a:lnTo>
                    <a:pt x="1165565" y="1568"/>
                  </a:lnTo>
                  <a:lnTo>
                    <a:pt x="1121827" y="2176"/>
                  </a:lnTo>
                  <a:lnTo>
                    <a:pt x="1081089" y="2915"/>
                  </a:lnTo>
                  <a:lnTo>
                    <a:pt x="1041877" y="3816"/>
                  </a:lnTo>
                  <a:lnTo>
                    <a:pt x="1002356" y="4918"/>
                  </a:lnTo>
                  <a:lnTo>
                    <a:pt x="981363" y="5573"/>
                  </a:lnTo>
                  <a:lnTo>
                    <a:pt x="945846" y="6767"/>
                  </a:lnTo>
                  <a:lnTo>
                    <a:pt x="908141" y="8125"/>
                  </a:lnTo>
                  <a:lnTo>
                    <a:pt x="867967" y="9648"/>
                  </a:lnTo>
                  <a:lnTo>
                    <a:pt x="825348" y="11322"/>
                  </a:lnTo>
                  <a:lnTo>
                    <a:pt x="780601" y="13122"/>
                  </a:lnTo>
                  <a:lnTo>
                    <a:pt x="734305" y="15012"/>
                  </a:lnTo>
                  <a:lnTo>
                    <a:pt x="687236" y="16947"/>
                  </a:lnTo>
                  <a:lnTo>
                    <a:pt x="640270" y="18876"/>
                  </a:lnTo>
                  <a:lnTo>
                    <a:pt x="594271" y="20749"/>
                  </a:lnTo>
                  <a:lnTo>
                    <a:pt x="549977" y="22523"/>
                  </a:lnTo>
                  <a:lnTo>
                    <a:pt x="507909" y="24163"/>
                  </a:lnTo>
                  <a:lnTo>
                    <a:pt x="468319" y="25648"/>
                  </a:lnTo>
                  <a:lnTo>
                    <a:pt x="431159" y="26968"/>
                  </a:lnTo>
                  <a:lnTo>
                    <a:pt x="404090" y="27869"/>
                  </a:lnTo>
                  <a:lnTo>
                    <a:pt x="363767" y="29086"/>
                  </a:lnTo>
                  <a:lnTo>
                    <a:pt x="324623" y="30087"/>
                  </a:lnTo>
                  <a:lnTo>
                    <a:pt x="284892" y="30904"/>
                  </a:lnTo>
                  <a:lnTo>
                    <a:pt x="242835" y="31576"/>
                  </a:lnTo>
                  <a:lnTo>
                    <a:pt x="197393" y="32130"/>
                  </a:lnTo>
                  <a:lnTo>
                    <a:pt x="148975" y="32584"/>
                  </a:lnTo>
                  <a:lnTo>
                    <a:pt x="100325" y="32939"/>
                  </a:lnTo>
                  <a:lnTo>
                    <a:pt x="56678" y="33195"/>
                  </a:lnTo>
                  <a:lnTo>
                    <a:pt x="24075" y="33351"/>
                  </a:lnTo>
                  <a:lnTo>
                    <a:pt x="5918" y="33423"/>
                  </a:lnTo>
                  <a:lnTo>
                    <a:pt x="256" y="33442"/>
                  </a:lnTo>
                  <a:lnTo>
                    <a:pt x="0" y="3344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2050472" y="4121757"/>
              <a:ext cx="1385454" cy="367878"/>
            </a:xfrm>
            <a:custGeom>
              <a:avLst/>
              <a:pathLst>
                <a:path w="1385454" h="367878">
                  <a:moveTo>
                    <a:pt x="0" y="33443"/>
                  </a:moveTo>
                  <a:lnTo>
                    <a:pt x="1770" y="33499"/>
                  </a:lnTo>
                  <a:lnTo>
                    <a:pt x="12744" y="33899"/>
                  </a:lnTo>
                  <a:lnTo>
                    <a:pt x="37744" y="34982"/>
                  </a:lnTo>
                  <a:lnTo>
                    <a:pt x="76023" y="36989"/>
                  </a:lnTo>
                  <a:lnTo>
                    <a:pt x="122547" y="39999"/>
                  </a:lnTo>
                  <a:lnTo>
                    <a:pt x="171377" y="43989"/>
                  </a:lnTo>
                  <a:lnTo>
                    <a:pt x="218404" y="48948"/>
                  </a:lnTo>
                  <a:lnTo>
                    <a:pt x="262059" y="54965"/>
                  </a:lnTo>
                  <a:lnTo>
                    <a:pt x="302701" y="62254"/>
                  </a:lnTo>
                  <a:lnTo>
                    <a:pt x="341759" y="71145"/>
                  </a:lnTo>
                  <a:lnTo>
                    <a:pt x="381040" y="82013"/>
                  </a:lnTo>
                  <a:lnTo>
                    <a:pt x="404090" y="89182"/>
                  </a:lnTo>
                  <a:lnTo>
                    <a:pt x="438374" y="100688"/>
                  </a:lnTo>
                  <a:lnTo>
                    <a:pt x="474687" y="113732"/>
                  </a:lnTo>
                  <a:lnTo>
                    <a:pt x="513298" y="128310"/>
                  </a:lnTo>
                  <a:lnTo>
                    <a:pt x="554209" y="144320"/>
                  </a:lnTo>
                  <a:lnTo>
                    <a:pt x="597162" y="161550"/>
                  </a:lnTo>
                  <a:lnTo>
                    <a:pt x="641669" y="179685"/>
                  </a:lnTo>
                  <a:lnTo>
                    <a:pt x="687057" y="198328"/>
                  </a:lnTo>
                  <a:lnTo>
                    <a:pt x="732544" y="217027"/>
                  </a:lnTo>
                  <a:lnTo>
                    <a:pt x="777339" y="235329"/>
                  </a:lnTo>
                  <a:lnTo>
                    <a:pt x="820733" y="252817"/>
                  </a:lnTo>
                  <a:lnTo>
                    <a:pt x="862185" y="269154"/>
                  </a:lnTo>
                  <a:lnTo>
                    <a:pt x="901378" y="284102"/>
                  </a:lnTo>
                  <a:lnTo>
                    <a:pt x="938249" y="297532"/>
                  </a:lnTo>
                  <a:lnTo>
                    <a:pt x="972998" y="309416"/>
                  </a:lnTo>
                  <a:lnTo>
                    <a:pt x="981363" y="312139"/>
                  </a:lnTo>
                  <a:lnTo>
                    <a:pt x="1021503" y="324261"/>
                  </a:lnTo>
                  <a:lnTo>
                    <a:pt x="1060466" y="334233"/>
                  </a:lnTo>
                  <a:lnTo>
                    <a:pt x="1099995" y="342387"/>
                  </a:lnTo>
                  <a:lnTo>
                    <a:pt x="1141806" y="349092"/>
                  </a:lnTo>
                  <a:lnTo>
                    <a:pt x="1186964" y="354634"/>
                  </a:lnTo>
                  <a:lnTo>
                    <a:pt x="1235104" y="359171"/>
                  </a:lnTo>
                  <a:lnTo>
                    <a:pt x="1283589" y="362743"/>
                  </a:lnTo>
                  <a:lnTo>
                    <a:pt x="1327315" y="365319"/>
                  </a:lnTo>
                  <a:lnTo>
                    <a:pt x="1360296" y="366909"/>
                  </a:lnTo>
                  <a:lnTo>
                    <a:pt x="1379005" y="367660"/>
                  </a:lnTo>
                  <a:lnTo>
                    <a:pt x="1385115" y="367868"/>
                  </a:lnTo>
                  <a:lnTo>
                    <a:pt x="1385454" y="367878"/>
                  </a:lnTo>
                  <a:lnTo>
                    <a:pt x="1385454" y="334434"/>
                  </a:lnTo>
                  <a:lnTo>
                    <a:pt x="1383683" y="334379"/>
                  </a:lnTo>
                  <a:lnTo>
                    <a:pt x="1372709" y="333979"/>
                  </a:lnTo>
                  <a:lnTo>
                    <a:pt x="1347709" y="332895"/>
                  </a:lnTo>
                  <a:lnTo>
                    <a:pt x="1309431" y="330888"/>
                  </a:lnTo>
                  <a:lnTo>
                    <a:pt x="1262906" y="327878"/>
                  </a:lnTo>
                  <a:lnTo>
                    <a:pt x="1214076" y="323889"/>
                  </a:lnTo>
                  <a:lnTo>
                    <a:pt x="1167050" y="318929"/>
                  </a:lnTo>
                  <a:lnTo>
                    <a:pt x="1123395" y="312912"/>
                  </a:lnTo>
                  <a:lnTo>
                    <a:pt x="1082752" y="305623"/>
                  </a:lnTo>
                  <a:lnTo>
                    <a:pt x="1043694" y="296732"/>
                  </a:lnTo>
                  <a:lnTo>
                    <a:pt x="1004414" y="285864"/>
                  </a:lnTo>
                  <a:lnTo>
                    <a:pt x="981363" y="278695"/>
                  </a:lnTo>
                  <a:lnTo>
                    <a:pt x="947080" y="267189"/>
                  </a:lnTo>
                  <a:lnTo>
                    <a:pt x="910766" y="254145"/>
                  </a:lnTo>
                  <a:lnTo>
                    <a:pt x="872155" y="239567"/>
                  </a:lnTo>
                  <a:lnTo>
                    <a:pt x="831245" y="223558"/>
                  </a:lnTo>
                  <a:lnTo>
                    <a:pt x="788291" y="206328"/>
                  </a:lnTo>
                  <a:lnTo>
                    <a:pt x="743784" y="188192"/>
                  </a:lnTo>
                  <a:lnTo>
                    <a:pt x="698397" y="169550"/>
                  </a:lnTo>
                  <a:lnTo>
                    <a:pt x="652910" y="150850"/>
                  </a:lnTo>
                  <a:lnTo>
                    <a:pt x="608115" y="132548"/>
                  </a:lnTo>
                  <a:lnTo>
                    <a:pt x="564721" y="115060"/>
                  </a:lnTo>
                  <a:lnTo>
                    <a:pt x="523269" y="98723"/>
                  </a:lnTo>
                  <a:lnTo>
                    <a:pt x="484075" y="83775"/>
                  </a:lnTo>
                  <a:lnTo>
                    <a:pt x="447205" y="70345"/>
                  </a:lnTo>
                  <a:lnTo>
                    <a:pt x="412456" y="58461"/>
                  </a:lnTo>
                  <a:lnTo>
                    <a:pt x="404090" y="55739"/>
                  </a:lnTo>
                  <a:lnTo>
                    <a:pt x="363951" y="43616"/>
                  </a:lnTo>
                  <a:lnTo>
                    <a:pt x="324987" y="33645"/>
                  </a:lnTo>
                  <a:lnTo>
                    <a:pt x="285459" y="25491"/>
                  </a:lnTo>
                  <a:lnTo>
                    <a:pt x="243647" y="18785"/>
                  </a:lnTo>
                  <a:lnTo>
                    <a:pt x="198489" y="13243"/>
                  </a:lnTo>
                  <a:lnTo>
                    <a:pt x="150349" y="8706"/>
                  </a:lnTo>
                  <a:lnTo>
                    <a:pt x="101864" y="5134"/>
                  </a:lnTo>
                  <a:lnTo>
                    <a:pt x="58139" y="2558"/>
                  </a:lnTo>
                  <a:lnTo>
                    <a:pt x="25158" y="969"/>
                  </a:lnTo>
                  <a:lnTo>
                    <a:pt x="6449" y="217"/>
                  </a:lnTo>
                  <a:lnTo>
                    <a:pt x="339" y="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2050472" y="4155201"/>
              <a:ext cx="1385454" cy="367878"/>
            </a:xfrm>
            <a:custGeom>
              <a:avLst/>
              <a:pathLst>
                <a:path w="1385454" h="367878">
                  <a:moveTo>
                    <a:pt x="0" y="33443"/>
                  </a:moveTo>
                  <a:lnTo>
                    <a:pt x="1770" y="33499"/>
                  </a:lnTo>
                  <a:lnTo>
                    <a:pt x="12744" y="33899"/>
                  </a:lnTo>
                  <a:lnTo>
                    <a:pt x="37744" y="34982"/>
                  </a:lnTo>
                  <a:lnTo>
                    <a:pt x="76023" y="36989"/>
                  </a:lnTo>
                  <a:lnTo>
                    <a:pt x="122547" y="39999"/>
                  </a:lnTo>
                  <a:lnTo>
                    <a:pt x="171377" y="43989"/>
                  </a:lnTo>
                  <a:lnTo>
                    <a:pt x="218404" y="48948"/>
                  </a:lnTo>
                  <a:lnTo>
                    <a:pt x="262059" y="54965"/>
                  </a:lnTo>
                  <a:lnTo>
                    <a:pt x="302701" y="62254"/>
                  </a:lnTo>
                  <a:lnTo>
                    <a:pt x="341759" y="71145"/>
                  </a:lnTo>
                  <a:lnTo>
                    <a:pt x="381040" y="82013"/>
                  </a:lnTo>
                  <a:lnTo>
                    <a:pt x="404090" y="89182"/>
                  </a:lnTo>
                  <a:lnTo>
                    <a:pt x="438374" y="100688"/>
                  </a:lnTo>
                  <a:lnTo>
                    <a:pt x="474687" y="113732"/>
                  </a:lnTo>
                  <a:lnTo>
                    <a:pt x="513298" y="128310"/>
                  </a:lnTo>
                  <a:lnTo>
                    <a:pt x="554209" y="144320"/>
                  </a:lnTo>
                  <a:lnTo>
                    <a:pt x="597162" y="161550"/>
                  </a:lnTo>
                  <a:lnTo>
                    <a:pt x="641669" y="179685"/>
                  </a:lnTo>
                  <a:lnTo>
                    <a:pt x="687057" y="198328"/>
                  </a:lnTo>
                  <a:lnTo>
                    <a:pt x="732544" y="217027"/>
                  </a:lnTo>
                  <a:lnTo>
                    <a:pt x="777339" y="235329"/>
                  </a:lnTo>
                  <a:lnTo>
                    <a:pt x="820733" y="252817"/>
                  </a:lnTo>
                  <a:lnTo>
                    <a:pt x="862185" y="269154"/>
                  </a:lnTo>
                  <a:lnTo>
                    <a:pt x="901378" y="284102"/>
                  </a:lnTo>
                  <a:lnTo>
                    <a:pt x="938249" y="297532"/>
                  </a:lnTo>
                  <a:lnTo>
                    <a:pt x="972998" y="309416"/>
                  </a:lnTo>
                  <a:lnTo>
                    <a:pt x="981363" y="312139"/>
                  </a:lnTo>
                  <a:lnTo>
                    <a:pt x="1021503" y="324261"/>
                  </a:lnTo>
                  <a:lnTo>
                    <a:pt x="1060466" y="334233"/>
                  </a:lnTo>
                  <a:lnTo>
                    <a:pt x="1099995" y="342387"/>
                  </a:lnTo>
                  <a:lnTo>
                    <a:pt x="1141806" y="349092"/>
                  </a:lnTo>
                  <a:lnTo>
                    <a:pt x="1186964" y="354634"/>
                  </a:lnTo>
                  <a:lnTo>
                    <a:pt x="1235104" y="359171"/>
                  </a:lnTo>
                  <a:lnTo>
                    <a:pt x="1283589" y="362743"/>
                  </a:lnTo>
                  <a:lnTo>
                    <a:pt x="1327315" y="365319"/>
                  </a:lnTo>
                  <a:lnTo>
                    <a:pt x="1360296" y="366909"/>
                  </a:lnTo>
                  <a:lnTo>
                    <a:pt x="1379005" y="367660"/>
                  </a:lnTo>
                  <a:lnTo>
                    <a:pt x="1385115" y="367868"/>
                  </a:lnTo>
                  <a:lnTo>
                    <a:pt x="1385454" y="367878"/>
                  </a:lnTo>
                  <a:lnTo>
                    <a:pt x="1385454" y="334434"/>
                  </a:lnTo>
                  <a:lnTo>
                    <a:pt x="1383683" y="334379"/>
                  </a:lnTo>
                  <a:lnTo>
                    <a:pt x="1372709" y="333979"/>
                  </a:lnTo>
                  <a:lnTo>
                    <a:pt x="1347709" y="332895"/>
                  </a:lnTo>
                  <a:lnTo>
                    <a:pt x="1309431" y="330888"/>
                  </a:lnTo>
                  <a:lnTo>
                    <a:pt x="1262906" y="327878"/>
                  </a:lnTo>
                  <a:lnTo>
                    <a:pt x="1214076" y="323889"/>
                  </a:lnTo>
                  <a:lnTo>
                    <a:pt x="1167050" y="318929"/>
                  </a:lnTo>
                  <a:lnTo>
                    <a:pt x="1123395" y="312912"/>
                  </a:lnTo>
                  <a:lnTo>
                    <a:pt x="1082752" y="305623"/>
                  </a:lnTo>
                  <a:lnTo>
                    <a:pt x="1043694" y="296732"/>
                  </a:lnTo>
                  <a:lnTo>
                    <a:pt x="1004414" y="285864"/>
                  </a:lnTo>
                  <a:lnTo>
                    <a:pt x="981363" y="278695"/>
                  </a:lnTo>
                  <a:lnTo>
                    <a:pt x="947080" y="267189"/>
                  </a:lnTo>
                  <a:lnTo>
                    <a:pt x="910766" y="254145"/>
                  </a:lnTo>
                  <a:lnTo>
                    <a:pt x="872155" y="239567"/>
                  </a:lnTo>
                  <a:lnTo>
                    <a:pt x="831245" y="223558"/>
                  </a:lnTo>
                  <a:lnTo>
                    <a:pt x="788291" y="206328"/>
                  </a:lnTo>
                  <a:lnTo>
                    <a:pt x="743784" y="188192"/>
                  </a:lnTo>
                  <a:lnTo>
                    <a:pt x="698397" y="169550"/>
                  </a:lnTo>
                  <a:lnTo>
                    <a:pt x="652910" y="150850"/>
                  </a:lnTo>
                  <a:lnTo>
                    <a:pt x="608115" y="132548"/>
                  </a:lnTo>
                  <a:lnTo>
                    <a:pt x="564721" y="115060"/>
                  </a:lnTo>
                  <a:lnTo>
                    <a:pt x="523269" y="98723"/>
                  </a:lnTo>
                  <a:lnTo>
                    <a:pt x="484075" y="83775"/>
                  </a:lnTo>
                  <a:lnTo>
                    <a:pt x="447205" y="70345"/>
                  </a:lnTo>
                  <a:lnTo>
                    <a:pt x="412456" y="58461"/>
                  </a:lnTo>
                  <a:lnTo>
                    <a:pt x="404090" y="55739"/>
                  </a:lnTo>
                  <a:lnTo>
                    <a:pt x="363951" y="43616"/>
                  </a:lnTo>
                  <a:lnTo>
                    <a:pt x="324987" y="33645"/>
                  </a:lnTo>
                  <a:lnTo>
                    <a:pt x="285459" y="25491"/>
                  </a:lnTo>
                  <a:lnTo>
                    <a:pt x="243647" y="18785"/>
                  </a:lnTo>
                  <a:lnTo>
                    <a:pt x="198489" y="13243"/>
                  </a:lnTo>
                  <a:lnTo>
                    <a:pt x="150349" y="8706"/>
                  </a:lnTo>
                  <a:lnTo>
                    <a:pt x="101864" y="5134"/>
                  </a:lnTo>
                  <a:lnTo>
                    <a:pt x="58139" y="2558"/>
                  </a:lnTo>
                  <a:lnTo>
                    <a:pt x="25158" y="969"/>
                  </a:lnTo>
                  <a:lnTo>
                    <a:pt x="6449" y="217"/>
                  </a:lnTo>
                  <a:lnTo>
                    <a:pt x="339" y="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2050472" y="2884349"/>
              <a:ext cx="1385454" cy="66886"/>
            </a:xfrm>
            <a:custGeom>
              <a:avLst/>
              <a:pathLst>
                <a:path w="1385454" h="66886">
                  <a:moveTo>
                    <a:pt x="0" y="66886"/>
                  </a:moveTo>
                  <a:lnTo>
                    <a:pt x="1795" y="66881"/>
                  </a:lnTo>
                  <a:lnTo>
                    <a:pt x="12910" y="66840"/>
                  </a:lnTo>
                  <a:lnTo>
                    <a:pt x="38198" y="66730"/>
                  </a:lnTo>
                  <a:lnTo>
                    <a:pt x="76837" y="66527"/>
                  </a:lnTo>
                  <a:lnTo>
                    <a:pt x="123683" y="66223"/>
                  </a:lnTo>
                  <a:lnTo>
                    <a:pt x="172734" y="65819"/>
                  </a:lnTo>
                  <a:lnTo>
                    <a:pt x="219888" y="65318"/>
                  </a:lnTo>
                  <a:lnTo>
                    <a:pt x="263626" y="64709"/>
                  </a:lnTo>
                  <a:lnTo>
                    <a:pt x="304364" y="63971"/>
                  </a:lnTo>
                  <a:lnTo>
                    <a:pt x="343577" y="63070"/>
                  </a:lnTo>
                  <a:lnTo>
                    <a:pt x="383097" y="61968"/>
                  </a:lnTo>
                  <a:lnTo>
                    <a:pt x="404090" y="61313"/>
                  </a:lnTo>
                  <a:lnTo>
                    <a:pt x="439607" y="60119"/>
                  </a:lnTo>
                  <a:lnTo>
                    <a:pt x="477313" y="58760"/>
                  </a:lnTo>
                  <a:lnTo>
                    <a:pt x="517487" y="57238"/>
                  </a:lnTo>
                  <a:lnTo>
                    <a:pt x="560106" y="55564"/>
                  </a:lnTo>
                  <a:lnTo>
                    <a:pt x="604853" y="53764"/>
                  </a:lnTo>
                  <a:lnTo>
                    <a:pt x="651149" y="51874"/>
                  </a:lnTo>
                  <a:lnTo>
                    <a:pt x="698218" y="49939"/>
                  </a:lnTo>
                  <a:lnTo>
                    <a:pt x="745184" y="48010"/>
                  </a:lnTo>
                  <a:lnTo>
                    <a:pt x="791183" y="46137"/>
                  </a:lnTo>
                  <a:lnTo>
                    <a:pt x="835477" y="44363"/>
                  </a:lnTo>
                  <a:lnTo>
                    <a:pt x="877545" y="42723"/>
                  </a:lnTo>
                  <a:lnTo>
                    <a:pt x="917135" y="41238"/>
                  </a:lnTo>
                  <a:lnTo>
                    <a:pt x="954294" y="39918"/>
                  </a:lnTo>
                  <a:lnTo>
                    <a:pt x="981363" y="39017"/>
                  </a:lnTo>
                  <a:lnTo>
                    <a:pt x="1021686" y="37799"/>
                  </a:lnTo>
                  <a:lnTo>
                    <a:pt x="1060830" y="36799"/>
                  </a:lnTo>
                  <a:lnTo>
                    <a:pt x="1100562" y="35982"/>
                  </a:lnTo>
                  <a:lnTo>
                    <a:pt x="1142618" y="35310"/>
                  </a:lnTo>
                  <a:lnTo>
                    <a:pt x="1188061" y="34756"/>
                  </a:lnTo>
                  <a:lnTo>
                    <a:pt x="1236478" y="34302"/>
                  </a:lnTo>
                  <a:lnTo>
                    <a:pt x="1285129" y="33946"/>
                  </a:lnTo>
                  <a:lnTo>
                    <a:pt x="1328776" y="33691"/>
                  </a:lnTo>
                  <a:lnTo>
                    <a:pt x="1361379" y="33535"/>
                  </a:lnTo>
                  <a:lnTo>
                    <a:pt x="1379535" y="33463"/>
                  </a:lnTo>
                  <a:lnTo>
                    <a:pt x="1385197" y="33444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3659" y="5"/>
                  </a:lnTo>
                  <a:lnTo>
                    <a:pt x="1372544" y="46"/>
                  </a:lnTo>
                  <a:lnTo>
                    <a:pt x="1347256" y="156"/>
                  </a:lnTo>
                  <a:lnTo>
                    <a:pt x="1308617" y="359"/>
                  </a:lnTo>
                  <a:lnTo>
                    <a:pt x="1261770" y="663"/>
                  </a:lnTo>
                  <a:lnTo>
                    <a:pt x="1212720" y="1067"/>
                  </a:lnTo>
                  <a:lnTo>
                    <a:pt x="1165565" y="1568"/>
                  </a:lnTo>
                  <a:lnTo>
                    <a:pt x="1121827" y="2176"/>
                  </a:lnTo>
                  <a:lnTo>
                    <a:pt x="1081089" y="2915"/>
                  </a:lnTo>
                  <a:lnTo>
                    <a:pt x="1041877" y="3816"/>
                  </a:lnTo>
                  <a:lnTo>
                    <a:pt x="1002356" y="4918"/>
                  </a:lnTo>
                  <a:lnTo>
                    <a:pt x="981363" y="5573"/>
                  </a:lnTo>
                  <a:lnTo>
                    <a:pt x="945846" y="6767"/>
                  </a:lnTo>
                  <a:lnTo>
                    <a:pt x="908141" y="8125"/>
                  </a:lnTo>
                  <a:lnTo>
                    <a:pt x="867967" y="9648"/>
                  </a:lnTo>
                  <a:lnTo>
                    <a:pt x="825348" y="11322"/>
                  </a:lnTo>
                  <a:lnTo>
                    <a:pt x="780601" y="13122"/>
                  </a:lnTo>
                  <a:lnTo>
                    <a:pt x="734305" y="15012"/>
                  </a:lnTo>
                  <a:lnTo>
                    <a:pt x="687236" y="16947"/>
                  </a:lnTo>
                  <a:lnTo>
                    <a:pt x="640270" y="18876"/>
                  </a:lnTo>
                  <a:lnTo>
                    <a:pt x="594271" y="20749"/>
                  </a:lnTo>
                  <a:lnTo>
                    <a:pt x="549977" y="22523"/>
                  </a:lnTo>
                  <a:lnTo>
                    <a:pt x="507909" y="24163"/>
                  </a:lnTo>
                  <a:lnTo>
                    <a:pt x="468319" y="25648"/>
                  </a:lnTo>
                  <a:lnTo>
                    <a:pt x="431159" y="26968"/>
                  </a:lnTo>
                  <a:lnTo>
                    <a:pt x="404090" y="27869"/>
                  </a:lnTo>
                  <a:lnTo>
                    <a:pt x="363767" y="29086"/>
                  </a:lnTo>
                  <a:lnTo>
                    <a:pt x="324623" y="30087"/>
                  </a:lnTo>
                  <a:lnTo>
                    <a:pt x="284892" y="30904"/>
                  </a:lnTo>
                  <a:lnTo>
                    <a:pt x="242835" y="31576"/>
                  </a:lnTo>
                  <a:lnTo>
                    <a:pt x="197393" y="32130"/>
                  </a:lnTo>
                  <a:lnTo>
                    <a:pt x="148975" y="32584"/>
                  </a:lnTo>
                  <a:lnTo>
                    <a:pt x="100325" y="32939"/>
                  </a:lnTo>
                  <a:lnTo>
                    <a:pt x="56678" y="33195"/>
                  </a:lnTo>
                  <a:lnTo>
                    <a:pt x="24075" y="33351"/>
                  </a:lnTo>
                  <a:lnTo>
                    <a:pt x="5918" y="33423"/>
                  </a:lnTo>
                  <a:lnTo>
                    <a:pt x="256" y="33442"/>
                  </a:lnTo>
                  <a:lnTo>
                    <a:pt x="0" y="3344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2050472" y="2917792"/>
              <a:ext cx="1385454" cy="66886"/>
            </a:xfrm>
            <a:custGeom>
              <a:avLst/>
              <a:pathLst>
                <a:path w="1385454" h="66886">
                  <a:moveTo>
                    <a:pt x="0" y="66886"/>
                  </a:moveTo>
                  <a:lnTo>
                    <a:pt x="1795" y="66881"/>
                  </a:lnTo>
                  <a:lnTo>
                    <a:pt x="12910" y="66840"/>
                  </a:lnTo>
                  <a:lnTo>
                    <a:pt x="38198" y="66730"/>
                  </a:lnTo>
                  <a:lnTo>
                    <a:pt x="76837" y="66527"/>
                  </a:lnTo>
                  <a:lnTo>
                    <a:pt x="123683" y="66223"/>
                  </a:lnTo>
                  <a:lnTo>
                    <a:pt x="172734" y="65819"/>
                  </a:lnTo>
                  <a:lnTo>
                    <a:pt x="219888" y="65318"/>
                  </a:lnTo>
                  <a:lnTo>
                    <a:pt x="263626" y="64709"/>
                  </a:lnTo>
                  <a:lnTo>
                    <a:pt x="304364" y="63971"/>
                  </a:lnTo>
                  <a:lnTo>
                    <a:pt x="343577" y="63070"/>
                  </a:lnTo>
                  <a:lnTo>
                    <a:pt x="383097" y="61968"/>
                  </a:lnTo>
                  <a:lnTo>
                    <a:pt x="404090" y="61313"/>
                  </a:lnTo>
                  <a:lnTo>
                    <a:pt x="439607" y="60119"/>
                  </a:lnTo>
                  <a:lnTo>
                    <a:pt x="477313" y="58760"/>
                  </a:lnTo>
                  <a:lnTo>
                    <a:pt x="517487" y="57238"/>
                  </a:lnTo>
                  <a:lnTo>
                    <a:pt x="560106" y="55564"/>
                  </a:lnTo>
                  <a:lnTo>
                    <a:pt x="604853" y="53764"/>
                  </a:lnTo>
                  <a:lnTo>
                    <a:pt x="651149" y="51874"/>
                  </a:lnTo>
                  <a:lnTo>
                    <a:pt x="698218" y="49939"/>
                  </a:lnTo>
                  <a:lnTo>
                    <a:pt x="745184" y="48010"/>
                  </a:lnTo>
                  <a:lnTo>
                    <a:pt x="791183" y="46137"/>
                  </a:lnTo>
                  <a:lnTo>
                    <a:pt x="835477" y="44363"/>
                  </a:lnTo>
                  <a:lnTo>
                    <a:pt x="877545" y="42723"/>
                  </a:lnTo>
                  <a:lnTo>
                    <a:pt x="917135" y="41238"/>
                  </a:lnTo>
                  <a:lnTo>
                    <a:pt x="954294" y="39918"/>
                  </a:lnTo>
                  <a:lnTo>
                    <a:pt x="981363" y="39017"/>
                  </a:lnTo>
                  <a:lnTo>
                    <a:pt x="1021686" y="37799"/>
                  </a:lnTo>
                  <a:lnTo>
                    <a:pt x="1060830" y="36799"/>
                  </a:lnTo>
                  <a:lnTo>
                    <a:pt x="1100562" y="35982"/>
                  </a:lnTo>
                  <a:lnTo>
                    <a:pt x="1142618" y="35310"/>
                  </a:lnTo>
                  <a:lnTo>
                    <a:pt x="1188061" y="34756"/>
                  </a:lnTo>
                  <a:lnTo>
                    <a:pt x="1236478" y="34302"/>
                  </a:lnTo>
                  <a:lnTo>
                    <a:pt x="1285129" y="33946"/>
                  </a:lnTo>
                  <a:lnTo>
                    <a:pt x="1328776" y="33691"/>
                  </a:lnTo>
                  <a:lnTo>
                    <a:pt x="1361379" y="33535"/>
                  </a:lnTo>
                  <a:lnTo>
                    <a:pt x="1379535" y="33463"/>
                  </a:lnTo>
                  <a:lnTo>
                    <a:pt x="1385197" y="33444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3659" y="5"/>
                  </a:lnTo>
                  <a:lnTo>
                    <a:pt x="1372544" y="46"/>
                  </a:lnTo>
                  <a:lnTo>
                    <a:pt x="1347256" y="156"/>
                  </a:lnTo>
                  <a:lnTo>
                    <a:pt x="1308617" y="359"/>
                  </a:lnTo>
                  <a:lnTo>
                    <a:pt x="1261770" y="663"/>
                  </a:lnTo>
                  <a:lnTo>
                    <a:pt x="1212720" y="1067"/>
                  </a:lnTo>
                  <a:lnTo>
                    <a:pt x="1165565" y="1568"/>
                  </a:lnTo>
                  <a:lnTo>
                    <a:pt x="1121827" y="2176"/>
                  </a:lnTo>
                  <a:lnTo>
                    <a:pt x="1081089" y="2915"/>
                  </a:lnTo>
                  <a:lnTo>
                    <a:pt x="1041877" y="3816"/>
                  </a:lnTo>
                  <a:lnTo>
                    <a:pt x="1002356" y="4918"/>
                  </a:lnTo>
                  <a:lnTo>
                    <a:pt x="981363" y="5573"/>
                  </a:lnTo>
                  <a:lnTo>
                    <a:pt x="945846" y="6767"/>
                  </a:lnTo>
                  <a:lnTo>
                    <a:pt x="908141" y="8125"/>
                  </a:lnTo>
                  <a:lnTo>
                    <a:pt x="867967" y="9648"/>
                  </a:lnTo>
                  <a:lnTo>
                    <a:pt x="825348" y="11322"/>
                  </a:lnTo>
                  <a:lnTo>
                    <a:pt x="780601" y="13122"/>
                  </a:lnTo>
                  <a:lnTo>
                    <a:pt x="734305" y="15012"/>
                  </a:lnTo>
                  <a:lnTo>
                    <a:pt x="687236" y="16947"/>
                  </a:lnTo>
                  <a:lnTo>
                    <a:pt x="640270" y="18876"/>
                  </a:lnTo>
                  <a:lnTo>
                    <a:pt x="594271" y="20749"/>
                  </a:lnTo>
                  <a:lnTo>
                    <a:pt x="549977" y="22523"/>
                  </a:lnTo>
                  <a:lnTo>
                    <a:pt x="507909" y="24163"/>
                  </a:lnTo>
                  <a:lnTo>
                    <a:pt x="468319" y="25648"/>
                  </a:lnTo>
                  <a:lnTo>
                    <a:pt x="431159" y="26968"/>
                  </a:lnTo>
                  <a:lnTo>
                    <a:pt x="404090" y="27869"/>
                  </a:lnTo>
                  <a:lnTo>
                    <a:pt x="363767" y="29086"/>
                  </a:lnTo>
                  <a:lnTo>
                    <a:pt x="324623" y="30087"/>
                  </a:lnTo>
                  <a:lnTo>
                    <a:pt x="284892" y="30904"/>
                  </a:lnTo>
                  <a:lnTo>
                    <a:pt x="242835" y="31576"/>
                  </a:lnTo>
                  <a:lnTo>
                    <a:pt x="197393" y="32130"/>
                  </a:lnTo>
                  <a:lnTo>
                    <a:pt x="148975" y="32584"/>
                  </a:lnTo>
                  <a:lnTo>
                    <a:pt x="100325" y="32939"/>
                  </a:lnTo>
                  <a:lnTo>
                    <a:pt x="56678" y="33195"/>
                  </a:lnTo>
                  <a:lnTo>
                    <a:pt x="24075" y="33351"/>
                  </a:lnTo>
                  <a:lnTo>
                    <a:pt x="5918" y="33423"/>
                  </a:lnTo>
                  <a:lnTo>
                    <a:pt x="256" y="33442"/>
                  </a:lnTo>
                  <a:lnTo>
                    <a:pt x="0" y="3344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2050472" y="2951236"/>
              <a:ext cx="1385454" cy="66886"/>
            </a:xfrm>
            <a:custGeom>
              <a:avLst/>
              <a:pathLst>
                <a:path w="1385454" h="66886">
                  <a:moveTo>
                    <a:pt x="0" y="66886"/>
                  </a:moveTo>
                  <a:lnTo>
                    <a:pt x="1795" y="66881"/>
                  </a:lnTo>
                  <a:lnTo>
                    <a:pt x="12910" y="66840"/>
                  </a:lnTo>
                  <a:lnTo>
                    <a:pt x="38198" y="66730"/>
                  </a:lnTo>
                  <a:lnTo>
                    <a:pt x="76837" y="66527"/>
                  </a:lnTo>
                  <a:lnTo>
                    <a:pt x="123683" y="66223"/>
                  </a:lnTo>
                  <a:lnTo>
                    <a:pt x="172734" y="65819"/>
                  </a:lnTo>
                  <a:lnTo>
                    <a:pt x="219888" y="65318"/>
                  </a:lnTo>
                  <a:lnTo>
                    <a:pt x="263626" y="64709"/>
                  </a:lnTo>
                  <a:lnTo>
                    <a:pt x="304364" y="63971"/>
                  </a:lnTo>
                  <a:lnTo>
                    <a:pt x="343577" y="63070"/>
                  </a:lnTo>
                  <a:lnTo>
                    <a:pt x="383097" y="61968"/>
                  </a:lnTo>
                  <a:lnTo>
                    <a:pt x="404090" y="61313"/>
                  </a:lnTo>
                  <a:lnTo>
                    <a:pt x="439607" y="60119"/>
                  </a:lnTo>
                  <a:lnTo>
                    <a:pt x="477313" y="58760"/>
                  </a:lnTo>
                  <a:lnTo>
                    <a:pt x="517487" y="57238"/>
                  </a:lnTo>
                  <a:lnTo>
                    <a:pt x="560106" y="55564"/>
                  </a:lnTo>
                  <a:lnTo>
                    <a:pt x="604853" y="53764"/>
                  </a:lnTo>
                  <a:lnTo>
                    <a:pt x="651149" y="51874"/>
                  </a:lnTo>
                  <a:lnTo>
                    <a:pt x="698218" y="49939"/>
                  </a:lnTo>
                  <a:lnTo>
                    <a:pt x="745184" y="48010"/>
                  </a:lnTo>
                  <a:lnTo>
                    <a:pt x="791183" y="46137"/>
                  </a:lnTo>
                  <a:lnTo>
                    <a:pt x="835477" y="44363"/>
                  </a:lnTo>
                  <a:lnTo>
                    <a:pt x="877545" y="42723"/>
                  </a:lnTo>
                  <a:lnTo>
                    <a:pt x="917135" y="41238"/>
                  </a:lnTo>
                  <a:lnTo>
                    <a:pt x="954294" y="39918"/>
                  </a:lnTo>
                  <a:lnTo>
                    <a:pt x="981363" y="39017"/>
                  </a:lnTo>
                  <a:lnTo>
                    <a:pt x="1021686" y="37799"/>
                  </a:lnTo>
                  <a:lnTo>
                    <a:pt x="1060830" y="36799"/>
                  </a:lnTo>
                  <a:lnTo>
                    <a:pt x="1100562" y="35982"/>
                  </a:lnTo>
                  <a:lnTo>
                    <a:pt x="1142618" y="35310"/>
                  </a:lnTo>
                  <a:lnTo>
                    <a:pt x="1188061" y="34756"/>
                  </a:lnTo>
                  <a:lnTo>
                    <a:pt x="1236478" y="34302"/>
                  </a:lnTo>
                  <a:lnTo>
                    <a:pt x="1285129" y="33946"/>
                  </a:lnTo>
                  <a:lnTo>
                    <a:pt x="1328776" y="33691"/>
                  </a:lnTo>
                  <a:lnTo>
                    <a:pt x="1361379" y="33535"/>
                  </a:lnTo>
                  <a:lnTo>
                    <a:pt x="1379535" y="33463"/>
                  </a:lnTo>
                  <a:lnTo>
                    <a:pt x="1385197" y="33444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3659" y="5"/>
                  </a:lnTo>
                  <a:lnTo>
                    <a:pt x="1372544" y="46"/>
                  </a:lnTo>
                  <a:lnTo>
                    <a:pt x="1347256" y="156"/>
                  </a:lnTo>
                  <a:lnTo>
                    <a:pt x="1308617" y="359"/>
                  </a:lnTo>
                  <a:lnTo>
                    <a:pt x="1261770" y="663"/>
                  </a:lnTo>
                  <a:lnTo>
                    <a:pt x="1212720" y="1067"/>
                  </a:lnTo>
                  <a:lnTo>
                    <a:pt x="1165565" y="1568"/>
                  </a:lnTo>
                  <a:lnTo>
                    <a:pt x="1121827" y="2176"/>
                  </a:lnTo>
                  <a:lnTo>
                    <a:pt x="1081089" y="2915"/>
                  </a:lnTo>
                  <a:lnTo>
                    <a:pt x="1041877" y="3816"/>
                  </a:lnTo>
                  <a:lnTo>
                    <a:pt x="1002356" y="4918"/>
                  </a:lnTo>
                  <a:lnTo>
                    <a:pt x="981363" y="5573"/>
                  </a:lnTo>
                  <a:lnTo>
                    <a:pt x="945846" y="6767"/>
                  </a:lnTo>
                  <a:lnTo>
                    <a:pt x="908141" y="8125"/>
                  </a:lnTo>
                  <a:lnTo>
                    <a:pt x="867967" y="9648"/>
                  </a:lnTo>
                  <a:lnTo>
                    <a:pt x="825348" y="11322"/>
                  </a:lnTo>
                  <a:lnTo>
                    <a:pt x="780601" y="13122"/>
                  </a:lnTo>
                  <a:lnTo>
                    <a:pt x="734305" y="15012"/>
                  </a:lnTo>
                  <a:lnTo>
                    <a:pt x="687236" y="16947"/>
                  </a:lnTo>
                  <a:lnTo>
                    <a:pt x="640270" y="18876"/>
                  </a:lnTo>
                  <a:lnTo>
                    <a:pt x="594271" y="20749"/>
                  </a:lnTo>
                  <a:lnTo>
                    <a:pt x="549977" y="22523"/>
                  </a:lnTo>
                  <a:lnTo>
                    <a:pt x="507909" y="24163"/>
                  </a:lnTo>
                  <a:lnTo>
                    <a:pt x="468319" y="25648"/>
                  </a:lnTo>
                  <a:lnTo>
                    <a:pt x="431159" y="26968"/>
                  </a:lnTo>
                  <a:lnTo>
                    <a:pt x="404090" y="27869"/>
                  </a:lnTo>
                  <a:lnTo>
                    <a:pt x="363767" y="29086"/>
                  </a:lnTo>
                  <a:lnTo>
                    <a:pt x="324623" y="30087"/>
                  </a:lnTo>
                  <a:lnTo>
                    <a:pt x="284892" y="30904"/>
                  </a:lnTo>
                  <a:lnTo>
                    <a:pt x="242835" y="31576"/>
                  </a:lnTo>
                  <a:lnTo>
                    <a:pt x="197393" y="32130"/>
                  </a:lnTo>
                  <a:lnTo>
                    <a:pt x="148975" y="32584"/>
                  </a:lnTo>
                  <a:lnTo>
                    <a:pt x="100325" y="32939"/>
                  </a:lnTo>
                  <a:lnTo>
                    <a:pt x="56678" y="33195"/>
                  </a:lnTo>
                  <a:lnTo>
                    <a:pt x="24075" y="33351"/>
                  </a:lnTo>
                  <a:lnTo>
                    <a:pt x="5918" y="33423"/>
                  </a:lnTo>
                  <a:lnTo>
                    <a:pt x="256" y="33442"/>
                  </a:lnTo>
                  <a:lnTo>
                    <a:pt x="0" y="3344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2050472" y="4188644"/>
              <a:ext cx="1385454" cy="367878"/>
            </a:xfrm>
            <a:custGeom>
              <a:avLst/>
              <a:pathLst>
                <a:path w="1385454" h="367878">
                  <a:moveTo>
                    <a:pt x="0" y="33443"/>
                  </a:moveTo>
                  <a:lnTo>
                    <a:pt x="1770" y="33499"/>
                  </a:lnTo>
                  <a:lnTo>
                    <a:pt x="12744" y="33899"/>
                  </a:lnTo>
                  <a:lnTo>
                    <a:pt x="37744" y="34982"/>
                  </a:lnTo>
                  <a:lnTo>
                    <a:pt x="76023" y="36989"/>
                  </a:lnTo>
                  <a:lnTo>
                    <a:pt x="122547" y="39999"/>
                  </a:lnTo>
                  <a:lnTo>
                    <a:pt x="171377" y="43989"/>
                  </a:lnTo>
                  <a:lnTo>
                    <a:pt x="218404" y="48948"/>
                  </a:lnTo>
                  <a:lnTo>
                    <a:pt x="262059" y="54965"/>
                  </a:lnTo>
                  <a:lnTo>
                    <a:pt x="302701" y="62254"/>
                  </a:lnTo>
                  <a:lnTo>
                    <a:pt x="341759" y="71145"/>
                  </a:lnTo>
                  <a:lnTo>
                    <a:pt x="381040" y="82013"/>
                  </a:lnTo>
                  <a:lnTo>
                    <a:pt x="404090" y="89182"/>
                  </a:lnTo>
                  <a:lnTo>
                    <a:pt x="438374" y="100688"/>
                  </a:lnTo>
                  <a:lnTo>
                    <a:pt x="474687" y="113732"/>
                  </a:lnTo>
                  <a:lnTo>
                    <a:pt x="513298" y="128310"/>
                  </a:lnTo>
                  <a:lnTo>
                    <a:pt x="554209" y="144320"/>
                  </a:lnTo>
                  <a:lnTo>
                    <a:pt x="597162" y="161550"/>
                  </a:lnTo>
                  <a:lnTo>
                    <a:pt x="641669" y="179685"/>
                  </a:lnTo>
                  <a:lnTo>
                    <a:pt x="687057" y="198328"/>
                  </a:lnTo>
                  <a:lnTo>
                    <a:pt x="732544" y="217027"/>
                  </a:lnTo>
                  <a:lnTo>
                    <a:pt x="777339" y="235329"/>
                  </a:lnTo>
                  <a:lnTo>
                    <a:pt x="820733" y="252817"/>
                  </a:lnTo>
                  <a:lnTo>
                    <a:pt x="862185" y="269154"/>
                  </a:lnTo>
                  <a:lnTo>
                    <a:pt x="901378" y="284102"/>
                  </a:lnTo>
                  <a:lnTo>
                    <a:pt x="938249" y="297532"/>
                  </a:lnTo>
                  <a:lnTo>
                    <a:pt x="972998" y="309416"/>
                  </a:lnTo>
                  <a:lnTo>
                    <a:pt x="981363" y="312139"/>
                  </a:lnTo>
                  <a:lnTo>
                    <a:pt x="1021503" y="324261"/>
                  </a:lnTo>
                  <a:lnTo>
                    <a:pt x="1060466" y="334233"/>
                  </a:lnTo>
                  <a:lnTo>
                    <a:pt x="1099995" y="342387"/>
                  </a:lnTo>
                  <a:lnTo>
                    <a:pt x="1141806" y="349092"/>
                  </a:lnTo>
                  <a:lnTo>
                    <a:pt x="1186964" y="354634"/>
                  </a:lnTo>
                  <a:lnTo>
                    <a:pt x="1235104" y="359171"/>
                  </a:lnTo>
                  <a:lnTo>
                    <a:pt x="1283589" y="362743"/>
                  </a:lnTo>
                  <a:lnTo>
                    <a:pt x="1327315" y="365319"/>
                  </a:lnTo>
                  <a:lnTo>
                    <a:pt x="1360296" y="366909"/>
                  </a:lnTo>
                  <a:lnTo>
                    <a:pt x="1379005" y="367660"/>
                  </a:lnTo>
                  <a:lnTo>
                    <a:pt x="1385115" y="367868"/>
                  </a:lnTo>
                  <a:lnTo>
                    <a:pt x="1385454" y="367878"/>
                  </a:lnTo>
                  <a:lnTo>
                    <a:pt x="1385454" y="334434"/>
                  </a:lnTo>
                  <a:lnTo>
                    <a:pt x="1383683" y="334379"/>
                  </a:lnTo>
                  <a:lnTo>
                    <a:pt x="1372709" y="333979"/>
                  </a:lnTo>
                  <a:lnTo>
                    <a:pt x="1347709" y="332895"/>
                  </a:lnTo>
                  <a:lnTo>
                    <a:pt x="1309431" y="330888"/>
                  </a:lnTo>
                  <a:lnTo>
                    <a:pt x="1262906" y="327878"/>
                  </a:lnTo>
                  <a:lnTo>
                    <a:pt x="1214076" y="323889"/>
                  </a:lnTo>
                  <a:lnTo>
                    <a:pt x="1167050" y="318929"/>
                  </a:lnTo>
                  <a:lnTo>
                    <a:pt x="1123395" y="312912"/>
                  </a:lnTo>
                  <a:lnTo>
                    <a:pt x="1082752" y="305623"/>
                  </a:lnTo>
                  <a:lnTo>
                    <a:pt x="1043694" y="296732"/>
                  </a:lnTo>
                  <a:lnTo>
                    <a:pt x="1004414" y="285864"/>
                  </a:lnTo>
                  <a:lnTo>
                    <a:pt x="981363" y="278695"/>
                  </a:lnTo>
                  <a:lnTo>
                    <a:pt x="947080" y="267189"/>
                  </a:lnTo>
                  <a:lnTo>
                    <a:pt x="910766" y="254145"/>
                  </a:lnTo>
                  <a:lnTo>
                    <a:pt x="872155" y="239567"/>
                  </a:lnTo>
                  <a:lnTo>
                    <a:pt x="831245" y="223558"/>
                  </a:lnTo>
                  <a:lnTo>
                    <a:pt x="788291" y="206328"/>
                  </a:lnTo>
                  <a:lnTo>
                    <a:pt x="743784" y="188192"/>
                  </a:lnTo>
                  <a:lnTo>
                    <a:pt x="698397" y="169550"/>
                  </a:lnTo>
                  <a:lnTo>
                    <a:pt x="652910" y="150850"/>
                  </a:lnTo>
                  <a:lnTo>
                    <a:pt x="608115" y="132548"/>
                  </a:lnTo>
                  <a:lnTo>
                    <a:pt x="564721" y="115060"/>
                  </a:lnTo>
                  <a:lnTo>
                    <a:pt x="523269" y="98723"/>
                  </a:lnTo>
                  <a:lnTo>
                    <a:pt x="484075" y="83775"/>
                  </a:lnTo>
                  <a:lnTo>
                    <a:pt x="447205" y="70345"/>
                  </a:lnTo>
                  <a:lnTo>
                    <a:pt x="412456" y="58461"/>
                  </a:lnTo>
                  <a:lnTo>
                    <a:pt x="404090" y="55739"/>
                  </a:lnTo>
                  <a:lnTo>
                    <a:pt x="363951" y="43616"/>
                  </a:lnTo>
                  <a:lnTo>
                    <a:pt x="324987" y="33645"/>
                  </a:lnTo>
                  <a:lnTo>
                    <a:pt x="285459" y="25491"/>
                  </a:lnTo>
                  <a:lnTo>
                    <a:pt x="243647" y="18785"/>
                  </a:lnTo>
                  <a:lnTo>
                    <a:pt x="198489" y="13243"/>
                  </a:lnTo>
                  <a:lnTo>
                    <a:pt x="150349" y="8706"/>
                  </a:lnTo>
                  <a:lnTo>
                    <a:pt x="101864" y="5134"/>
                  </a:lnTo>
                  <a:lnTo>
                    <a:pt x="58139" y="2558"/>
                  </a:lnTo>
                  <a:lnTo>
                    <a:pt x="25158" y="969"/>
                  </a:lnTo>
                  <a:lnTo>
                    <a:pt x="6449" y="217"/>
                  </a:lnTo>
                  <a:lnTo>
                    <a:pt x="339" y="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2050472" y="4790627"/>
              <a:ext cx="1385454" cy="902973"/>
            </a:xfrm>
            <a:custGeom>
              <a:avLst/>
              <a:pathLst>
                <a:path w="1385454" h="902973">
                  <a:moveTo>
                    <a:pt x="0" y="33443"/>
                  </a:moveTo>
                  <a:lnTo>
                    <a:pt x="1644" y="33577"/>
                  </a:lnTo>
                  <a:lnTo>
                    <a:pt x="11873" y="34539"/>
                  </a:lnTo>
                  <a:lnTo>
                    <a:pt x="35347" y="37154"/>
                  </a:lnTo>
                  <a:lnTo>
                    <a:pt x="71685" y="42020"/>
                  </a:lnTo>
                  <a:lnTo>
                    <a:pt x="116443" y="49360"/>
                  </a:lnTo>
                  <a:lnTo>
                    <a:pt x="164034" y="59132"/>
                  </a:lnTo>
                  <a:lnTo>
                    <a:pt x="210334" y="71291"/>
                  </a:lnTo>
                  <a:lnTo>
                    <a:pt x="253528" y="86001"/>
                  </a:lnTo>
                  <a:lnTo>
                    <a:pt x="293679" y="103721"/>
                  </a:lnTo>
                  <a:lnTo>
                    <a:pt x="331962" y="125192"/>
                  </a:lnTo>
                  <a:lnTo>
                    <a:pt x="370022" y="151322"/>
                  </a:lnTo>
                  <a:lnTo>
                    <a:pt x="404090" y="178365"/>
                  </a:lnTo>
                  <a:lnTo>
                    <a:pt x="433801" y="204159"/>
                  </a:lnTo>
                  <a:lnTo>
                    <a:pt x="465011" y="232970"/>
                  </a:lnTo>
                  <a:lnTo>
                    <a:pt x="497929" y="264821"/>
                  </a:lnTo>
                  <a:lnTo>
                    <a:pt x="532614" y="299595"/>
                  </a:lnTo>
                  <a:lnTo>
                    <a:pt x="568973" y="337017"/>
                  </a:lnTo>
                  <a:lnTo>
                    <a:pt x="606770" y="376650"/>
                  </a:lnTo>
                  <a:lnTo>
                    <a:pt x="645644" y="417907"/>
                  </a:lnTo>
                  <a:lnTo>
                    <a:pt x="685135" y="460088"/>
                  </a:lnTo>
                  <a:lnTo>
                    <a:pt x="724728" y="502420"/>
                  </a:lnTo>
                  <a:lnTo>
                    <a:pt x="763897" y="544119"/>
                  </a:lnTo>
                  <a:lnTo>
                    <a:pt x="802156" y="584450"/>
                  </a:lnTo>
                  <a:lnTo>
                    <a:pt x="839100" y="622779"/>
                  </a:lnTo>
                  <a:lnTo>
                    <a:pt x="874445" y="658609"/>
                  </a:lnTo>
                  <a:lnTo>
                    <a:pt x="908042" y="691602"/>
                  </a:lnTo>
                  <a:lnTo>
                    <a:pt x="939890" y="721582"/>
                  </a:lnTo>
                  <a:lnTo>
                    <a:pt x="970140" y="748521"/>
                  </a:lnTo>
                  <a:lnTo>
                    <a:pt x="981363" y="758052"/>
                  </a:lnTo>
                  <a:lnTo>
                    <a:pt x="1020512" y="788848"/>
                  </a:lnTo>
                  <a:lnTo>
                    <a:pt x="1058503" y="814310"/>
                  </a:lnTo>
                  <a:lnTo>
                    <a:pt x="1096944" y="835236"/>
                  </a:lnTo>
                  <a:lnTo>
                    <a:pt x="1137447" y="852520"/>
                  </a:lnTo>
                  <a:lnTo>
                    <a:pt x="1181080" y="866873"/>
                  </a:lnTo>
                  <a:lnTo>
                    <a:pt x="1227704" y="878713"/>
                  </a:lnTo>
                  <a:lnTo>
                    <a:pt x="1275206" y="888169"/>
                  </a:lnTo>
                  <a:lnTo>
                    <a:pt x="1319179" y="895181"/>
                  </a:lnTo>
                  <a:lnTo>
                    <a:pt x="1354008" y="899728"/>
                  </a:lnTo>
                  <a:lnTo>
                    <a:pt x="1375641" y="902082"/>
                  </a:lnTo>
                  <a:lnTo>
                    <a:pt x="1384366" y="902886"/>
                  </a:lnTo>
                  <a:lnTo>
                    <a:pt x="1385454" y="902973"/>
                  </a:lnTo>
                  <a:lnTo>
                    <a:pt x="1385454" y="869530"/>
                  </a:lnTo>
                  <a:lnTo>
                    <a:pt x="1383810" y="869396"/>
                  </a:lnTo>
                  <a:lnTo>
                    <a:pt x="1373580" y="868434"/>
                  </a:lnTo>
                  <a:lnTo>
                    <a:pt x="1350107" y="865819"/>
                  </a:lnTo>
                  <a:lnTo>
                    <a:pt x="1313768" y="860953"/>
                  </a:lnTo>
                  <a:lnTo>
                    <a:pt x="1269011" y="853613"/>
                  </a:lnTo>
                  <a:lnTo>
                    <a:pt x="1221419" y="843841"/>
                  </a:lnTo>
                  <a:lnTo>
                    <a:pt x="1175119" y="831682"/>
                  </a:lnTo>
                  <a:lnTo>
                    <a:pt x="1131926" y="816972"/>
                  </a:lnTo>
                  <a:lnTo>
                    <a:pt x="1091775" y="799252"/>
                  </a:lnTo>
                  <a:lnTo>
                    <a:pt x="1053491" y="777780"/>
                  </a:lnTo>
                  <a:lnTo>
                    <a:pt x="1015432" y="751650"/>
                  </a:lnTo>
                  <a:lnTo>
                    <a:pt x="981363" y="724608"/>
                  </a:lnTo>
                  <a:lnTo>
                    <a:pt x="951652" y="698813"/>
                  </a:lnTo>
                  <a:lnTo>
                    <a:pt x="920443" y="670003"/>
                  </a:lnTo>
                  <a:lnTo>
                    <a:pt x="887524" y="638152"/>
                  </a:lnTo>
                  <a:lnTo>
                    <a:pt x="852839" y="603378"/>
                  </a:lnTo>
                  <a:lnTo>
                    <a:pt x="816481" y="565956"/>
                  </a:lnTo>
                  <a:lnTo>
                    <a:pt x="778684" y="526323"/>
                  </a:lnTo>
                  <a:lnTo>
                    <a:pt x="739810" y="485065"/>
                  </a:lnTo>
                  <a:lnTo>
                    <a:pt x="700318" y="442885"/>
                  </a:lnTo>
                  <a:lnTo>
                    <a:pt x="660725" y="400553"/>
                  </a:lnTo>
                  <a:lnTo>
                    <a:pt x="621556" y="358854"/>
                  </a:lnTo>
                  <a:lnTo>
                    <a:pt x="583298" y="318522"/>
                  </a:lnTo>
                  <a:lnTo>
                    <a:pt x="546353" y="280193"/>
                  </a:lnTo>
                  <a:lnTo>
                    <a:pt x="511008" y="244364"/>
                  </a:lnTo>
                  <a:lnTo>
                    <a:pt x="477412" y="211371"/>
                  </a:lnTo>
                  <a:lnTo>
                    <a:pt x="445564" y="181391"/>
                  </a:lnTo>
                  <a:lnTo>
                    <a:pt x="415314" y="154452"/>
                  </a:lnTo>
                  <a:lnTo>
                    <a:pt x="404090" y="144921"/>
                  </a:lnTo>
                  <a:lnTo>
                    <a:pt x="364942" y="114125"/>
                  </a:lnTo>
                  <a:lnTo>
                    <a:pt x="326950" y="88662"/>
                  </a:lnTo>
                  <a:lnTo>
                    <a:pt x="288509" y="67737"/>
                  </a:lnTo>
                  <a:lnTo>
                    <a:pt x="248007" y="50452"/>
                  </a:lnTo>
                  <a:lnTo>
                    <a:pt x="204373" y="36100"/>
                  </a:lnTo>
                  <a:lnTo>
                    <a:pt x="157749" y="24260"/>
                  </a:lnTo>
                  <a:lnTo>
                    <a:pt x="110248" y="14804"/>
                  </a:lnTo>
                  <a:lnTo>
                    <a:pt x="66275" y="7792"/>
                  </a:lnTo>
                  <a:lnTo>
                    <a:pt x="31446" y="3245"/>
                  </a:lnTo>
                  <a:lnTo>
                    <a:pt x="9813" y="890"/>
                  </a:lnTo>
                  <a:lnTo>
                    <a:pt x="1088" y="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2050472" y="2984679"/>
              <a:ext cx="1385454" cy="66886"/>
            </a:xfrm>
            <a:custGeom>
              <a:avLst/>
              <a:pathLst>
                <a:path w="1385454" h="66886">
                  <a:moveTo>
                    <a:pt x="0" y="66886"/>
                  </a:moveTo>
                  <a:lnTo>
                    <a:pt x="1795" y="66881"/>
                  </a:lnTo>
                  <a:lnTo>
                    <a:pt x="12910" y="66840"/>
                  </a:lnTo>
                  <a:lnTo>
                    <a:pt x="38198" y="66730"/>
                  </a:lnTo>
                  <a:lnTo>
                    <a:pt x="76837" y="66527"/>
                  </a:lnTo>
                  <a:lnTo>
                    <a:pt x="123683" y="66223"/>
                  </a:lnTo>
                  <a:lnTo>
                    <a:pt x="172734" y="65819"/>
                  </a:lnTo>
                  <a:lnTo>
                    <a:pt x="219888" y="65318"/>
                  </a:lnTo>
                  <a:lnTo>
                    <a:pt x="263626" y="64709"/>
                  </a:lnTo>
                  <a:lnTo>
                    <a:pt x="304364" y="63971"/>
                  </a:lnTo>
                  <a:lnTo>
                    <a:pt x="343577" y="63070"/>
                  </a:lnTo>
                  <a:lnTo>
                    <a:pt x="383097" y="61968"/>
                  </a:lnTo>
                  <a:lnTo>
                    <a:pt x="404090" y="61313"/>
                  </a:lnTo>
                  <a:lnTo>
                    <a:pt x="439607" y="60119"/>
                  </a:lnTo>
                  <a:lnTo>
                    <a:pt x="477313" y="58760"/>
                  </a:lnTo>
                  <a:lnTo>
                    <a:pt x="517487" y="57238"/>
                  </a:lnTo>
                  <a:lnTo>
                    <a:pt x="560106" y="55564"/>
                  </a:lnTo>
                  <a:lnTo>
                    <a:pt x="604853" y="53764"/>
                  </a:lnTo>
                  <a:lnTo>
                    <a:pt x="651149" y="51874"/>
                  </a:lnTo>
                  <a:lnTo>
                    <a:pt x="698218" y="49939"/>
                  </a:lnTo>
                  <a:lnTo>
                    <a:pt x="745184" y="48010"/>
                  </a:lnTo>
                  <a:lnTo>
                    <a:pt x="791183" y="46137"/>
                  </a:lnTo>
                  <a:lnTo>
                    <a:pt x="835477" y="44363"/>
                  </a:lnTo>
                  <a:lnTo>
                    <a:pt x="877545" y="42723"/>
                  </a:lnTo>
                  <a:lnTo>
                    <a:pt x="917135" y="41238"/>
                  </a:lnTo>
                  <a:lnTo>
                    <a:pt x="954294" y="39918"/>
                  </a:lnTo>
                  <a:lnTo>
                    <a:pt x="981363" y="39017"/>
                  </a:lnTo>
                  <a:lnTo>
                    <a:pt x="1021686" y="37799"/>
                  </a:lnTo>
                  <a:lnTo>
                    <a:pt x="1060830" y="36799"/>
                  </a:lnTo>
                  <a:lnTo>
                    <a:pt x="1100562" y="35982"/>
                  </a:lnTo>
                  <a:lnTo>
                    <a:pt x="1142618" y="35310"/>
                  </a:lnTo>
                  <a:lnTo>
                    <a:pt x="1188061" y="34756"/>
                  </a:lnTo>
                  <a:lnTo>
                    <a:pt x="1236478" y="34302"/>
                  </a:lnTo>
                  <a:lnTo>
                    <a:pt x="1285129" y="33946"/>
                  </a:lnTo>
                  <a:lnTo>
                    <a:pt x="1328776" y="33691"/>
                  </a:lnTo>
                  <a:lnTo>
                    <a:pt x="1361379" y="33535"/>
                  </a:lnTo>
                  <a:lnTo>
                    <a:pt x="1379535" y="33463"/>
                  </a:lnTo>
                  <a:lnTo>
                    <a:pt x="1385197" y="33444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3659" y="5"/>
                  </a:lnTo>
                  <a:lnTo>
                    <a:pt x="1372544" y="46"/>
                  </a:lnTo>
                  <a:lnTo>
                    <a:pt x="1347256" y="156"/>
                  </a:lnTo>
                  <a:lnTo>
                    <a:pt x="1308617" y="359"/>
                  </a:lnTo>
                  <a:lnTo>
                    <a:pt x="1261770" y="663"/>
                  </a:lnTo>
                  <a:lnTo>
                    <a:pt x="1212720" y="1067"/>
                  </a:lnTo>
                  <a:lnTo>
                    <a:pt x="1165565" y="1568"/>
                  </a:lnTo>
                  <a:lnTo>
                    <a:pt x="1121827" y="2176"/>
                  </a:lnTo>
                  <a:lnTo>
                    <a:pt x="1081089" y="2915"/>
                  </a:lnTo>
                  <a:lnTo>
                    <a:pt x="1041877" y="3816"/>
                  </a:lnTo>
                  <a:lnTo>
                    <a:pt x="1002356" y="4918"/>
                  </a:lnTo>
                  <a:lnTo>
                    <a:pt x="981363" y="5573"/>
                  </a:lnTo>
                  <a:lnTo>
                    <a:pt x="945846" y="6767"/>
                  </a:lnTo>
                  <a:lnTo>
                    <a:pt x="908141" y="8125"/>
                  </a:lnTo>
                  <a:lnTo>
                    <a:pt x="867967" y="9648"/>
                  </a:lnTo>
                  <a:lnTo>
                    <a:pt x="825348" y="11322"/>
                  </a:lnTo>
                  <a:lnTo>
                    <a:pt x="780601" y="13122"/>
                  </a:lnTo>
                  <a:lnTo>
                    <a:pt x="734305" y="15012"/>
                  </a:lnTo>
                  <a:lnTo>
                    <a:pt x="687236" y="16947"/>
                  </a:lnTo>
                  <a:lnTo>
                    <a:pt x="640270" y="18876"/>
                  </a:lnTo>
                  <a:lnTo>
                    <a:pt x="594271" y="20749"/>
                  </a:lnTo>
                  <a:lnTo>
                    <a:pt x="549977" y="22523"/>
                  </a:lnTo>
                  <a:lnTo>
                    <a:pt x="507909" y="24163"/>
                  </a:lnTo>
                  <a:lnTo>
                    <a:pt x="468319" y="25648"/>
                  </a:lnTo>
                  <a:lnTo>
                    <a:pt x="431159" y="26968"/>
                  </a:lnTo>
                  <a:lnTo>
                    <a:pt x="404090" y="27869"/>
                  </a:lnTo>
                  <a:lnTo>
                    <a:pt x="363767" y="29086"/>
                  </a:lnTo>
                  <a:lnTo>
                    <a:pt x="324623" y="30087"/>
                  </a:lnTo>
                  <a:lnTo>
                    <a:pt x="284892" y="30904"/>
                  </a:lnTo>
                  <a:lnTo>
                    <a:pt x="242835" y="31576"/>
                  </a:lnTo>
                  <a:lnTo>
                    <a:pt x="197393" y="32130"/>
                  </a:lnTo>
                  <a:lnTo>
                    <a:pt x="148975" y="32584"/>
                  </a:lnTo>
                  <a:lnTo>
                    <a:pt x="100325" y="32939"/>
                  </a:lnTo>
                  <a:lnTo>
                    <a:pt x="56678" y="33195"/>
                  </a:lnTo>
                  <a:lnTo>
                    <a:pt x="24075" y="33351"/>
                  </a:lnTo>
                  <a:lnTo>
                    <a:pt x="5918" y="33423"/>
                  </a:lnTo>
                  <a:lnTo>
                    <a:pt x="256" y="33442"/>
                  </a:lnTo>
                  <a:lnTo>
                    <a:pt x="0" y="3344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2050472" y="4222088"/>
              <a:ext cx="1385454" cy="367878"/>
            </a:xfrm>
            <a:custGeom>
              <a:avLst/>
              <a:pathLst>
                <a:path w="1385454" h="367878">
                  <a:moveTo>
                    <a:pt x="0" y="33443"/>
                  </a:moveTo>
                  <a:lnTo>
                    <a:pt x="1770" y="33499"/>
                  </a:lnTo>
                  <a:lnTo>
                    <a:pt x="12744" y="33899"/>
                  </a:lnTo>
                  <a:lnTo>
                    <a:pt x="37744" y="34982"/>
                  </a:lnTo>
                  <a:lnTo>
                    <a:pt x="76023" y="36989"/>
                  </a:lnTo>
                  <a:lnTo>
                    <a:pt x="122547" y="39999"/>
                  </a:lnTo>
                  <a:lnTo>
                    <a:pt x="171377" y="43989"/>
                  </a:lnTo>
                  <a:lnTo>
                    <a:pt x="218404" y="48948"/>
                  </a:lnTo>
                  <a:lnTo>
                    <a:pt x="262059" y="54965"/>
                  </a:lnTo>
                  <a:lnTo>
                    <a:pt x="302701" y="62254"/>
                  </a:lnTo>
                  <a:lnTo>
                    <a:pt x="341759" y="71145"/>
                  </a:lnTo>
                  <a:lnTo>
                    <a:pt x="381040" y="82013"/>
                  </a:lnTo>
                  <a:lnTo>
                    <a:pt x="404090" y="89182"/>
                  </a:lnTo>
                  <a:lnTo>
                    <a:pt x="438374" y="100688"/>
                  </a:lnTo>
                  <a:lnTo>
                    <a:pt x="474687" y="113732"/>
                  </a:lnTo>
                  <a:lnTo>
                    <a:pt x="513298" y="128310"/>
                  </a:lnTo>
                  <a:lnTo>
                    <a:pt x="554209" y="144320"/>
                  </a:lnTo>
                  <a:lnTo>
                    <a:pt x="597162" y="161550"/>
                  </a:lnTo>
                  <a:lnTo>
                    <a:pt x="641669" y="179685"/>
                  </a:lnTo>
                  <a:lnTo>
                    <a:pt x="687057" y="198328"/>
                  </a:lnTo>
                  <a:lnTo>
                    <a:pt x="732544" y="217027"/>
                  </a:lnTo>
                  <a:lnTo>
                    <a:pt x="777339" y="235329"/>
                  </a:lnTo>
                  <a:lnTo>
                    <a:pt x="820733" y="252817"/>
                  </a:lnTo>
                  <a:lnTo>
                    <a:pt x="862185" y="269154"/>
                  </a:lnTo>
                  <a:lnTo>
                    <a:pt x="901378" y="284102"/>
                  </a:lnTo>
                  <a:lnTo>
                    <a:pt x="938249" y="297532"/>
                  </a:lnTo>
                  <a:lnTo>
                    <a:pt x="972998" y="309416"/>
                  </a:lnTo>
                  <a:lnTo>
                    <a:pt x="981363" y="312139"/>
                  </a:lnTo>
                  <a:lnTo>
                    <a:pt x="1021503" y="324261"/>
                  </a:lnTo>
                  <a:lnTo>
                    <a:pt x="1060466" y="334233"/>
                  </a:lnTo>
                  <a:lnTo>
                    <a:pt x="1099995" y="342387"/>
                  </a:lnTo>
                  <a:lnTo>
                    <a:pt x="1141806" y="349092"/>
                  </a:lnTo>
                  <a:lnTo>
                    <a:pt x="1186964" y="354634"/>
                  </a:lnTo>
                  <a:lnTo>
                    <a:pt x="1235104" y="359171"/>
                  </a:lnTo>
                  <a:lnTo>
                    <a:pt x="1283589" y="362743"/>
                  </a:lnTo>
                  <a:lnTo>
                    <a:pt x="1327315" y="365319"/>
                  </a:lnTo>
                  <a:lnTo>
                    <a:pt x="1360296" y="366909"/>
                  </a:lnTo>
                  <a:lnTo>
                    <a:pt x="1379005" y="367660"/>
                  </a:lnTo>
                  <a:lnTo>
                    <a:pt x="1385115" y="367868"/>
                  </a:lnTo>
                  <a:lnTo>
                    <a:pt x="1385454" y="367878"/>
                  </a:lnTo>
                  <a:lnTo>
                    <a:pt x="1385454" y="334434"/>
                  </a:lnTo>
                  <a:lnTo>
                    <a:pt x="1383683" y="334379"/>
                  </a:lnTo>
                  <a:lnTo>
                    <a:pt x="1372709" y="333979"/>
                  </a:lnTo>
                  <a:lnTo>
                    <a:pt x="1347709" y="332895"/>
                  </a:lnTo>
                  <a:lnTo>
                    <a:pt x="1309431" y="330888"/>
                  </a:lnTo>
                  <a:lnTo>
                    <a:pt x="1262906" y="327878"/>
                  </a:lnTo>
                  <a:lnTo>
                    <a:pt x="1214076" y="323889"/>
                  </a:lnTo>
                  <a:lnTo>
                    <a:pt x="1167050" y="318929"/>
                  </a:lnTo>
                  <a:lnTo>
                    <a:pt x="1123395" y="312912"/>
                  </a:lnTo>
                  <a:lnTo>
                    <a:pt x="1082752" y="305623"/>
                  </a:lnTo>
                  <a:lnTo>
                    <a:pt x="1043694" y="296732"/>
                  </a:lnTo>
                  <a:lnTo>
                    <a:pt x="1004414" y="285864"/>
                  </a:lnTo>
                  <a:lnTo>
                    <a:pt x="981363" y="278695"/>
                  </a:lnTo>
                  <a:lnTo>
                    <a:pt x="947080" y="267189"/>
                  </a:lnTo>
                  <a:lnTo>
                    <a:pt x="910766" y="254145"/>
                  </a:lnTo>
                  <a:lnTo>
                    <a:pt x="872155" y="239567"/>
                  </a:lnTo>
                  <a:lnTo>
                    <a:pt x="831245" y="223558"/>
                  </a:lnTo>
                  <a:lnTo>
                    <a:pt x="788291" y="206328"/>
                  </a:lnTo>
                  <a:lnTo>
                    <a:pt x="743784" y="188192"/>
                  </a:lnTo>
                  <a:lnTo>
                    <a:pt x="698397" y="169550"/>
                  </a:lnTo>
                  <a:lnTo>
                    <a:pt x="652910" y="150850"/>
                  </a:lnTo>
                  <a:lnTo>
                    <a:pt x="608115" y="132548"/>
                  </a:lnTo>
                  <a:lnTo>
                    <a:pt x="564721" y="115060"/>
                  </a:lnTo>
                  <a:lnTo>
                    <a:pt x="523269" y="98723"/>
                  </a:lnTo>
                  <a:lnTo>
                    <a:pt x="484075" y="83775"/>
                  </a:lnTo>
                  <a:lnTo>
                    <a:pt x="447205" y="70345"/>
                  </a:lnTo>
                  <a:lnTo>
                    <a:pt x="412456" y="58461"/>
                  </a:lnTo>
                  <a:lnTo>
                    <a:pt x="404090" y="55739"/>
                  </a:lnTo>
                  <a:lnTo>
                    <a:pt x="363951" y="43616"/>
                  </a:lnTo>
                  <a:lnTo>
                    <a:pt x="324987" y="33645"/>
                  </a:lnTo>
                  <a:lnTo>
                    <a:pt x="285459" y="25491"/>
                  </a:lnTo>
                  <a:lnTo>
                    <a:pt x="243647" y="18785"/>
                  </a:lnTo>
                  <a:lnTo>
                    <a:pt x="198489" y="13243"/>
                  </a:lnTo>
                  <a:lnTo>
                    <a:pt x="150349" y="8706"/>
                  </a:lnTo>
                  <a:lnTo>
                    <a:pt x="101864" y="5134"/>
                  </a:lnTo>
                  <a:lnTo>
                    <a:pt x="58139" y="2558"/>
                  </a:lnTo>
                  <a:lnTo>
                    <a:pt x="25158" y="969"/>
                  </a:lnTo>
                  <a:lnTo>
                    <a:pt x="6449" y="217"/>
                  </a:lnTo>
                  <a:lnTo>
                    <a:pt x="339" y="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2050472" y="3018123"/>
              <a:ext cx="1385454" cy="66886"/>
            </a:xfrm>
            <a:custGeom>
              <a:avLst/>
              <a:pathLst>
                <a:path w="1385454" h="66886">
                  <a:moveTo>
                    <a:pt x="0" y="66886"/>
                  </a:moveTo>
                  <a:lnTo>
                    <a:pt x="1795" y="66881"/>
                  </a:lnTo>
                  <a:lnTo>
                    <a:pt x="12910" y="66840"/>
                  </a:lnTo>
                  <a:lnTo>
                    <a:pt x="38198" y="66730"/>
                  </a:lnTo>
                  <a:lnTo>
                    <a:pt x="76837" y="66527"/>
                  </a:lnTo>
                  <a:lnTo>
                    <a:pt x="123683" y="66223"/>
                  </a:lnTo>
                  <a:lnTo>
                    <a:pt x="172734" y="65819"/>
                  </a:lnTo>
                  <a:lnTo>
                    <a:pt x="219888" y="65318"/>
                  </a:lnTo>
                  <a:lnTo>
                    <a:pt x="263626" y="64709"/>
                  </a:lnTo>
                  <a:lnTo>
                    <a:pt x="304364" y="63971"/>
                  </a:lnTo>
                  <a:lnTo>
                    <a:pt x="343577" y="63070"/>
                  </a:lnTo>
                  <a:lnTo>
                    <a:pt x="383097" y="61968"/>
                  </a:lnTo>
                  <a:lnTo>
                    <a:pt x="404090" y="61313"/>
                  </a:lnTo>
                  <a:lnTo>
                    <a:pt x="439607" y="60119"/>
                  </a:lnTo>
                  <a:lnTo>
                    <a:pt x="477313" y="58760"/>
                  </a:lnTo>
                  <a:lnTo>
                    <a:pt x="517487" y="57238"/>
                  </a:lnTo>
                  <a:lnTo>
                    <a:pt x="560106" y="55564"/>
                  </a:lnTo>
                  <a:lnTo>
                    <a:pt x="604853" y="53764"/>
                  </a:lnTo>
                  <a:lnTo>
                    <a:pt x="651149" y="51874"/>
                  </a:lnTo>
                  <a:lnTo>
                    <a:pt x="698218" y="49939"/>
                  </a:lnTo>
                  <a:lnTo>
                    <a:pt x="745184" y="48010"/>
                  </a:lnTo>
                  <a:lnTo>
                    <a:pt x="791183" y="46137"/>
                  </a:lnTo>
                  <a:lnTo>
                    <a:pt x="835477" y="44363"/>
                  </a:lnTo>
                  <a:lnTo>
                    <a:pt x="877545" y="42723"/>
                  </a:lnTo>
                  <a:lnTo>
                    <a:pt x="917135" y="41238"/>
                  </a:lnTo>
                  <a:lnTo>
                    <a:pt x="954294" y="39918"/>
                  </a:lnTo>
                  <a:lnTo>
                    <a:pt x="981363" y="39017"/>
                  </a:lnTo>
                  <a:lnTo>
                    <a:pt x="1021686" y="37799"/>
                  </a:lnTo>
                  <a:lnTo>
                    <a:pt x="1060830" y="36799"/>
                  </a:lnTo>
                  <a:lnTo>
                    <a:pt x="1100562" y="35982"/>
                  </a:lnTo>
                  <a:lnTo>
                    <a:pt x="1142618" y="35310"/>
                  </a:lnTo>
                  <a:lnTo>
                    <a:pt x="1188061" y="34756"/>
                  </a:lnTo>
                  <a:lnTo>
                    <a:pt x="1236478" y="34302"/>
                  </a:lnTo>
                  <a:lnTo>
                    <a:pt x="1285129" y="33946"/>
                  </a:lnTo>
                  <a:lnTo>
                    <a:pt x="1328776" y="33691"/>
                  </a:lnTo>
                  <a:lnTo>
                    <a:pt x="1361379" y="33535"/>
                  </a:lnTo>
                  <a:lnTo>
                    <a:pt x="1379535" y="33463"/>
                  </a:lnTo>
                  <a:lnTo>
                    <a:pt x="1385197" y="33444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3659" y="5"/>
                  </a:lnTo>
                  <a:lnTo>
                    <a:pt x="1372544" y="46"/>
                  </a:lnTo>
                  <a:lnTo>
                    <a:pt x="1347256" y="156"/>
                  </a:lnTo>
                  <a:lnTo>
                    <a:pt x="1308617" y="359"/>
                  </a:lnTo>
                  <a:lnTo>
                    <a:pt x="1261770" y="663"/>
                  </a:lnTo>
                  <a:lnTo>
                    <a:pt x="1212720" y="1067"/>
                  </a:lnTo>
                  <a:lnTo>
                    <a:pt x="1165565" y="1568"/>
                  </a:lnTo>
                  <a:lnTo>
                    <a:pt x="1121827" y="2176"/>
                  </a:lnTo>
                  <a:lnTo>
                    <a:pt x="1081089" y="2915"/>
                  </a:lnTo>
                  <a:lnTo>
                    <a:pt x="1041877" y="3816"/>
                  </a:lnTo>
                  <a:lnTo>
                    <a:pt x="1002356" y="4918"/>
                  </a:lnTo>
                  <a:lnTo>
                    <a:pt x="981363" y="5573"/>
                  </a:lnTo>
                  <a:lnTo>
                    <a:pt x="945846" y="6767"/>
                  </a:lnTo>
                  <a:lnTo>
                    <a:pt x="908141" y="8125"/>
                  </a:lnTo>
                  <a:lnTo>
                    <a:pt x="867967" y="9648"/>
                  </a:lnTo>
                  <a:lnTo>
                    <a:pt x="825348" y="11322"/>
                  </a:lnTo>
                  <a:lnTo>
                    <a:pt x="780601" y="13122"/>
                  </a:lnTo>
                  <a:lnTo>
                    <a:pt x="734305" y="15012"/>
                  </a:lnTo>
                  <a:lnTo>
                    <a:pt x="687236" y="16947"/>
                  </a:lnTo>
                  <a:lnTo>
                    <a:pt x="640270" y="18876"/>
                  </a:lnTo>
                  <a:lnTo>
                    <a:pt x="594271" y="20749"/>
                  </a:lnTo>
                  <a:lnTo>
                    <a:pt x="549977" y="22523"/>
                  </a:lnTo>
                  <a:lnTo>
                    <a:pt x="507909" y="24163"/>
                  </a:lnTo>
                  <a:lnTo>
                    <a:pt x="468319" y="25648"/>
                  </a:lnTo>
                  <a:lnTo>
                    <a:pt x="431159" y="26968"/>
                  </a:lnTo>
                  <a:lnTo>
                    <a:pt x="404090" y="27869"/>
                  </a:lnTo>
                  <a:lnTo>
                    <a:pt x="363767" y="29086"/>
                  </a:lnTo>
                  <a:lnTo>
                    <a:pt x="324623" y="30087"/>
                  </a:lnTo>
                  <a:lnTo>
                    <a:pt x="284892" y="30904"/>
                  </a:lnTo>
                  <a:lnTo>
                    <a:pt x="242835" y="31576"/>
                  </a:lnTo>
                  <a:lnTo>
                    <a:pt x="197393" y="32130"/>
                  </a:lnTo>
                  <a:lnTo>
                    <a:pt x="148975" y="32584"/>
                  </a:lnTo>
                  <a:lnTo>
                    <a:pt x="100325" y="32939"/>
                  </a:lnTo>
                  <a:lnTo>
                    <a:pt x="56678" y="33195"/>
                  </a:lnTo>
                  <a:lnTo>
                    <a:pt x="24075" y="33351"/>
                  </a:lnTo>
                  <a:lnTo>
                    <a:pt x="5918" y="33423"/>
                  </a:lnTo>
                  <a:lnTo>
                    <a:pt x="256" y="33442"/>
                  </a:lnTo>
                  <a:lnTo>
                    <a:pt x="0" y="3344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2" name="pg72"/>
            <p:cNvSpPr/>
            <p:nvPr/>
          </p:nvSpPr>
          <p:spPr>
            <a:xfrm>
              <a:off x="2050472" y="3051566"/>
              <a:ext cx="1385454" cy="66886"/>
            </a:xfrm>
            <a:custGeom>
              <a:avLst/>
              <a:pathLst>
                <a:path w="1385454" h="66886">
                  <a:moveTo>
                    <a:pt x="0" y="66886"/>
                  </a:moveTo>
                  <a:lnTo>
                    <a:pt x="1795" y="66881"/>
                  </a:lnTo>
                  <a:lnTo>
                    <a:pt x="12910" y="66840"/>
                  </a:lnTo>
                  <a:lnTo>
                    <a:pt x="38198" y="66730"/>
                  </a:lnTo>
                  <a:lnTo>
                    <a:pt x="76837" y="66527"/>
                  </a:lnTo>
                  <a:lnTo>
                    <a:pt x="123683" y="66223"/>
                  </a:lnTo>
                  <a:lnTo>
                    <a:pt x="172734" y="65819"/>
                  </a:lnTo>
                  <a:lnTo>
                    <a:pt x="219888" y="65318"/>
                  </a:lnTo>
                  <a:lnTo>
                    <a:pt x="263626" y="64709"/>
                  </a:lnTo>
                  <a:lnTo>
                    <a:pt x="304364" y="63971"/>
                  </a:lnTo>
                  <a:lnTo>
                    <a:pt x="343577" y="63070"/>
                  </a:lnTo>
                  <a:lnTo>
                    <a:pt x="383097" y="61968"/>
                  </a:lnTo>
                  <a:lnTo>
                    <a:pt x="404090" y="61313"/>
                  </a:lnTo>
                  <a:lnTo>
                    <a:pt x="439607" y="60119"/>
                  </a:lnTo>
                  <a:lnTo>
                    <a:pt x="477313" y="58760"/>
                  </a:lnTo>
                  <a:lnTo>
                    <a:pt x="517487" y="57238"/>
                  </a:lnTo>
                  <a:lnTo>
                    <a:pt x="560106" y="55564"/>
                  </a:lnTo>
                  <a:lnTo>
                    <a:pt x="604853" y="53764"/>
                  </a:lnTo>
                  <a:lnTo>
                    <a:pt x="651149" y="51874"/>
                  </a:lnTo>
                  <a:lnTo>
                    <a:pt x="698218" y="49939"/>
                  </a:lnTo>
                  <a:lnTo>
                    <a:pt x="745184" y="48010"/>
                  </a:lnTo>
                  <a:lnTo>
                    <a:pt x="791183" y="46137"/>
                  </a:lnTo>
                  <a:lnTo>
                    <a:pt x="835477" y="44363"/>
                  </a:lnTo>
                  <a:lnTo>
                    <a:pt x="877545" y="42723"/>
                  </a:lnTo>
                  <a:lnTo>
                    <a:pt x="917135" y="41238"/>
                  </a:lnTo>
                  <a:lnTo>
                    <a:pt x="954294" y="39918"/>
                  </a:lnTo>
                  <a:lnTo>
                    <a:pt x="981363" y="39017"/>
                  </a:lnTo>
                  <a:lnTo>
                    <a:pt x="1021686" y="37799"/>
                  </a:lnTo>
                  <a:lnTo>
                    <a:pt x="1060830" y="36799"/>
                  </a:lnTo>
                  <a:lnTo>
                    <a:pt x="1100562" y="35982"/>
                  </a:lnTo>
                  <a:lnTo>
                    <a:pt x="1142618" y="35310"/>
                  </a:lnTo>
                  <a:lnTo>
                    <a:pt x="1188061" y="34756"/>
                  </a:lnTo>
                  <a:lnTo>
                    <a:pt x="1236478" y="34302"/>
                  </a:lnTo>
                  <a:lnTo>
                    <a:pt x="1285129" y="33946"/>
                  </a:lnTo>
                  <a:lnTo>
                    <a:pt x="1328776" y="33691"/>
                  </a:lnTo>
                  <a:lnTo>
                    <a:pt x="1361379" y="33535"/>
                  </a:lnTo>
                  <a:lnTo>
                    <a:pt x="1379535" y="33463"/>
                  </a:lnTo>
                  <a:lnTo>
                    <a:pt x="1385197" y="33444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3659" y="5"/>
                  </a:lnTo>
                  <a:lnTo>
                    <a:pt x="1372544" y="46"/>
                  </a:lnTo>
                  <a:lnTo>
                    <a:pt x="1347256" y="156"/>
                  </a:lnTo>
                  <a:lnTo>
                    <a:pt x="1308617" y="359"/>
                  </a:lnTo>
                  <a:lnTo>
                    <a:pt x="1261770" y="663"/>
                  </a:lnTo>
                  <a:lnTo>
                    <a:pt x="1212720" y="1067"/>
                  </a:lnTo>
                  <a:lnTo>
                    <a:pt x="1165565" y="1568"/>
                  </a:lnTo>
                  <a:lnTo>
                    <a:pt x="1121827" y="2176"/>
                  </a:lnTo>
                  <a:lnTo>
                    <a:pt x="1081089" y="2915"/>
                  </a:lnTo>
                  <a:lnTo>
                    <a:pt x="1041877" y="3816"/>
                  </a:lnTo>
                  <a:lnTo>
                    <a:pt x="1002356" y="4918"/>
                  </a:lnTo>
                  <a:lnTo>
                    <a:pt x="981363" y="5573"/>
                  </a:lnTo>
                  <a:lnTo>
                    <a:pt x="945846" y="6767"/>
                  </a:lnTo>
                  <a:lnTo>
                    <a:pt x="908141" y="8125"/>
                  </a:lnTo>
                  <a:lnTo>
                    <a:pt x="867967" y="9648"/>
                  </a:lnTo>
                  <a:lnTo>
                    <a:pt x="825348" y="11322"/>
                  </a:lnTo>
                  <a:lnTo>
                    <a:pt x="780601" y="13122"/>
                  </a:lnTo>
                  <a:lnTo>
                    <a:pt x="734305" y="15012"/>
                  </a:lnTo>
                  <a:lnTo>
                    <a:pt x="687236" y="16947"/>
                  </a:lnTo>
                  <a:lnTo>
                    <a:pt x="640270" y="18876"/>
                  </a:lnTo>
                  <a:lnTo>
                    <a:pt x="594271" y="20749"/>
                  </a:lnTo>
                  <a:lnTo>
                    <a:pt x="549977" y="22523"/>
                  </a:lnTo>
                  <a:lnTo>
                    <a:pt x="507909" y="24163"/>
                  </a:lnTo>
                  <a:lnTo>
                    <a:pt x="468319" y="25648"/>
                  </a:lnTo>
                  <a:lnTo>
                    <a:pt x="431159" y="26968"/>
                  </a:lnTo>
                  <a:lnTo>
                    <a:pt x="404090" y="27869"/>
                  </a:lnTo>
                  <a:lnTo>
                    <a:pt x="363767" y="29086"/>
                  </a:lnTo>
                  <a:lnTo>
                    <a:pt x="324623" y="30087"/>
                  </a:lnTo>
                  <a:lnTo>
                    <a:pt x="284892" y="30904"/>
                  </a:lnTo>
                  <a:lnTo>
                    <a:pt x="242835" y="31576"/>
                  </a:lnTo>
                  <a:lnTo>
                    <a:pt x="197393" y="32130"/>
                  </a:lnTo>
                  <a:lnTo>
                    <a:pt x="148975" y="32584"/>
                  </a:lnTo>
                  <a:lnTo>
                    <a:pt x="100325" y="32939"/>
                  </a:lnTo>
                  <a:lnTo>
                    <a:pt x="56678" y="33195"/>
                  </a:lnTo>
                  <a:lnTo>
                    <a:pt x="24075" y="33351"/>
                  </a:lnTo>
                  <a:lnTo>
                    <a:pt x="5918" y="33423"/>
                  </a:lnTo>
                  <a:lnTo>
                    <a:pt x="256" y="33442"/>
                  </a:lnTo>
                  <a:lnTo>
                    <a:pt x="0" y="3344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2050472" y="3085010"/>
              <a:ext cx="1385454" cy="66886"/>
            </a:xfrm>
            <a:custGeom>
              <a:avLst/>
              <a:pathLst>
                <a:path w="1385454" h="66886">
                  <a:moveTo>
                    <a:pt x="0" y="66886"/>
                  </a:moveTo>
                  <a:lnTo>
                    <a:pt x="1795" y="66881"/>
                  </a:lnTo>
                  <a:lnTo>
                    <a:pt x="12910" y="66840"/>
                  </a:lnTo>
                  <a:lnTo>
                    <a:pt x="38198" y="66730"/>
                  </a:lnTo>
                  <a:lnTo>
                    <a:pt x="76837" y="66527"/>
                  </a:lnTo>
                  <a:lnTo>
                    <a:pt x="123683" y="66223"/>
                  </a:lnTo>
                  <a:lnTo>
                    <a:pt x="172734" y="65819"/>
                  </a:lnTo>
                  <a:lnTo>
                    <a:pt x="219888" y="65318"/>
                  </a:lnTo>
                  <a:lnTo>
                    <a:pt x="263626" y="64709"/>
                  </a:lnTo>
                  <a:lnTo>
                    <a:pt x="304364" y="63971"/>
                  </a:lnTo>
                  <a:lnTo>
                    <a:pt x="343577" y="63070"/>
                  </a:lnTo>
                  <a:lnTo>
                    <a:pt x="383097" y="61968"/>
                  </a:lnTo>
                  <a:lnTo>
                    <a:pt x="404090" y="61313"/>
                  </a:lnTo>
                  <a:lnTo>
                    <a:pt x="439607" y="60119"/>
                  </a:lnTo>
                  <a:lnTo>
                    <a:pt x="477313" y="58760"/>
                  </a:lnTo>
                  <a:lnTo>
                    <a:pt x="517487" y="57238"/>
                  </a:lnTo>
                  <a:lnTo>
                    <a:pt x="560106" y="55564"/>
                  </a:lnTo>
                  <a:lnTo>
                    <a:pt x="604853" y="53764"/>
                  </a:lnTo>
                  <a:lnTo>
                    <a:pt x="651149" y="51874"/>
                  </a:lnTo>
                  <a:lnTo>
                    <a:pt x="698218" y="49939"/>
                  </a:lnTo>
                  <a:lnTo>
                    <a:pt x="745184" y="48010"/>
                  </a:lnTo>
                  <a:lnTo>
                    <a:pt x="791183" y="46137"/>
                  </a:lnTo>
                  <a:lnTo>
                    <a:pt x="835477" y="44363"/>
                  </a:lnTo>
                  <a:lnTo>
                    <a:pt x="877545" y="42723"/>
                  </a:lnTo>
                  <a:lnTo>
                    <a:pt x="917135" y="41238"/>
                  </a:lnTo>
                  <a:lnTo>
                    <a:pt x="954294" y="39918"/>
                  </a:lnTo>
                  <a:lnTo>
                    <a:pt x="981363" y="39017"/>
                  </a:lnTo>
                  <a:lnTo>
                    <a:pt x="1021686" y="37799"/>
                  </a:lnTo>
                  <a:lnTo>
                    <a:pt x="1060830" y="36799"/>
                  </a:lnTo>
                  <a:lnTo>
                    <a:pt x="1100562" y="35982"/>
                  </a:lnTo>
                  <a:lnTo>
                    <a:pt x="1142618" y="35310"/>
                  </a:lnTo>
                  <a:lnTo>
                    <a:pt x="1188061" y="34756"/>
                  </a:lnTo>
                  <a:lnTo>
                    <a:pt x="1236478" y="34302"/>
                  </a:lnTo>
                  <a:lnTo>
                    <a:pt x="1285129" y="33946"/>
                  </a:lnTo>
                  <a:lnTo>
                    <a:pt x="1328776" y="33691"/>
                  </a:lnTo>
                  <a:lnTo>
                    <a:pt x="1361379" y="33535"/>
                  </a:lnTo>
                  <a:lnTo>
                    <a:pt x="1379535" y="33463"/>
                  </a:lnTo>
                  <a:lnTo>
                    <a:pt x="1385197" y="33444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3659" y="5"/>
                  </a:lnTo>
                  <a:lnTo>
                    <a:pt x="1372544" y="46"/>
                  </a:lnTo>
                  <a:lnTo>
                    <a:pt x="1347256" y="156"/>
                  </a:lnTo>
                  <a:lnTo>
                    <a:pt x="1308617" y="359"/>
                  </a:lnTo>
                  <a:lnTo>
                    <a:pt x="1261770" y="663"/>
                  </a:lnTo>
                  <a:lnTo>
                    <a:pt x="1212720" y="1067"/>
                  </a:lnTo>
                  <a:lnTo>
                    <a:pt x="1165565" y="1568"/>
                  </a:lnTo>
                  <a:lnTo>
                    <a:pt x="1121827" y="2176"/>
                  </a:lnTo>
                  <a:lnTo>
                    <a:pt x="1081089" y="2915"/>
                  </a:lnTo>
                  <a:lnTo>
                    <a:pt x="1041877" y="3816"/>
                  </a:lnTo>
                  <a:lnTo>
                    <a:pt x="1002356" y="4918"/>
                  </a:lnTo>
                  <a:lnTo>
                    <a:pt x="981363" y="5573"/>
                  </a:lnTo>
                  <a:lnTo>
                    <a:pt x="945846" y="6767"/>
                  </a:lnTo>
                  <a:lnTo>
                    <a:pt x="908141" y="8125"/>
                  </a:lnTo>
                  <a:lnTo>
                    <a:pt x="867967" y="9648"/>
                  </a:lnTo>
                  <a:lnTo>
                    <a:pt x="825348" y="11322"/>
                  </a:lnTo>
                  <a:lnTo>
                    <a:pt x="780601" y="13122"/>
                  </a:lnTo>
                  <a:lnTo>
                    <a:pt x="734305" y="15012"/>
                  </a:lnTo>
                  <a:lnTo>
                    <a:pt x="687236" y="16947"/>
                  </a:lnTo>
                  <a:lnTo>
                    <a:pt x="640270" y="18876"/>
                  </a:lnTo>
                  <a:lnTo>
                    <a:pt x="594271" y="20749"/>
                  </a:lnTo>
                  <a:lnTo>
                    <a:pt x="549977" y="22523"/>
                  </a:lnTo>
                  <a:lnTo>
                    <a:pt x="507909" y="24163"/>
                  </a:lnTo>
                  <a:lnTo>
                    <a:pt x="468319" y="25648"/>
                  </a:lnTo>
                  <a:lnTo>
                    <a:pt x="431159" y="26968"/>
                  </a:lnTo>
                  <a:lnTo>
                    <a:pt x="404090" y="27869"/>
                  </a:lnTo>
                  <a:lnTo>
                    <a:pt x="363767" y="29086"/>
                  </a:lnTo>
                  <a:lnTo>
                    <a:pt x="324623" y="30087"/>
                  </a:lnTo>
                  <a:lnTo>
                    <a:pt x="284892" y="30904"/>
                  </a:lnTo>
                  <a:lnTo>
                    <a:pt x="242835" y="31576"/>
                  </a:lnTo>
                  <a:lnTo>
                    <a:pt x="197393" y="32130"/>
                  </a:lnTo>
                  <a:lnTo>
                    <a:pt x="148975" y="32584"/>
                  </a:lnTo>
                  <a:lnTo>
                    <a:pt x="100325" y="32939"/>
                  </a:lnTo>
                  <a:lnTo>
                    <a:pt x="56678" y="33195"/>
                  </a:lnTo>
                  <a:lnTo>
                    <a:pt x="24075" y="33351"/>
                  </a:lnTo>
                  <a:lnTo>
                    <a:pt x="5918" y="33423"/>
                  </a:lnTo>
                  <a:lnTo>
                    <a:pt x="256" y="33442"/>
                  </a:lnTo>
                  <a:lnTo>
                    <a:pt x="0" y="3344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2050472" y="3118453"/>
              <a:ext cx="1385454" cy="66886"/>
            </a:xfrm>
            <a:custGeom>
              <a:avLst/>
              <a:pathLst>
                <a:path w="1385454" h="66886">
                  <a:moveTo>
                    <a:pt x="0" y="66886"/>
                  </a:moveTo>
                  <a:lnTo>
                    <a:pt x="1795" y="66881"/>
                  </a:lnTo>
                  <a:lnTo>
                    <a:pt x="12910" y="66840"/>
                  </a:lnTo>
                  <a:lnTo>
                    <a:pt x="38198" y="66730"/>
                  </a:lnTo>
                  <a:lnTo>
                    <a:pt x="76837" y="66527"/>
                  </a:lnTo>
                  <a:lnTo>
                    <a:pt x="123683" y="66223"/>
                  </a:lnTo>
                  <a:lnTo>
                    <a:pt x="172734" y="65819"/>
                  </a:lnTo>
                  <a:lnTo>
                    <a:pt x="219888" y="65318"/>
                  </a:lnTo>
                  <a:lnTo>
                    <a:pt x="263626" y="64709"/>
                  </a:lnTo>
                  <a:lnTo>
                    <a:pt x="304364" y="63971"/>
                  </a:lnTo>
                  <a:lnTo>
                    <a:pt x="343577" y="63070"/>
                  </a:lnTo>
                  <a:lnTo>
                    <a:pt x="383097" y="61968"/>
                  </a:lnTo>
                  <a:lnTo>
                    <a:pt x="404090" y="61313"/>
                  </a:lnTo>
                  <a:lnTo>
                    <a:pt x="439607" y="60119"/>
                  </a:lnTo>
                  <a:lnTo>
                    <a:pt x="477313" y="58760"/>
                  </a:lnTo>
                  <a:lnTo>
                    <a:pt x="517487" y="57238"/>
                  </a:lnTo>
                  <a:lnTo>
                    <a:pt x="560106" y="55564"/>
                  </a:lnTo>
                  <a:lnTo>
                    <a:pt x="604853" y="53764"/>
                  </a:lnTo>
                  <a:lnTo>
                    <a:pt x="651149" y="51874"/>
                  </a:lnTo>
                  <a:lnTo>
                    <a:pt x="698218" y="49939"/>
                  </a:lnTo>
                  <a:lnTo>
                    <a:pt x="745184" y="48010"/>
                  </a:lnTo>
                  <a:lnTo>
                    <a:pt x="791183" y="46137"/>
                  </a:lnTo>
                  <a:lnTo>
                    <a:pt x="835477" y="44363"/>
                  </a:lnTo>
                  <a:lnTo>
                    <a:pt x="877545" y="42723"/>
                  </a:lnTo>
                  <a:lnTo>
                    <a:pt x="917135" y="41238"/>
                  </a:lnTo>
                  <a:lnTo>
                    <a:pt x="954294" y="39918"/>
                  </a:lnTo>
                  <a:lnTo>
                    <a:pt x="981363" y="39017"/>
                  </a:lnTo>
                  <a:lnTo>
                    <a:pt x="1021686" y="37799"/>
                  </a:lnTo>
                  <a:lnTo>
                    <a:pt x="1060830" y="36799"/>
                  </a:lnTo>
                  <a:lnTo>
                    <a:pt x="1100562" y="35982"/>
                  </a:lnTo>
                  <a:lnTo>
                    <a:pt x="1142618" y="35310"/>
                  </a:lnTo>
                  <a:lnTo>
                    <a:pt x="1188061" y="34756"/>
                  </a:lnTo>
                  <a:lnTo>
                    <a:pt x="1236478" y="34302"/>
                  </a:lnTo>
                  <a:lnTo>
                    <a:pt x="1285129" y="33946"/>
                  </a:lnTo>
                  <a:lnTo>
                    <a:pt x="1328776" y="33691"/>
                  </a:lnTo>
                  <a:lnTo>
                    <a:pt x="1361379" y="33535"/>
                  </a:lnTo>
                  <a:lnTo>
                    <a:pt x="1379535" y="33463"/>
                  </a:lnTo>
                  <a:lnTo>
                    <a:pt x="1385197" y="33444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3659" y="5"/>
                  </a:lnTo>
                  <a:lnTo>
                    <a:pt x="1372544" y="46"/>
                  </a:lnTo>
                  <a:lnTo>
                    <a:pt x="1347256" y="156"/>
                  </a:lnTo>
                  <a:lnTo>
                    <a:pt x="1308617" y="359"/>
                  </a:lnTo>
                  <a:lnTo>
                    <a:pt x="1261770" y="663"/>
                  </a:lnTo>
                  <a:lnTo>
                    <a:pt x="1212720" y="1067"/>
                  </a:lnTo>
                  <a:lnTo>
                    <a:pt x="1165565" y="1568"/>
                  </a:lnTo>
                  <a:lnTo>
                    <a:pt x="1121827" y="2176"/>
                  </a:lnTo>
                  <a:lnTo>
                    <a:pt x="1081089" y="2915"/>
                  </a:lnTo>
                  <a:lnTo>
                    <a:pt x="1041877" y="3816"/>
                  </a:lnTo>
                  <a:lnTo>
                    <a:pt x="1002356" y="4918"/>
                  </a:lnTo>
                  <a:lnTo>
                    <a:pt x="981363" y="5573"/>
                  </a:lnTo>
                  <a:lnTo>
                    <a:pt x="945846" y="6767"/>
                  </a:lnTo>
                  <a:lnTo>
                    <a:pt x="908141" y="8125"/>
                  </a:lnTo>
                  <a:lnTo>
                    <a:pt x="867967" y="9648"/>
                  </a:lnTo>
                  <a:lnTo>
                    <a:pt x="825348" y="11322"/>
                  </a:lnTo>
                  <a:lnTo>
                    <a:pt x="780601" y="13122"/>
                  </a:lnTo>
                  <a:lnTo>
                    <a:pt x="734305" y="15012"/>
                  </a:lnTo>
                  <a:lnTo>
                    <a:pt x="687236" y="16947"/>
                  </a:lnTo>
                  <a:lnTo>
                    <a:pt x="640270" y="18876"/>
                  </a:lnTo>
                  <a:lnTo>
                    <a:pt x="594271" y="20749"/>
                  </a:lnTo>
                  <a:lnTo>
                    <a:pt x="549977" y="22523"/>
                  </a:lnTo>
                  <a:lnTo>
                    <a:pt x="507909" y="24163"/>
                  </a:lnTo>
                  <a:lnTo>
                    <a:pt x="468319" y="25648"/>
                  </a:lnTo>
                  <a:lnTo>
                    <a:pt x="431159" y="26968"/>
                  </a:lnTo>
                  <a:lnTo>
                    <a:pt x="404090" y="27869"/>
                  </a:lnTo>
                  <a:lnTo>
                    <a:pt x="363767" y="29086"/>
                  </a:lnTo>
                  <a:lnTo>
                    <a:pt x="324623" y="30087"/>
                  </a:lnTo>
                  <a:lnTo>
                    <a:pt x="284892" y="30904"/>
                  </a:lnTo>
                  <a:lnTo>
                    <a:pt x="242835" y="31576"/>
                  </a:lnTo>
                  <a:lnTo>
                    <a:pt x="197393" y="32130"/>
                  </a:lnTo>
                  <a:lnTo>
                    <a:pt x="148975" y="32584"/>
                  </a:lnTo>
                  <a:lnTo>
                    <a:pt x="100325" y="32939"/>
                  </a:lnTo>
                  <a:lnTo>
                    <a:pt x="56678" y="33195"/>
                  </a:lnTo>
                  <a:lnTo>
                    <a:pt x="24075" y="33351"/>
                  </a:lnTo>
                  <a:lnTo>
                    <a:pt x="5918" y="33423"/>
                  </a:lnTo>
                  <a:lnTo>
                    <a:pt x="256" y="33442"/>
                  </a:lnTo>
                  <a:lnTo>
                    <a:pt x="0" y="3344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2050472" y="3151897"/>
              <a:ext cx="1385454" cy="66886"/>
            </a:xfrm>
            <a:custGeom>
              <a:avLst/>
              <a:pathLst>
                <a:path w="1385454" h="66886">
                  <a:moveTo>
                    <a:pt x="0" y="66886"/>
                  </a:moveTo>
                  <a:lnTo>
                    <a:pt x="1795" y="66881"/>
                  </a:lnTo>
                  <a:lnTo>
                    <a:pt x="12910" y="66840"/>
                  </a:lnTo>
                  <a:lnTo>
                    <a:pt x="38198" y="66730"/>
                  </a:lnTo>
                  <a:lnTo>
                    <a:pt x="76837" y="66527"/>
                  </a:lnTo>
                  <a:lnTo>
                    <a:pt x="123683" y="66223"/>
                  </a:lnTo>
                  <a:lnTo>
                    <a:pt x="172734" y="65819"/>
                  </a:lnTo>
                  <a:lnTo>
                    <a:pt x="219888" y="65318"/>
                  </a:lnTo>
                  <a:lnTo>
                    <a:pt x="263626" y="64709"/>
                  </a:lnTo>
                  <a:lnTo>
                    <a:pt x="304364" y="63971"/>
                  </a:lnTo>
                  <a:lnTo>
                    <a:pt x="343577" y="63070"/>
                  </a:lnTo>
                  <a:lnTo>
                    <a:pt x="383097" y="61968"/>
                  </a:lnTo>
                  <a:lnTo>
                    <a:pt x="404090" y="61313"/>
                  </a:lnTo>
                  <a:lnTo>
                    <a:pt x="439607" y="60119"/>
                  </a:lnTo>
                  <a:lnTo>
                    <a:pt x="477313" y="58760"/>
                  </a:lnTo>
                  <a:lnTo>
                    <a:pt x="517487" y="57238"/>
                  </a:lnTo>
                  <a:lnTo>
                    <a:pt x="560106" y="55564"/>
                  </a:lnTo>
                  <a:lnTo>
                    <a:pt x="604853" y="53764"/>
                  </a:lnTo>
                  <a:lnTo>
                    <a:pt x="651149" y="51874"/>
                  </a:lnTo>
                  <a:lnTo>
                    <a:pt x="698218" y="49939"/>
                  </a:lnTo>
                  <a:lnTo>
                    <a:pt x="745184" y="48010"/>
                  </a:lnTo>
                  <a:lnTo>
                    <a:pt x="791183" y="46137"/>
                  </a:lnTo>
                  <a:lnTo>
                    <a:pt x="835477" y="44363"/>
                  </a:lnTo>
                  <a:lnTo>
                    <a:pt x="877545" y="42723"/>
                  </a:lnTo>
                  <a:lnTo>
                    <a:pt x="917135" y="41238"/>
                  </a:lnTo>
                  <a:lnTo>
                    <a:pt x="954294" y="39918"/>
                  </a:lnTo>
                  <a:lnTo>
                    <a:pt x="981363" y="39017"/>
                  </a:lnTo>
                  <a:lnTo>
                    <a:pt x="1021686" y="37799"/>
                  </a:lnTo>
                  <a:lnTo>
                    <a:pt x="1060830" y="36799"/>
                  </a:lnTo>
                  <a:lnTo>
                    <a:pt x="1100562" y="35982"/>
                  </a:lnTo>
                  <a:lnTo>
                    <a:pt x="1142618" y="35310"/>
                  </a:lnTo>
                  <a:lnTo>
                    <a:pt x="1188061" y="34756"/>
                  </a:lnTo>
                  <a:lnTo>
                    <a:pt x="1236478" y="34302"/>
                  </a:lnTo>
                  <a:lnTo>
                    <a:pt x="1285129" y="33946"/>
                  </a:lnTo>
                  <a:lnTo>
                    <a:pt x="1328776" y="33691"/>
                  </a:lnTo>
                  <a:lnTo>
                    <a:pt x="1361379" y="33535"/>
                  </a:lnTo>
                  <a:lnTo>
                    <a:pt x="1379535" y="33463"/>
                  </a:lnTo>
                  <a:lnTo>
                    <a:pt x="1385197" y="33444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3659" y="5"/>
                  </a:lnTo>
                  <a:lnTo>
                    <a:pt x="1372544" y="46"/>
                  </a:lnTo>
                  <a:lnTo>
                    <a:pt x="1347256" y="156"/>
                  </a:lnTo>
                  <a:lnTo>
                    <a:pt x="1308617" y="359"/>
                  </a:lnTo>
                  <a:lnTo>
                    <a:pt x="1261770" y="663"/>
                  </a:lnTo>
                  <a:lnTo>
                    <a:pt x="1212720" y="1067"/>
                  </a:lnTo>
                  <a:lnTo>
                    <a:pt x="1165565" y="1568"/>
                  </a:lnTo>
                  <a:lnTo>
                    <a:pt x="1121827" y="2176"/>
                  </a:lnTo>
                  <a:lnTo>
                    <a:pt x="1081089" y="2915"/>
                  </a:lnTo>
                  <a:lnTo>
                    <a:pt x="1041877" y="3816"/>
                  </a:lnTo>
                  <a:lnTo>
                    <a:pt x="1002356" y="4918"/>
                  </a:lnTo>
                  <a:lnTo>
                    <a:pt x="981363" y="5573"/>
                  </a:lnTo>
                  <a:lnTo>
                    <a:pt x="945846" y="6767"/>
                  </a:lnTo>
                  <a:lnTo>
                    <a:pt x="908141" y="8125"/>
                  </a:lnTo>
                  <a:lnTo>
                    <a:pt x="867967" y="9648"/>
                  </a:lnTo>
                  <a:lnTo>
                    <a:pt x="825348" y="11322"/>
                  </a:lnTo>
                  <a:lnTo>
                    <a:pt x="780601" y="13122"/>
                  </a:lnTo>
                  <a:lnTo>
                    <a:pt x="734305" y="15012"/>
                  </a:lnTo>
                  <a:lnTo>
                    <a:pt x="687236" y="16947"/>
                  </a:lnTo>
                  <a:lnTo>
                    <a:pt x="640270" y="18876"/>
                  </a:lnTo>
                  <a:lnTo>
                    <a:pt x="594271" y="20749"/>
                  </a:lnTo>
                  <a:lnTo>
                    <a:pt x="549977" y="22523"/>
                  </a:lnTo>
                  <a:lnTo>
                    <a:pt x="507909" y="24163"/>
                  </a:lnTo>
                  <a:lnTo>
                    <a:pt x="468319" y="25648"/>
                  </a:lnTo>
                  <a:lnTo>
                    <a:pt x="431159" y="26968"/>
                  </a:lnTo>
                  <a:lnTo>
                    <a:pt x="404090" y="27869"/>
                  </a:lnTo>
                  <a:lnTo>
                    <a:pt x="363767" y="29086"/>
                  </a:lnTo>
                  <a:lnTo>
                    <a:pt x="324623" y="30087"/>
                  </a:lnTo>
                  <a:lnTo>
                    <a:pt x="284892" y="30904"/>
                  </a:lnTo>
                  <a:lnTo>
                    <a:pt x="242835" y="31576"/>
                  </a:lnTo>
                  <a:lnTo>
                    <a:pt x="197393" y="32130"/>
                  </a:lnTo>
                  <a:lnTo>
                    <a:pt x="148975" y="32584"/>
                  </a:lnTo>
                  <a:lnTo>
                    <a:pt x="100325" y="32939"/>
                  </a:lnTo>
                  <a:lnTo>
                    <a:pt x="56678" y="33195"/>
                  </a:lnTo>
                  <a:lnTo>
                    <a:pt x="24075" y="33351"/>
                  </a:lnTo>
                  <a:lnTo>
                    <a:pt x="5918" y="33423"/>
                  </a:lnTo>
                  <a:lnTo>
                    <a:pt x="256" y="33442"/>
                  </a:lnTo>
                  <a:lnTo>
                    <a:pt x="0" y="3344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2050472" y="4255531"/>
              <a:ext cx="1385454" cy="367878"/>
            </a:xfrm>
            <a:custGeom>
              <a:avLst/>
              <a:pathLst>
                <a:path w="1385454" h="367878">
                  <a:moveTo>
                    <a:pt x="0" y="33443"/>
                  </a:moveTo>
                  <a:lnTo>
                    <a:pt x="1770" y="33499"/>
                  </a:lnTo>
                  <a:lnTo>
                    <a:pt x="12744" y="33899"/>
                  </a:lnTo>
                  <a:lnTo>
                    <a:pt x="37744" y="34982"/>
                  </a:lnTo>
                  <a:lnTo>
                    <a:pt x="76023" y="36989"/>
                  </a:lnTo>
                  <a:lnTo>
                    <a:pt x="122547" y="39999"/>
                  </a:lnTo>
                  <a:lnTo>
                    <a:pt x="171377" y="43989"/>
                  </a:lnTo>
                  <a:lnTo>
                    <a:pt x="218404" y="48948"/>
                  </a:lnTo>
                  <a:lnTo>
                    <a:pt x="262059" y="54965"/>
                  </a:lnTo>
                  <a:lnTo>
                    <a:pt x="302701" y="62254"/>
                  </a:lnTo>
                  <a:lnTo>
                    <a:pt x="341759" y="71145"/>
                  </a:lnTo>
                  <a:lnTo>
                    <a:pt x="381040" y="82013"/>
                  </a:lnTo>
                  <a:lnTo>
                    <a:pt x="404090" y="89182"/>
                  </a:lnTo>
                  <a:lnTo>
                    <a:pt x="438374" y="100688"/>
                  </a:lnTo>
                  <a:lnTo>
                    <a:pt x="474687" y="113732"/>
                  </a:lnTo>
                  <a:lnTo>
                    <a:pt x="513298" y="128310"/>
                  </a:lnTo>
                  <a:lnTo>
                    <a:pt x="554209" y="144320"/>
                  </a:lnTo>
                  <a:lnTo>
                    <a:pt x="597162" y="161550"/>
                  </a:lnTo>
                  <a:lnTo>
                    <a:pt x="641669" y="179685"/>
                  </a:lnTo>
                  <a:lnTo>
                    <a:pt x="687057" y="198328"/>
                  </a:lnTo>
                  <a:lnTo>
                    <a:pt x="732544" y="217027"/>
                  </a:lnTo>
                  <a:lnTo>
                    <a:pt x="777339" y="235329"/>
                  </a:lnTo>
                  <a:lnTo>
                    <a:pt x="820733" y="252817"/>
                  </a:lnTo>
                  <a:lnTo>
                    <a:pt x="862185" y="269154"/>
                  </a:lnTo>
                  <a:lnTo>
                    <a:pt x="901378" y="284102"/>
                  </a:lnTo>
                  <a:lnTo>
                    <a:pt x="938249" y="297532"/>
                  </a:lnTo>
                  <a:lnTo>
                    <a:pt x="972998" y="309416"/>
                  </a:lnTo>
                  <a:lnTo>
                    <a:pt x="981363" y="312139"/>
                  </a:lnTo>
                  <a:lnTo>
                    <a:pt x="1021503" y="324261"/>
                  </a:lnTo>
                  <a:lnTo>
                    <a:pt x="1060466" y="334233"/>
                  </a:lnTo>
                  <a:lnTo>
                    <a:pt x="1099995" y="342387"/>
                  </a:lnTo>
                  <a:lnTo>
                    <a:pt x="1141806" y="349092"/>
                  </a:lnTo>
                  <a:lnTo>
                    <a:pt x="1186964" y="354634"/>
                  </a:lnTo>
                  <a:lnTo>
                    <a:pt x="1235104" y="359171"/>
                  </a:lnTo>
                  <a:lnTo>
                    <a:pt x="1283589" y="362743"/>
                  </a:lnTo>
                  <a:lnTo>
                    <a:pt x="1327315" y="365319"/>
                  </a:lnTo>
                  <a:lnTo>
                    <a:pt x="1360296" y="366909"/>
                  </a:lnTo>
                  <a:lnTo>
                    <a:pt x="1379005" y="367660"/>
                  </a:lnTo>
                  <a:lnTo>
                    <a:pt x="1385115" y="367868"/>
                  </a:lnTo>
                  <a:lnTo>
                    <a:pt x="1385454" y="367878"/>
                  </a:lnTo>
                  <a:lnTo>
                    <a:pt x="1385454" y="334434"/>
                  </a:lnTo>
                  <a:lnTo>
                    <a:pt x="1383683" y="334379"/>
                  </a:lnTo>
                  <a:lnTo>
                    <a:pt x="1372709" y="333979"/>
                  </a:lnTo>
                  <a:lnTo>
                    <a:pt x="1347709" y="332895"/>
                  </a:lnTo>
                  <a:lnTo>
                    <a:pt x="1309431" y="330888"/>
                  </a:lnTo>
                  <a:lnTo>
                    <a:pt x="1262906" y="327878"/>
                  </a:lnTo>
                  <a:lnTo>
                    <a:pt x="1214076" y="323889"/>
                  </a:lnTo>
                  <a:lnTo>
                    <a:pt x="1167050" y="318929"/>
                  </a:lnTo>
                  <a:lnTo>
                    <a:pt x="1123395" y="312912"/>
                  </a:lnTo>
                  <a:lnTo>
                    <a:pt x="1082752" y="305623"/>
                  </a:lnTo>
                  <a:lnTo>
                    <a:pt x="1043694" y="296732"/>
                  </a:lnTo>
                  <a:lnTo>
                    <a:pt x="1004414" y="285864"/>
                  </a:lnTo>
                  <a:lnTo>
                    <a:pt x="981363" y="278695"/>
                  </a:lnTo>
                  <a:lnTo>
                    <a:pt x="947080" y="267189"/>
                  </a:lnTo>
                  <a:lnTo>
                    <a:pt x="910766" y="254145"/>
                  </a:lnTo>
                  <a:lnTo>
                    <a:pt x="872155" y="239567"/>
                  </a:lnTo>
                  <a:lnTo>
                    <a:pt x="831245" y="223558"/>
                  </a:lnTo>
                  <a:lnTo>
                    <a:pt x="788291" y="206328"/>
                  </a:lnTo>
                  <a:lnTo>
                    <a:pt x="743784" y="188192"/>
                  </a:lnTo>
                  <a:lnTo>
                    <a:pt x="698397" y="169550"/>
                  </a:lnTo>
                  <a:lnTo>
                    <a:pt x="652910" y="150850"/>
                  </a:lnTo>
                  <a:lnTo>
                    <a:pt x="608115" y="132548"/>
                  </a:lnTo>
                  <a:lnTo>
                    <a:pt x="564721" y="115060"/>
                  </a:lnTo>
                  <a:lnTo>
                    <a:pt x="523269" y="98723"/>
                  </a:lnTo>
                  <a:lnTo>
                    <a:pt x="484075" y="83775"/>
                  </a:lnTo>
                  <a:lnTo>
                    <a:pt x="447205" y="70345"/>
                  </a:lnTo>
                  <a:lnTo>
                    <a:pt x="412456" y="58461"/>
                  </a:lnTo>
                  <a:lnTo>
                    <a:pt x="404090" y="55739"/>
                  </a:lnTo>
                  <a:lnTo>
                    <a:pt x="363951" y="43616"/>
                  </a:lnTo>
                  <a:lnTo>
                    <a:pt x="324987" y="33645"/>
                  </a:lnTo>
                  <a:lnTo>
                    <a:pt x="285459" y="25491"/>
                  </a:lnTo>
                  <a:lnTo>
                    <a:pt x="243647" y="18785"/>
                  </a:lnTo>
                  <a:lnTo>
                    <a:pt x="198489" y="13243"/>
                  </a:lnTo>
                  <a:lnTo>
                    <a:pt x="150349" y="8706"/>
                  </a:lnTo>
                  <a:lnTo>
                    <a:pt x="101864" y="5134"/>
                  </a:lnTo>
                  <a:lnTo>
                    <a:pt x="58139" y="2558"/>
                  </a:lnTo>
                  <a:lnTo>
                    <a:pt x="25158" y="969"/>
                  </a:lnTo>
                  <a:lnTo>
                    <a:pt x="6449" y="217"/>
                  </a:lnTo>
                  <a:lnTo>
                    <a:pt x="339" y="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2050472" y="4288975"/>
              <a:ext cx="1385454" cy="367878"/>
            </a:xfrm>
            <a:custGeom>
              <a:avLst/>
              <a:pathLst>
                <a:path w="1385454" h="367878">
                  <a:moveTo>
                    <a:pt x="0" y="33443"/>
                  </a:moveTo>
                  <a:lnTo>
                    <a:pt x="1770" y="33499"/>
                  </a:lnTo>
                  <a:lnTo>
                    <a:pt x="12744" y="33899"/>
                  </a:lnTo>
                  <a:lnTo>
                    <a:pt x="37744" y="34982"/>
                  </a:lnTo>
                  <a:lnTo>
                    <a:pt x="76023" y="36989"/>
                  </a:lnTo>
                  <a:lnTo>
                    <a:pt x="122547" y="39999"/>
                  </a:lnTo>
                  <a:lnTo>
                    <a:pt x="171377" y="43989"/>
                  </a:lnTo>
                  <a:lnTo>
                    <a:pt x="218404" y="48948"/>
                  </a:lnTo>
                  <a:lnTo>
                    <a:pt x="262059" y="54965"/>
                  </a:lnTo>
                  <a:lnTo>
                    <a:pt x="302701" y="62254"/>
                  </a:lnTo>
                  <a:lnTo>
                    <a:pt x="341759" y="71145"/>
                  </a:lnTo>
                  <a:lnTo>
                    <a:pt x="381040" y="82013"/>
                  </a:lnTo>
                  <a:lnTo>
                    <a:pt x="404090" y="89182"/>
                  </a:lnTo>
                  <a:lnTo>
                    <a:pt x="438374" y="100688"/>
                  </a:lnTo>
                  <a:lnTo>
                    <a:pt x="474687" y="113732"/>
                  </a:lnTo>
                  <a:lnTo>
                    <a:pt x="513298" y="128310"/>
                  </a:lnTo>
                  <a:lnTo>
                    <a:pt x="554209" y="144320"/>
                  </a:lnTo>
                  <a:lnTo>
                    <a:pt x="597162" y="161550"/>
                  </a:lnTo>
                  <a:lnTo>
                    <a:pt x="641669" y="179685"/>
                  </a:lnTo>
                  <a:lnTo>
                    <a:pt x="687057" y="198328"/>
                  </a:lnTo>
                  <a:lnTo>
                    <a:pt x="732544" y="217027"/>
                  </a:lnTo>
                  <a:lnTo>
                    <a:pt x="777339" y="235329"/>
                  </a:lnTo>
                  <a:lnTo>
                    <a:pt x="820733" y="252817"/>
                  </a:lnTo>
                  <a:lnTo>
                    <a:pt x="862185" y="269154"/>
                  </a:lnTo>
                  <a:lnTo>
                    <a:pt x="901378" y="284102"/>
                  </a:lnTo>
                  <a:lnTo>
                    <a:pt x="938249" y="297532"/>
                  </a:lnTo>
                  <a:lnTo>
                    <a:pt x="972998" y="309416"/>
                  </a:lnTo>
                  <a:lnTo>
                    <a:pt x="981363" y="312139"/>
                  </a:lnTo>
                  <a:lnTo>
                    <a:pt x="1021503" y="324261"/>
                  </a:lnTo>
                  <a:lnTo>
                    <a:pt x="1060466" y="334233"/>
                  </a:lnTo>
                  <a:lnTo>
                    <a:pt x="1099995" y="342387"/>
                  </a:lnTo>
                  <a:lnTo>
                    <a:pt x="1141806" y="349092"/>
                  </a:lnTo>
                  <a:lnTo>
                    <a:pt x="1186964" y="354634"/>
                  </a:lnTo>
                  <a:lnTo>
                    <a:pt x="1235104" y="359171"/>
                  </a:lnTo>
                  <a:lnTo>
                    <a:pt x="1283589" y="362743"/>
                  </a:lnTo>
                  <a:lnTo>
                    <a:pt x="1327315" y="365319"/>
                  </a:lnTo>
                  <a:lnTo>
                    <a:pt x="1360296" y="366909"/>
                  </a:lnTo>
                  <a:lnTo>
                    <a:pt x="1379005" y="367660"/>
                  </a:lnTo>
                  <a:lnTo>
                    <a:pt x="1385115" y="367868"/>
                  </a:lnTo>
                  <a:lnTo>
                    <a:pt x="1385454" y="367878"/>
                  </a:lnTo>
                  <a:lnTo>
                    <a:pt x="1385454" y="334434"/>
                  </a:lnTo>
                  <a:lnTo>
                    <a:pt x="1383683" y="334379"/>
                  </a:lnTo>
                  <a:lnTo>
                    <a:pt x="1372709" y="333979"/>
                  </a:lnTo>
                  <a:lnTo>
                    <a:pt x="1347709" y="332895"/>
                  </a:lnTo>
                  <a:lnTo>
                    <a:pt x="1309431" y="330888"/>
                  </a:lnTo>
                  <a:lnTo>
                    <a:pt x="1262906" y="327878"/>
                  </a:lnTo>
                  <a:lnTo>
                    <a:pt x="1214076" y="323889"/>
                  </a:lnTo>
                  <a:lnTo>
                    <a:pt x="1167050" y="318929"/>
                  </a:lnTo>
                  <a:lnTo>
                    <a:pt x="1123395" y="312912"/>
                  </a:lnTo>
                  <a:lnTo>
                    <a:pt x="1082752" y="305623"/>
                  </a:lnTo>
                  <a:lnTo>
                    <a:pt x="1043694" y="296732"/>
                  </a:lnTo>
                  <a:lnTo>
                    <a:pt x="1004414" y="285864"/>
                  </a:lnTo>
                  <a:lnTo>
                    <a:pt x="981363" y="278695"/>
                  </a:lnTo>
                  <a:lnTo>
                    <a:pt x="947080" y="267189"/>
                  </a:lnTo>
                  <a:lnTo>
                    <a:pt x="910766" y="254145"/>
                  </a:lnTo>
                  <a:lnTo>
                    <a:pt x="872155" y="239567"/>
                  </a:lnTo>
                  <a:lnTo>
                    <a:pt x="831245" y="223558"/>
                  </a:lnTo>
                  <a:lnTo>
                    <a:pt x="788291" y="206328"/>
                  </a:lnTo>
                  <a:lnTo>
                    <a:pt x="743784" y="188192"/>
                  </a:lnTo>
                  <a:lnTo>
                    <a:pt x="698397" y="169550"/>
                  </a:lnTo>
                  <a:lnTo>
                    <a:pt x="652910" y="150850"/>
                  </a:lnTo>
                  <a:lnTo>
                    <a:pt x="608115" y="132548"/>
                  </a:lnTo>
                  <a:lnTo>
                    <a:pt x="564721" y="115060"/>
                  </a:lnTo>
                  <a:lnTo>
                    <a:pt x="523269" y="98723"/>
                  </a:lnTo>
                  <a:lnTo>
                    <a:pt x="484075" y="83775"/>
                  </a:lnTo>
                  <a:lnTo>
                    <a:pt x="447205" y="70345"/>
                  </a:lnTo>
                  <a:lnTo>
                    <a:pt x="412456" y="58461"/>
                  </a:lnTo>
                  <a:lnTo>
                    <a:pt x="404090" y="55739"/>
                  </a:lnTo>
                  <a:lnTo>
                    <a:pt x="363951" y="43616"/>
                  </a:lnTo>
                  <a:lnTo>
                    <a:pt x="324987" y="33645"/>
                  </a:lnTo>
                  <a:lnTo>
                    <a:pt x="285459" y="25491"/>
                  </a:lnTo>
                  <a:lnTo>
                    <a:pt x="243647" y="18785"/>
                  </a:lnTo>
                  <a:lnTo>
                    <a:pt x="198489" y="13243"/>
                  </a:lnTo>
                  <a:lnTo>
                    <a:pt x="150349" y="8706"/>
                  </a:lnTo>
                  <a:lnTo>
                    <a:pt x="101864" y="5134"/>
                  </a:lnTo>
                  <a:lnTo>
                    <a:pt x="58139" y="2558"/>
                  </a:lnTo>
                  <a:lnTo>
                    <a:pt x="25158" y="969"/>
                  </a:lnTo>
                  <a:lnTo>
                    <a:pt x="6449" y="217"/>
                  </a:lnTo>
                  <a:lnTo>
                    <a:pt x="339" y="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2050472" y="3185340"/>
              <a:ext cx="1385454" cy="66886"/>
            </a:xfrm>
            <a:custGeom>
              <a:avLst/>
              <a:pathLst>
                <a:path w="1385454" h="66886">
                  <a:moveTo>
                    <a:pt x="0" y="66886"/>
                  </a:moveTo>
                  <a:lnTo>
                    <a:pt x="1795" y="66881"/>
                  </a:lnTo>
                  <a:lnTo>
                    <a:pt x="12910" y="66840"/>
                  </a:lnTo>
                  <a:lnTo>
                    <a:pt x="38198" y="66730"/>
                  </a:lnTo>
                  <a:lnTo>
                    <a:pt x="76837" y="66527"/>
                  </a:lnTo>
                  <a:lnTo>
                    <a:pt x="123683" y="66223"/>
                  </a:lnTo>
                  <a:lnTo>
                    <a:pt x="172734" y="65819"/>
                  </a:lnTo>
                  <a:lnTo>
                    <a:pt x="219888" y="65318"/>
                  </a:lnTo>
                  <a:lnTo>
                    <a:pt x="263626" y="64709"/>
                  </a:lnTo>
                  <a:lnTo>
                    <a:pt x="304364" y="63971"/>
                  </a:lnTo>
                  <a:lnTo>
                    <a:pt x="343577" y="63070"/>
                  </a:lnTo>
                  <a:lnTo>
                    <a:pt x="383097" y="61968"/>
                  </a:lnTo>
                  <a:lnTo>
                    <a:pt x="404090" y="61313"/>
                  </a:lnTo>
                  <a:lnTo>
                    <a:pt x="439607" y="60119"/>
                  </a:lnTo>
                  <a:lnTo>
                    <a:pt x="477313" y="58760"/>
                  </a:lnTo>
                  <a:lnTo>
                    <a:pt x="517487" y="57238"/>
                  </a:lnTo>
                  <a:lnTo>
                    <a:pt x="560106" y="55564"/>
                  </a:lnTo>
                  <a:lnTo>
                    <a:pt x="604853" y="53764"/>
                  </a:lnTo>
                  <a:lnTo>
                    <a:pt x="651149" y="51874"/>
                  </a:lnTo>
                  <a:lnTo>
                    <a:pt x="698218" y="49939"/>
                  </a:lnTo>
                  <a:lnTo>
                    <a:pt x="745184" y="48010"/>
                  </a:lnTo>
                  <a:lnTo>
                    <a:pt x="791183" y="46137"/>
                  </a:lnTo>
                  <a:lnTo>
                    <a:pt x="835477" y="44363"/>
                  </a:lnTo>
                  <a:lnTo>
                    <a:pt x="877545" y="42723"/>
                  </a:lnTo>
                  <a:lnTo>
                    <a:pt x="917135" y="41238"/>
                  </a:lnTo>
                  <a:lnTo>
                    <a:pt x="954294" y="39918"/>
                  </a:lnTo>
                  <a:lnTo>
                    <a:pt x="981363" y="39017"/>
                  </a:lnTo>
                  <a:lnTo>
                    <a:pt x="1021686" y="37799"/>
                  </a:lnTo>
                  <a:lnTo>
                    <a:pt x="1060830" y="36799"/>
                  </a:lnTo>
                  <a:lnTo>
                    <a:pt x="1100562" y="35982"/>
                  </a:lnTo>
                  <a:lnTo>
                    <a:pt x="1142618" y="35310"/>
                  </a:lnTo>
                  <a:lnTo>
                    <a:pt x="1188061" y="34756"/>
                  </a:lnTo>
                  <a:lnTo>
                    <a:pt x="1236478" y="34302"/>
                  </a:lnTo>
                  <a:lnTo>
                    <a:pt x="1285129" y="33946"/>
                  </a:lnTo>
                  <a:lnTo>
                    <a:pt x="1328776" y="33691"/>
                  </a:lnTo>
                  <a:lnTo>
                    <a:pt x="1361379" y="33535"/>
                  </a:lnTo>
                  <a:lnTo>
                    <a:pt x="1379535" y="33463"/>
                  </a:lnTo>
                  <a:lnTo>
                    <a:pt x="1385197" y="33444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3659" y="5"/>
                  </a:lnTo>
                  <a:lnTo>
                    <a:pt x="1372544" y="46"/>
                  </a:lnTo>
                  <a:lnTo>
                    <a:pt x="1347256" y="156"/>
                  </a:lnTo>
                  <a:lnTo>
                    <a:pt x="1308617" y="359"/>
                  </a:lnTo>
                  <a:lnTo>
                    <a:pt x="1261770" y="663"/>
                  </a:lnTo>
                  <a:lnTo>
                    <a:pt x="1212720" y="1067"/>
                  </a:lnTo>
                  <a:lnTo>
                    <a:pt x="1165565" y="1568"/>
                  </a:lnTo>
                  <a:lnTo>
                    <a:pt x="1121827" y="2176"/>
                  </a:lnTo>
                  <a:lnTo>
                    <a:pt x="1081089" y="2915"/>
                  </a:lnTo>
                  <a:lnTo>
                    <a:pt x="1041877" y="3816"/>
                  </a:lnTo>
                  <a:lnTo>
                    <a:pt x="1002356" y="4918"/>
                  </a:lnTo>
                  <a:lnTo>
                    <a:pt x="981363" y="5573"/>
                  </a:lnTo>
                  <a:lnTo>
                    <a:pt x="945846" y="6767"/>
                  </a:lnTo>
                  <a:lnTo>
                    <a:pt x="908141" y="8125"/>
                  </a:lnTo>
                  <a:lnTo>
                    <a:pt x="867967" y="9648"/>
                  </a:lnTo>
                  <a:lnTo>
                    <a:pt x="825348" y="11322"/>
                  </a:lnTo>
                  <a:lnTo>
                    <a:pt x="780601" y="13122"/>
                  </a:lnTo>
                  <a:lnTo>
                    <a:pt x="734305" y="15012"/>
                  </a:lnTo>
                  <a:lnTo>
                    <a:pt x="687236" y="16947"/>
                  </a:lnTo>
                  <a:lnTo>
                    <a:pt x="640270" y="18876"/>
                  </a:lnTo>
                  <a:lnTo>
                    <a:pt x="594271" y="20749"/>
                  </a:lnTo>
                  <a:lnTo>
                    <a:pt x="549977" y="22523"/>
                  </a:lnTo>
                  <a:lnTo>
                    <a:pt x="507909" y="24163"/>
                  </a:lnTo>
                  <a:lnTo>
                    <a:pt x="468319" y="25648"/>
                  </a:lnTo>
                  <a:lnTo>
                    <a:pt x="431159" y="26968"/>
                  </a:lnTo>
                  <a:lnTo>
                    <a:pt x="404090" y="27869"/>
                  </a:lnTo>
                  <a:lnTo>
                    <a:pt x="363767" y="29086"/>
                  </a:lnTo>
                  <a:lnTo>
                    <a:pt x="324623" y="30087"/>
                  </a:lnTo>
                  <a:lnTo>
                    <a:pt x="284892" y="30904"/>
                  </a:lnTo>
                  <a:lnTo>
                    <a:pt x="242835" y="31576"/>
                  </a:lnTo>
                  <a:lnTo>
                    <a:pt x="197393" y="32130"/>
                  </a:lnTo>
                  <a:lnTo>
                    <a:pt x="148975" y="32584"/>
                  </a:lnTo>
                  <a:lnTo>
                    <a:pt x="100325" y="32939"/>
                  </a:lnTo>
                  <a:lnTo>
                    <a:pt x="56678" y="33195"/>
                  </a:lnTo>
                  <a:lnTo>
                    <a:pt x="24075" y="33351"/>
                  </a:lnTo>
                  <a:lnTo>
                    <a:pt x="5918" y="33423"/>
                  </a:lnTo>
                  <a:lnTo>
                    <a:pt x="256" y="33442"/>
                  </a:lnTo>
                  <a:lnTo>
                    <a:pt x="0" y="3344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2050472" y="3218784"/>
              <a:ext cx="1385454" cy="66886"/>
            </a:xfrm>
            <a:custGeom>
              <a:avLst/>
              <a:pathLst>
                <a:path w="1385454" h="66886">
                  <a:moveTo>
                    <a:pt x="0" y="66886"/>
                  </a:moveTo>
                  <a:lnTo>
                    <a:pt x="1795" y="66881"/>
                  </a:lnTo>
                  <a:lnTo>
                    <a:pt x="12910" y="66840"/>
                  </a:lnTo>
                  <a:lnTo>
                    <a:pt x="38198" y="66730"/>
                  </a:lnTo>
                  <a:lnTo>
                    <a:pt x="76837" y="66527"/>
                  </a:lnTo>
                  <a:lnTo>
                    <a:pt x="123683" y="66223"/>
                  </a:lnTo>
                  <a:lnTo>
                    <a:pt x="172734" y="65819"/>
                  </a:lnTo>
                  <a:lnTo>
                    <a:pt x="219888" y="65318"/>
                  </a:lnTo>
                  <a:lnTo>
                    <a:pt x="263626" y="64709"/>
                  </a:lnTo>
                  <a:lnTo>
                    <a:pt x="304364" y="63971"/>
                  </a:lnTo>
                  <a:lnTo>
                    <a:pt x="343577" y="63070"/>
                  </a:lnTo>
                  <a:lnTo>
                    <a:pt x="383097" y="61968"/>
                  </a:lnTo>
                  <a:lnTo>
                    <a:pt x="404090" y="61313"/>
                  </a:lnTo>
                  <a:lnTo>
                    <a:pt x="439607" y="60119"/>
                  </a:lnTo>
                  <a:lnTo>
                    <a:pt x="477313" y="58760"/>
                  </a:lnTo>
                  <a:lnTo>
                    <a:pt x="517487" y="57238"/>
                  </a:lnTo>
                  <a:lnTo>
                    <a:pt x="560106" y="55564"/>
                  </a:lnTo>
                  <a:lnTo>
                    <a:pt x="604853" y="53764"/>
                  </a:lnTo>
                  <a:lnTo>
                    <a:pt x="651149" y="51874"/>
                  </a:lnTo>
                  <a:lnTo>
                    <a:pt x="698218" y="49939"/>
                  </a:lnTo>
                  <a:lnTo>
                    <a:pt x="745184" y="48010"/>
                  </a:lnTo>
                  <a:lnTo>
                    <a:pt x="791183" y="46137"/>
                  </a:lnTo>
                  <a:lnTo>
                    <a:pt x="835477" y="44363"/>
                  </a:lnTo>
                  <a:lnTo>
                    <a:pt x="877545" y="42723"/>
                  </a:lnTo>
                  <a:lnTo>
                    <a:pt x="917135" y="41238"/>
                  </a:lnTo>
                  <a:lnTo>
                    <a:pt x="954294" y="39918"/>
                  </a:lnTo>
                  <a:lnTo>
                    <a:pt x="981363" y="39017"/>
                  </a:lnTo>
                  <a:lnTo>
                    <a:pt x="1021686" y="37799"/>
                  </a:lnTo>
                  <a:lnTo>
                    <a:pt x="1060830" y="36799"/>
                  </a:lnTo>
                  <a:lnTo>
                    <a:pt x="1100562" y="35982"/>
                  </a:lnTo>
                  <a:lnTo>
                    <a:pt x="1142618" y="35310"/>
                  </a:lnTo>
                  <a:lnTo>
                    <a:pt x="1188061" y="34756"/>
                  </a:lnTo>
                  <a:lnTo>
                    <a:pt x="1236478" y="34302"/>
                  </a:lnTo>
                  <a:lnTo>
                    <a:pt x="1285129" y="33946"/>
                  </a:lnTo>
                  <a:lnTo>
                    <a:pt x="1328776" y="33691"/>
                  </a:lnTo>
                  <a:lnTo>
                    <a:pt x="1361379" y="33535"/>
                  </a:lnTo>
                  <a:lnTo>
                    <a:pt x="1379535" y="33463"/>
                  </a:lnTo>
                  <a:lnTo>
                    <a:pt x="1385197" y="33444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3659" y="5"/>
                  </a:lnTo>
                  <a:lnTo>
                    <a:pt x="1372544" y="46"/>
                  </a:lnTo>
                  <a:lnTo>
                    <a:pt x="1347256" y="156"/>
                  </a:lnTo>
                  <a:lnTo>
                    <a:pt x="1308617" y="359"/>
                  </a:lnTo>
                  <a:lnTo>
                    <a:pt x="1261770" y="663"/>
                  </a:lnTo>
                  <a:lnTo>
                    <a:pt x="1212720" y="1067"/>
                  </a:lnTo>
                  <a:lnTo>
                    <a:pt x="1165565" y="1568"/>
                  </a:lnTo>
                  <a:lnTo>
                    <a:pt x="1121827" y="2176"/>
                  </a:lnTo>
                  <a:lnTo>
                    <a:pt x="1081089" y="2915"/>
                  </a:lnTo>
                  <a:lnTo>
                    <a:pt x="1041877" y="3816"/>
                  </a:lnTo>
                  <a:lnTo>
                    <a:pt x="1002356" y="4918"/>
                  </a:lnTo>
                  <a:lnTo>
                    <a:pt x="981363" y="5573"/>
                  </a:lnTo>
                  <a:lnTo>
                    <a:pt x="945846" y="6767"/>
                  </a:lnTo>
                  <a:lnTo>
                    <a:pt x="908141" y="8125"/>
                  </a:lnTo>
                  <a:lnTo>
                    <a:pt x="867967" y="9648"/>
                  </a:lnTo>
                  <a:lnTo>
                    <a:pt x="825348" y="11322"/>
                  </a:lnTo>
                  <a:lnTo>
                    <a:pt x="780601" y="13122"/>
                  </a:lnTo>
                  <a:lnTo>
                    <a:pt x="734305" y="15012"/>
                  </a:lnTo>
                  <a:lnTo>
                    <a:pt x="687236" y="16947"/>
                  </a:lnTo>
                  <a:lnTo>
                    <a:pt x="640270" y="18876"/>
                  </a:lnTo>
                  <a:lnTo>
                    <a:pt x="594271" y="20749"/>
                  </a:lnTo>
                  <a:lnTo>
                    <a:pt x="549977" y="22523"/>
                  </a:lnTo>
                  <a:lnTo>
                    <a:pt x="507909" y="24163"/>
                  </a:lnTo>
                  <a:lnTo>
                    <a:pt x="468319" y="25648"/>
                  </a:lnTo>
                  <a:lnTo>
                    <a:pt x="431159" y="26968"/>
                  </a:lnTo>
                  <a:lnTo>
                    <a:pt x="404090" y="27869"/>
                  </a:lnTo>
                  <a:lnTo>
                    <a:pt x="363767" y="29086"/>
                  </a:lnTo>
                  <a:lnTo>
                    <a:pt x="324623" y="30087"/>
                  </a:lnTo>
                  <a:lnTo>
                    <a:pt x="284892" y="30904"/>
                  </a:lnTo>
                  <a:lnTo>
                    <a:pt x="242835" y="31576"/>
                  </a:lnTo>
                  <a:lnTo>
                    <a:pt x="197393" y="32130"/>
                  </a:lnTo>
                  <a:lnTo>
                    <a:pt x="148975" y="32584"/>
                  </a:lnTo>
                  <a:lnTo>
                    <a:pt x="100325" y="32939"/>
                  </a:lnTo>
                  <a:lnTo>
                    <a:pt x="56678" y="33195"/>
                  </a:lnTo>
                  <a:lnTo>
                    <a:pt x="24075" y="33351"/>
                  </a:lnTo>
                  <a:lnTo>
                    <a:pt x="5918" y="33423"/>
                  </a:lnTo>
                  <a:lnTo>
                    <a:pt x="256" y="33442"/>
                  </a:lnTo>
                  <a:lnTo>
                    <a:pt x="0" y="3344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2050472" y="4824070"/>
              <a:ext cx="1385454" cy="902973"/>
            </a:xfrm>
            <a:custGeom>
              <a:avLst/>
              <a:pathLst>
                <a:path w="1385454" h="902973">
                  <a:moveTo>
                    <a:pt x="0" y="33443"/>
                  </a:moveTo>
                  <a:lnTo>
                    <a:pt x="1644" y="33577"/>
                  </a:lnTo>
                  <a:lnTo>
                    <a:pt x="11873" y="34539"/>
                  </a:lnTo>
                  <a:lnTo>
                    <a:pt x="35347" y="37154"/>
                  </a:lnTo>
                  <a:lnTo>
                    <a:pt x="71685" y="42020"/>
                  </a:lnTo>
                  <a:lnTo>
                    <a:pt x="116443" y="49360"/>
                  </a:lnTo>
                  <a:lnTo>
                    <a:pt x="164034" y="59132"/>
                  </a:lnTo>
                  <a:lnTo>
                    <a:pt x="210334" y="71291"/>
                  </a:lnTo>
                  <a:lnTo>
                    <a:pt x="253528" y="86001"/>
                  </a:lnTo>
                  <a:lnTo>
                    <a:pt x="293679" y="103721"/>
                  </a:lnTo>
                  <a:lnTo>
                    <a:pt x="331962" y="125192"/>
                  </a:lnTo>
                  <a:lnTo>
                    <a:pt x="370022" y="151322"/>
                  </a:lnTo>
                  <a:lnTo>
                    <a:pt x="404090" y="178365"/>
                  </a:lnTo>
                  <a:lnTo>
                    <a:pt x="433801" y="204159"/>
                  </a:lnTo>
                  <a:lnTo>
                    <a:pt x="465011" y="232970"/>
                  </a:lnTo>
                  <a:lnTo>
                    <a:pt x="497929" y="264821"/>
                  </a:lnTo>
                  <a:lnTo>
                    <a:pt x="532614" y="299595"/>
                  </a:lnTo>
                  <a:lnTo>
                    <a:pt x="568973" y="337017"/>
                  </a:lnTo>
                  <a:lnTo>
                    <a:pt x="606770" y="376650"/>
                  </a:lnTo>
                  <a:lnTo>
                    <a:pt x="645644" y="417907"/>
                  </a:lnTo>
                  <a:lnTo>
                    <a:pt x="685135" y="460088"/>
                  </a:lnTo>
                  <a:lnTo>
                    <a:pt x="724728" y="502420"/>
                  </a:lnTo>
                  <a:lnTo>
                    <a:pt x="763897" y="544119"/>
                  </a:lnTo>
                  <a:lnTo>
                    <a:pt x="802156" y="584450"/>
                  </a:lnTo>
                  <a:lnTo>
                    <a:pt x="839100" y="622779"/>
                  </a:lnTo>
                  <a:lnTo>
                    <a:pt x="874445" y="658609"/>
                  </a:lnTo>
                  <a:lnTo>
                    <a:pt x="908042" y="691602"/>
                  </a:lnTo>
                  <a:lnTo>
                    <a:pt x="939890" y="721582"/>
                  </a:lnTo>
                  <a:lnTo>
                    <a:pt x="970140" y="748521"/>
                  </a:lnTo>
                  <a:lnTo>
                    <a:pt x="981363" y="758052"/>
                  </a:lnTo>
                  <a:lnTo>
                    <a:pt x="1020512" y="788848"/>
                  </a:lnTo>
                  <a:lnTo>
                    <a:pt x="1058503" y="814310"/>
                  </a:lnTo>
                  <a:lnTo>
                    <a:pt x="1096944" y="835236"/>
                  </a:lnTo>
                  <a:lnTo>
                    <a:pt x="1137447" y="852520"/>
                  </a:lnTo>
                  <a:lnTo>
                    <a:pt x="1181080" y="866873"/>
                  </a:lnTo>
                  <a:lnTo>
                    <a:pt x="1227704" y="878713"/>
                  </a:lnTo>
                  <a:lnTo>
                    <a:pt x="1275206" y="888169"/>
                  </a:lnTo>
                  <a:lnTo>
                    <a:pt x="1319179" y="895181"/>
                  </a:lnTo>
                  <a:lnTo>
                    <a:pt x="1354008" y="899728"/>
                  </a:lnTo>
                  <a:lnTo>
                    <a:pt x="1375641" y="902082"/>
                  </a:lnTo>
                  <a:lnTo>
                    <a:pt x="1384366" y="902886"/>
                  </a:lnTo>
                  <a:lnTo>
                    <a:pt x="1385454" y="902973"/>
                  </a:lnTo>
                  <a:lnTo>
                    <a:pt x="1385454" y="869530"/>
                  </a:lnTo>
                  <a:lnTo>
                    <a:pt x="1383810" y="869396"/>
                  </a:lnTo>
                  <a:lnTo>
                    <a:pt x="1373580" y="868434"/>
                  </a:lnTo>
                  <a:lnTo>
                    <a:pt x="1350107" y="865819"/>
                  </a:lnTo>
                  <a:lnTo>
                    <a:pt x="1313768" y="860953"/>
                  </a:lnTo>
                  <a:lnTo>
                    <a:pt x="1269011" y="853613"/>
                  </a:lnTo>
                  <a:lnTo>
                    <a:pt x="1221419" y="843841"/>
                  </a:lnTo>
                  <a:lnTo>
                    <a:pt x="1175119" y="831682"/>
                  </a:lnTo>
                  <a:lnTo>
                    <a:pt x="1131926" y="816972"/>
                  </a:lnTo>
                  <a:lnTo>
                    <a:pt x="1091775" y="799252"/>
                  </a:lnTo>
                  <a:lnTo>
                    <a:pt x="1053491" y="777780"/>
                  </a:lnTo>
                  <a:lnTo>
                    <a:pt x="1015432" y="751650"/>
                  </a:lnTo>
                  <a:lnTo>
                    <a:pt x="981363" y="724608"/>
                  </a:lnTo>
                  <a:lnTo>
                    <a:pt x="951652" y="698813"/>
                  </a:lnTo>
                  <a:lnTo>
                    <a:pt x="920443" y="670003"/>
                  </a:lnTo>
                  <a:lnTo>
                    <a:pt x="887524" y="638152"/>
                  </a:lnTo>
                  <a:lnTo>
                    <a:pt x="852839" y="603378"/>
                  </a:lnTo>
                  <a:lnTo>
                    <a:pt x="816481" y="565956"/>
                  </a:lnTo>
                  <a:lnTo>
                    <a:pt x="778684" y="526323"/>
                  </a:lnTo>
                  <a:lnTo>
                    <a:pt x="739810" y="485065"/>
                  </a:lnTo>
                  <a:lnTo>
                    <a:pt x="700318" y="442885"/>
                  </a:lnTo>
                  <a:lnTo>
                    <a:pt x="660725" y="400553"/>
                  </a:lnTo>
                  <a:lnTo>
                    <a:pt x="621556" y="358854"/>
                  </a:lnTo>
                  <a:lnTo>
                    <a:pt x="583298" y="318522"/>
                  </a:lnTo>
                  <a:lnTo>
                    <a:pt x="546353" y="280193"/>
                  </a:lnTo>
                  <a:lnTo>
                    <a:pt x="511008" y="244364"/>
                  </a:lnTo>
                  <a:lnTo>
                    <a:pt x="477412" y="211371"/>
                  </a:lnTo>
                  <a:lnTo>
                    <a:pt x="445564" y="181391"/>
                  </a:lnTo>
                  <a:lnTo>
                    <a:pt x="415314" y="154452"/>
                  </a:lnTo>
                  <a:lnTo>
                    <a:pt x="404090" y="144921"/>
                  </a:lnTo>
                  <a:lnTo>
                    <a:pt x="364942" y="114125"/>
                  </a:lnTo>
                  <a:lnTo>
                    <a:pt x="326950" y="88662"/>
                  </a:lnTo>
                  <a:lnTo>
                    <a:pt x="288509" y="67737"/>
                  </a:lnTo>
                  <a:lnTo>
                    <a:pt x="248007" y="50452"/>
                  </a:lnTo>
                  <a:lnTo>
                    <a:pt x="204373" y="36100"/>
                  </a:lnTo>
                  <a:lnTo>
                    <a:pt x="157749" y="24260"/>
                  </a:lnTo>
                  <a:lnTo>
                    <a:pt x="110248" y="14804"/>
                  </a:lnTo>
                  <a:lnTo>
                    <a:pt x="66275" y="7792"/>
                  </a:lnTo>
                  <a:lnTo>
                    <a:pt x="31446" y="3245"/>
                  </a:lnTo>
                  <a:lnTo>
                    <a:pt x="9813" y="890"/>
                  </a:lnTo>
                  <a:lnTo>
                    <a:pt x="1088" y="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2050472" y="3252227"/>
              <a:ext cx="1385454" cy="66886"/>
            </a:xfrm>
            <a:custGeom>
              <a:avLst/>
              <a:pathLst>
                <a:path w="1385454" h="66886">
                  <a:moveTo>
                    <a:pt x="0" y="66886"/>
                  </a:moveTo>
                  <a:lnTo>
                    <a:pt x="1795" y="66881"/>
                  </a:lnTo>
                  <a:lnTo>
                    <a:pt x="12910" y="66840"/>
                  </a:lnTo>
                  <a:lnTo>
                    <a:pt x="38198" y="66730"/>
                  </a:lnTo>
                  <a:lnTo>
                    <a:pt x="76837" y="66527"/>
                  </a:lnTo>
                  <a:lnTo>
                    <a:pt x="123683" y="66223"/>
                  </a:lnTo>
                  <a:lnTo>
                    <a:pt x="172734" y="65819"/>
                  </a:lnTo>
                  <a:lnTo>
                    <a:pt x="219888" y="65318"/>
                  </a:lnTo>
                  <a:lnTo>
                    <a:pt x="263626" y="64709"/>
                  </a:lnTo>
                  <a:lnTo>
                    <a:pt x="304364" y="63971"/>
                  </a:lnTo>
                  <a:lnTo>
                    <a:pt x="343577" y="63070"/>
                  </a:lnTo>
                  <a:lnTo>
                    <a:pt x="383097" y="61968"/>
                  </a:lnTo>
                  <a:lnTo>
                    <a:pt x="404090" y="61313"/>
                  </a:lnTo>
                  <a:lnTo>
                    <a:pt x="439607" y="60119"/>
                  </a:lnTo>
                  <a:lnTo>
                    <a:pt x="477313" y="58760"/>
                  </a:lnTo>
                  <a:lnTo>
                    <a:pt x="517487" y="57238"/>
                  </a:lnTo>
                  <a:lnTo>
                    <a:pt x="560106" y="55564"/>
                  </a:lnTo>
                  <a:lnTo>
                    <a:pt x="604853" y="53764"/>
                  </a:lnTo>
                  <a:lnTo>
                    <a:pt x="651149" y="51874"/>
                  </a:lnTo>
                  <a:lnTo>
                    <a:pt x="698218" y="49939"/>
                  </a:lnTo>
                  <a:lnTo>
                    <a:pt x="745184" y="48010"/>
                  </a:lnTo>
                  <a:lnTo>
                    <a:pt x="791183" y="46137"/>
                  </a:lnTo>
                  <a:lnTo>
                    <a:pt x="835477" y="44363"/>
                  </a:lnTo>
                  <a:lnTo>
                    <a:pt x="877545" y="42723"/>
                  </a:lnTo>
                  <a:lnTo>
                    <a:pt x="917135" y="41238"/>
                  </a:lnTo>
                  <a:lnTo>
                    <a:pt x="954294" y="39918"/>
                  </a:lnTo>
                  <a:lnTo>
                    <a:pt x="981363" y="39017"/>
                  </a:lnTo>
                  <a:lnTo>
                    <a:pt x="1021686" y="37799"/>
                  </a:lnTo>
                  <a:lnTo>
                    <a:pt x="1060830" y="36799"/>
                  </a:lnTo>
                  <a:lnTo>
                    <a:pt x="1100562" y="35982"/>
                  </a:lnTo>
                  <a:lnTo>
                    <a:pt x="1142618" y="35310"/>
                  </a:lnTo>
                  <a:lnTo>
                    <a:pt x="1188061" y="34756"/>
                  </a:lnTo>
                  <a:lnTo>
                    <a:pt x="1236478" y="34302"/>
                  </a:lnTo>
                  <a:lnTo>
                    <a:pt x="1285129" y="33946"/>
                  </a:lnTo>
                  <a:lnTo>
                    <a:pt x="1328776" y="33691"/>
                  </a:lnTo>
                  <a:lnTo>
                    <a:pt x="1361379" y="33535"/>
                  </a:lnTo>
                  <a:lnTo>
                    <a:pt x="1379535" y="33463"/>
                  </a:lnTo>
                  <a:lnTo>
                    <a:pt x="1385197" y="33444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3659" y="5"/>
                  </a:lnTo>
                  <a:lnTo>
                    <a:pt x="1372544" y="46"/>
                  </a:lnTo>
                  <a:lnTo>
                    <a:pt x="1347256" y="156"/>
                  </a:lnTo>
                  <a:lnTo>
                    <a:pt x="1308617" y="359"/>
                  </a:lnTo>
                  <a:lnTo>
                    <a:pt x="1261770" y="663"/>
                  </a:lnTo>
                  <a:lnTo>
                    <a:pt x="1212720" y="1067"/>
                  </a:lnTo>
                  <a:lnTo>
                    <a:pt x="1165565" y="1568"/>
                  </a:lnTo>
                  <a:lnTo>
                    <a:pt x="1121827" y="2176"/>
                  </a:lnTo>
                  <a:lnTo>
                    <a:pt x="1081089" y="2915"/>
                  </a:lnTo>
                  <a:lnTo>
                    <a:pt x="1041877" y="3816"/>
                  </a:lnTo>
                  <a:lnTo>
                    <a:pt x="1002356" y="4918"/>
                  </a:lnTo>
                  <a:lnTo>
                    <a:pt x="981363" y="5573"/>
                  </a:lnTo>
                  <a:lnTo>
                    <a:pt x="945846" y="6767"/>
                  </a:lnTo>
                  <a:lnTo>
                    <a:pt x="908141" y="8125"/>
                  </a:lnTo>
                  <a:lnTo>
                    <a:pt x="867967" y="9648"/>
                  </a:lnTo>
                  <a:lnTo>
                    <a:pt x="825348" y="11322"/>
                  </a:lnTo>
                  <a:lnTo>
                    <a:pt x="780601" y="13122"/>
                  </a:lnTo>
                  <a:lnTo>
                    <a:pt x="734305" y="15012"/>
                  </a:lnTo>
                  <a:lnTo>
                    <a:pt x="687236" y="16947"/>
                  </a:lnTo>
                  <a:lnTo>
                    <a:pt x="640270" y="18876"/>
                  </a:lnTo>
                  <a:lnTo>
                    <a:pt x="594271" y="20749"/>
                  </a:lnTo>
                  <a:lnTo>
                    <a:pt x="549977" y="22523"/>
                  </a:lnTo>
                  <a:lnTo>
                    <a:pt x="507909" y="24163"/>
                  </a:lnTo>
                  <a:lnTo>
                    <a:pt x="468319" y="25648"/>
                  </a:lnTo>
                  <a:lnTo>
                    <a:pt x="431159" y="26968"/>
                  </a:lnTo>
                  <a:lnTo>
                    <a:pt x="404090" y="27869"/>
                  </a:lnTo>
                  <a:lnTo>
                    <a:pt x="363767" y="29086"/>
                  </a:lnTo>
                  <a:lnTo>
                    <a:pt x="324623" y="30087"/>
                  </a:lnTo>
                  <a:lnTo>
                    <a:pt x="284892" y="30904"/>
                  </a:lnTo>
                  <a:lnTo>
                    <a:pt x="242835" y="31576"/>
                  </a:lnTo>
                  <a:lnTo>
                    <a:pt x="197393" y="32130"/>
                  </a:lnTo>
                  <a:lnTo>
                    <a:pt x="148975" y="32584"/>
                  </a:lnTo>
                  <a:lnTo>
                    <a:pt x="100325" y="32939"/>
                  </a:lnTo>
                  <a:lnTo>
                    <a:pt x="56678" y="33195"/>
                  </a:lnTo>
                  <a:lnTo>
                    <a:pt x="24075" y="33351"/>
                  </a:lnTo>
                  <a:lnTo>
                    <a:pt x="5918" y="33423"/>
                  </a:lnTo>
                  <a:lnTo>
                    <a:pt x="256" y="33442"/>
                  </a:lnTo>
                  <a:lnTo>
                    <a:pt x="0" y="3344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2050472" y="3285671"/>
              <a:ext cx="1385454" cy="66886"/>
            </a:xfrm>
            <a:custGeom>
              <a:avLst/>
              <a:pathLst>
                <a:path w="1385454" h="66886">
                  <a:moveTo>
                    <a:pt x="0" y="66886"/>
                  </a:moveTo>
                  <a:lnTo>
                    <a:pt x="1795" y="66881"/>
                  </a:lnTo>
                  <a:lnTo>
                    <a:pt x="12910" y="66840"/>
                  </a:lnTo>
                  <a:lnTo>
                    <a:pt x="38198" y="66730"/>
                  </a:lnTo>
                  <a:lnTo>
                    <a:pt x="76837" y="66527"/>
                  </a:lnTo>
                  <a:lnTo>
                    <a:pt x="123683" y="66223"/>
                  </a:lnTo>
                  <a:lnTo>
                    <a:pt x="172734" y="65819"/>
                  </a:lnTo>
                  <a:lnTo>
                    <a:pt x="219888" y="65318"/>
                  </a:lnTo>
                  <a:lnTo>
                    <a:pt x="263626" y="64709"/>
                  </a:lnTo>
                  <a:lnTo>
                    <a:pt x="304364" y="63971"/>
                  </a:lnTo>
                  <a:lnTo>
                    <a:pt x="343577" y="63070"/>
                  </a:lnTo>
                  <a:lnTo>
                    <a:pt x="383097" y="61968"/>
                  </a:lnTo>
                  <a:lnTo>
                    <a:pt x="404090" y="61313"/>
                  </a:lnTo>
                  <a:lnTo>
                    <a:pt x="439607" y="60119"/>
                  </a:lnTo>
                  <a:lnTo>
                    <a:pt x="477313" y="58760"/>
                  </a:lnTo>
                  <a:lnTo>
                    <a:pt x="517487" y="57238"/>
                  </a:lnTo>
                  <a:lnTo>
                    <a:pt x="560106" y="55564"/>
                  </a:lnTo>
                  <a:lnTo>
                    <a:pt x="604853" y="53764"/>
                  </a:lnTo>
                  <a:lnTo>
                    <a:pt x="651149" y="51874"/>
                  </a:lnTo>
                  <a:lnTo>
                    <a:pt x="698218" y="49939"/>
                  </a:lnTo>
                  <a:lnTo>
                    <a:pt x="745184" y="48010"/>
                  </a:lnTo>
                  <a:lnTo>
                    <a:pt x="791183" y="46137"/>
                  </a:lnTo>
                  <a:lnTo>
                    <a:pt x="835477" y="44363"/>
                  </a:lnTo>
                  <a:lnTo>
                    <a:pt x="877545" y="42723"/>
                  </a:lnTo>
                  <a:lnTo>
                    <a:pt x="917135" y="41238"/>
                  </a:lnTo>
                  <a:lnTo>
                    <a:pt x="954294" y="39918"/>
                  </a:lnTo>
                  <a:lnTo>
                    <a:pt x="981363" y="39017"/>
                  </a:lnTo>
                  <a:lnTo>
                    <a:pt x="1021686" y="37799"/>
                  </a:lnTo>
                  <a:lnTo>
                    <a:pt x="1060830" y="36799"/>
                  </a:lnTo>
                  <a:lnTo>
                    <a:pt x="1100562" y="35982"/>
                  </a:lnTo>
                  <a:lnTo>
                    <a:pt x="1142618" y="35310"/>
                  </a:lnTo>
                  <a:lnTo>
                    <a:pt x="1188061" y="34756"/>
                  </a:lnTo>
                  <a:lnTo>
                    <a:pt x="1236478" y="34302"/>
                  </a:lnTo>
                  <a:lnTo>
                    <a:pt x="1285129" y="33946"/>
                  </a:lnTo>
                  <a:lnTo>
                    <a:pt x="1328776" y="33691"/>
                  </a:lnTo>
                  <a:lnTo>
                    <a:pt x="1361379" y="33535"/>
                  </a:lnTo>
                  <a:lnTo>
                    <a:pt x="1379535" y="33463"/>
                  </a:lnTo>
                  <a:lnTo>
                    <a:pt x="1385197" y="33444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3659" y="5"/>
                  </a:lnTo>
                  <a:lnTo>
                    <a:pt x="1372544" y="46"/>
                  </a:lnTo>
                  <a:lnTo>
                    <a:pt x="1347256" y="156"/>
                  </a:lnTo>
                  <a:lnTo>
                    <a:pt x="1308617" y="359"/>
                  </a:lnTo>
                  <a:lnTo>
                    <a:pt x="1261770" y="663"/>
                  </a:lnTo>
                  <a:lnTo>
                    <a:pt x="1212720" y="1067"/>
                  </a:lnTo>
                  <a:lnTo>
                    <a:pt x="1165565" y="1568"/>
                  </a:lnTo>
                  <a:lnTo>
                    <a:pt x="1121827" y="2176"/>
                  </a:lnTo>
                  <a:lnTo>
                    <a:pt x="1081089" y="2915"/>
                  </a:lnTo>
                  <a:lnTo>
                    <a:pt x="1041877" y="3816"/>
                  </a:lnTo>
                  <a:lnTo>
                    <a:pt x="1002356" y="4918"/>
                  </a:lnTo>
                  <a:lnTo>
                    <a:pt x="981363" y="5573"/>
                  </a:lnTo>
                  <a:lnTo>
                    <a:pt x="945846" y="6767"/>
                  </a:lnTo>
                  <a:lnTo>
                    <a:pt x="908141" y="8125"/>
                  </a:lnTo>
                  <a:lnTo>
                    <a:pt x="867967" y="9648"/>
                  </a:lnTo>
                  <a:lnTo>
                    <a:pt x="825348" y="11322"/>
                  </a:lnTo>
                  <a:lnTo>
                    <a:pt x="780601" y="13122"/>
                  </a:lnTo>
                  <a:lnTo>
                    <a:pt x="734305" y="15012"/>
                  </a:lnTo>
                  <a:lnTo>
                    <a:pt x="687236" y="16947"/>
                  </a:lnTo>
                  <a:lnTo>
                    <a:pt x="640270" y="18876"/>
                  </a:lnTo>
                  <a:lnTo>
                    <a:pt x="594271" y="20749"/>
                  </a:lnTo>
                  <a:lnTo>
                    <a:pt x="549977" y="22523"/>
                  </a:lnTo>
                  <a:lnTo>
                    <a:pt x="507909" y="24163"/>
                  </a:lnTo>
                  <a:lnTo>
                    <a:pt x="468319" y="25648"/>
                  </a:lnTo>
                  <a:lnTo>
                    <a:pt x="431159" y="26968"/>
                  </a:lnTo>
                  <a:lnTo>
                    <a:pt x="404090" y="27869"/>
                  </a:lnTo>
                  <a:lnTo>
                    <a:pt x="363767" y="29086"/>
                  </a:lnTo>
                  <a:lnTo>
                    <a:pt x="324623" y="30087"/>
                  </a:lnTo>
                  <a:lnTo>
                    <a:pt x="284892" y="30904"/>
                  </a:lnTo>
                  <a:lnTo>
                    <a:pt x="242835" y="31576"/>
                  </a:lnTo>
                  <a:lnTo>
                    <a:pt x="197393" y="32130"/>
                  </a:lnTo>
                  <a:lnTo>
                    <a:pt x="148975" y="32584"/>
                  </a:lnTo>
                  <a:lnTo>
                    <a:pt x="100325" y="32939"/>
                  </a:lnTo>
                  <a:lnTo>
                    <a:pt x="56678" y="33195"/>
                  </a:lnTo>
                  <a:lnTo>
                    <a:pt x="24075" y="33351"/>
                  </a:lnTo>
                  <a:lnTo>
                    <a:pt x="5918" y="33423"/>
                  </a:lnTo>
                  <a:lnTo>
                    <a:pt x="256" y="33442"/>
                  </a:lnTo>
                  <a:lnTo>
                    <a:pt x="0" y="3344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2050472" y="3319114"/>
              <a:ext cx="1385454" cy="66886"/>
            </a:xfrm>
            <a:custGeom>
              <a:avLst/>
              <a:pathLst>
                <a:path w="1385454" h="66886">
                  <a:moveTo>
                    <a:pt x="0" y="66886"/>
                  </a:moveTo>
                  <a:lnTo>
                    <a:pt x="1795" y="66881"/>
                  </a:lnTo>
                  <a:lnTo>
                    <a:pt x="12910" y="66840"/>
                  </a:lnTo>
                  <a:lnTo>
                    <a:pt x="38198" y="66730"/>
                  </a:lnTo>
                  <a:lnTo>
                    <a:pt x="76837" y="66527"/>
                  </a:lnTo>
                  <a:lnTo>
                    <a:pt x="123683" y="66223"/>
                  </a:lnTo>
                  <a:lnTo>
                    <a:pt x="172734" y="65819"/>
                  </a:lnTo>
                  <a:lnTo>
                    <a:pt x="219888" y="65318"/>
                  </a:lnTo>
                  <a:lnTo>
                    <a:pt x="263626" y="64709"/>
                  </a:lnTo>
                  <a:lnTo>
                    <a:pt x="304364" y="63971"/>
                  </a:lnTo>
                  <a:lnTo>
                    <a:pt x="343577" y="63070"/>
                  </a:lnTo>
                  <a:lnTo>
                    <a:pt x="383097" y="61968"/>
                  </a:lnTo>
                  <a:lnTo>
                    <a:pt x="404090" y="61313"/>
                  </a:lnTo>
                  <a:lnTo>
                    <a:pt x="439607" y="60119"/>
                  </a:lnTo>
                  <a:lnTo>
                    <a:pt x="477313" y="58760"/>
                  </a:lnTo>
                  <a:lnTo>
                    <a:pt x="517487" y="57238"/>
                  </a:lnTo>
                  <a:lnTo>
                    <a:pt x="560106" y="55564"/>
                  </a:lnTo>
                  <a:lnTo>
                    <a:pt x="604853" y="53764"/>
                  </a:lnTo>
                  <a:lnTo>
                    <a:pt x="651149" y="51874"/>
                  </a:lnTo>
                  <a:lnTo>
                    <a:pt x="698218" y="49939"/>
                  </a:lnTo>
                  <a:lnTo>
                    <a:pt x="745184" y="48010"/>
                  </a:lnTo>
                  <a:lnTo>
                    <a:pt x="791183" y="46137"/>
                  </a:lnTo>
                  <a:lnTo>
                    <a:pt x="835477" y="44363"/>
                  </a:lnTo>
                  <a:lnTo>
                    <a:pt x="877545" y="42723"/>
                  </a:lnTo>
                  <a:lnTo>
                    <a:pt x="917135" y="41238"/>
                  </a:lnTo>
                  <a:lnTo>
                    <a:pt x="954294" y="39918"/>
                  </a:lnTo>
                  <a:lnTo>
                    <a:pt x="981363" y="39017"/>
                  </a:lnTo>
                  <a:lnTo>
                    <a:pt x="1021686" y="37799"/>
                  </a:lnTo>
                  <a:lnTo>
                    <a:pt x="1060830" y="36799"/>
                  </a:lnTo>
                  <a:lnTo>
                    <a:pt x="1100562" y="35982"/>
                  </a:lnTo>
                  <a:lnTo>
                    <a:pt x="1142618" y="35310"/>
                  </a:lnTo>
                  <a:lnTo>
                    <a:pt x="1188061" y="34756"/>
                  </a:lnTo>
                  <a:lnTo>
                    <a:pt x="1236478" y="34302"/>
                  </a:lnTo>
                  <a:lnTo>
                    <a:pt x="1285129" y="33946"/>
                  </a:lnTo>
                  <a:lnTo>
                    <a:pt x="1328776" y="33691"/>
                  </a:lnTo>
                  <a:lnTo>
                    <a:pt x="1361379" y="33535"/>
                  </a:lnTo>
                  <a:lnTo>
                    <a:pt x="1379535" y="33463"/>
                  </a:lnTo>
                  <a:lnTo>
                    <a:pt x="1385197" y="33444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3659" y="5"/>
                  </a:lnTo>
                  <a:lnTo>
                    <a:pt x="1372544" y="46"/>
                  </a:lnTo>
                  <a:lnTo>
                    <a:pt x="1347256" y="156"/>
                  </a:lnTo>
                  <a:lnTo>
                    <a:pt x="1308617" y="359"/>
                  </a:lnTo>
                  <a:lnTo>
                    <a:pt x="1261770" y="663"/>
                  </a:lnTo>
                  <a:lnTo>
                    <a:pt x="1212720" y="1067"/>
                  </a:lnTo>
                  <a:lnTo>
                    <a:pt x="1165565" y="1568"/>
                  </a:lnTo>
                  <a:lnTo>
                    <a:pt x="1121827" y="2176"/>
                  </a:lnTo>
                  <a:lnTo>
                    <a:pt x="1081089" y="2915"/>
                  </a:lnTo>
                  <a:lnTo>
                    <a:pt x="1041877" y="3816"/>
                  </a:lnTo>
                  <a:lnTo>
                    <a:pt x="1002356" y="4918"/>
                  </a:lnTo>
                  <a:lnTo>
                    <a:pt x="981363" y="5573"/>
                  </a:lnTo>
                  <a:lnTo>
                    <a:pt x="945846" y="6767"/>
                  </a:lnTo>
                  <a:lnTo>
                    <a:pt x="908141" y="8125"/>
                  </a:lnTo>
                  <a:lnTo>
                    <a:pt x="867967" y="9648"/>
                  </a:lnTo>
                  <a:lnTo>
                    <a:pt x="825348" y="11322"/>
                  </a:lnTo>
                  <a:lnTo>
                    <a:pt x="780601" y="13122"/>
                  </a:lnTo>
                  <a:lnTo>
                    <a:pt x="734305" y="15012"/>
                  </a:lnTo>
                  <a:lnTo>
                    <a:pt x="687236" y="16947"/>
                  </a:lnTo>
                  <a:lnTo>
                    <a:pt x="640270" y="18876"/>
                  </a:lnTo>
                  <a:lnTo>
                    <a:pt x="594271" y="20749"/>
                  </a:lnTo>
                  <a:lnTo>
                    <a:pt x="549977" y="22523"/>
                  </a:lnTo>
                  <a:lnTo>
                    <a:pt x="507909" y="24163"/>
                  </a:lnTo>
                  <a:lnTo>
                    <a:pt x="468319" y="25648"/>
                  </a:lnTo>
                  <a:lnTo>
                    <a:pt x="431159" y="26968"/>
                  </a:lnTo>
                  <a:lnTo>
                    <a:pt x="404090" y="27869"/>
                  </a:lnTo>
                  <a:lnTo>
                    <a:pt x="363767" y="29086"/>
                  </a:lnTo>
                  <a:lnTo>
                    <a:pt x="324623" y="30087"/>
                  </a:lnTo>
                  <a:lnTo>
                    <a:pt x="284892" y="30904"/>
                  </a:lnTo>
                  <a:lnTo>
                    <a:pt x="242835" y="31576"/>
                  </a:lnTo>
                  <a:lnTo>
                    <a:pt x="197393" y="32130"/>
                  </a:lnTo>
                  <a:lnTo>
                    <a:pt x="148975" y="32584"/>
                  </a:lnTo>
                  <a:lnTo>
                    <a:pt x="100325" y="32939"/>
                  </a:lnTo>
                  <a:lnTo>
                    <a:pt x="56678" y="33195"/>
                  </a:lnTo>
                  <a:lnTo>
                    <a:pt x="24075" y="33351"/>
                  </a:lnTo>
                  <a:lnTo>
                    <a:pt x="5918" y="33423"/>
                  </a:lnTo>
                  <a:lnTo>
                    <a:pt x="256" y="33442"/>
                  </a:lnTo>
                  <a:lnTo>
                    <a:pt x="0" y="3344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2050472" y="3352558"/>
              <a:ext cx="1385454" cy="66886"/>
            </a:xfrm>
            <a:custGeom>
              <a:avLst/>
              <a:pathLst>
                <a:path w="1385454" h="66886">
                  <a:moveTo>
                    <a:pt x="0" y="66886"/>
                  </a:moveTo>
                  <a:lnTo>
                    <a:pt x="1795" y="66881"/>
                  </a:lnTo>
                  <a:lnTo>
                    <a:pt x="12910" y="66840"/>
                  </a:lnTo>
                  <a:lnTo>
                    <a:pt x="38198" y="66730"/>
                  </a:lnTo>
                  <a:lnTo>
                    <a:pt x="76837" y="66527"/>
                  </a:lnTo>
                  <a:lnTo>
                    <a:pt x="123683" y="66223"/>
                  </a:lnTo>
                  <a:lnTo>
                    <a:pt x="172734" y="65819"/>
                  </a:lnTo>
                  <a:lnTo>
                    <a:pt x="219888" y="65318"/>
                  </a:lnTo>
                  <a:lnTo>
                    <a:pt x="263626" y="64709"/>
                  </a:lnTo>
                  <a:lnTo>
                    <a:pt x="304364" y="63971"/>
                  </a:lnTo>
                  <a:lnTo>
                    <a:pt x="343577" y="63070"/>
                  </a:lnTo>
                  <a:lnTo>
                    <a:pt x="383097" y="61968"/>
                  </a:lnTo>
                  <a:lnTo>
                    <a:pt x="404090" y="61313"/>
                  </a:lnTo>
                  <a:lnTo>
                    <a:pt x="439607" y="60119"/>
                  </a:lnTo>
                  <a:lnTo>
                    <a:pt x="477313" y="58760"/>
                  </a:lnTo>
                  <a:lnTo>
                    <a:pt x="517487" y="57238"/>
                  </a:lnTo>
                  <a:lnTo>
                    <a:pt x="560106" y="55564"/>
                  </a:lnTo>
                  <a:lnTo>
                    <a:pt x="604853" y="53764"/>
                  </a:lnTo>
                  <a:lnTo>
                    <a:pt x="651149" y="51874"/>
                  </a:lnTo>
                  <a:lnTo>
                    <a:pt x="698218" y="49939"/>
                  </a:lnTo>
                  <a:lnTo>
                    <a:pt x="745184" y="48010"/>
                  </a:lnTo>
                  <a:lnTo>
                    <a:pt x="791183" y="46137"/>
                  </a:lnTo>
                  <a:lnTo>
                    <a:pt x="835477" y="44363"/>
                  </a:lnTo>
                  <a:lnTo>
                    <a:pt x="877545" y="42723"/>
                  </a:lnTo>
                  <a:lnTo>
                    <a:pt x="917135" y="41238"/>
                  </a:lnTo>
                  <a:lnTo>
                    <a:pt x="954294" y="39918"/>
                  </a:lnTo>
                  <a:lnTo>
                    <a:pt x="981363" y="39017"/>
                  </a:lnTo>
                  <a:lnTo>
                    <a:pt x="1021686" y="37799"/>
                  </a:lnTo>
                  <a:lnTo>
                    <a:pt x="1060830" y="36799"/>
                  </a:lnTo>
                  <a:lnTo>
                    <a:pt x="1100562" y="35982"/>
                  </a:lnTo>
                  <a:lnTo>
                    <a:pt x="1142618" y="35310"/>
                  </a:lnTo>
                  <a:lnTo>
                    <a:pt x="1188061" y="34756"/>
                  </a:lnTo>
                  <a:lnTo>
                    <a:pt x="1236478" y="34302"/>
                  </a:lnTo>
                  <a:lnTo>
                    <a:pt x="1285129" y="33946"/>
                  </a:lnTo>
                  <a:lnTo>
                    <a:pt x="1328776" y="33691"/>
                  </a:lnTo>
                  <a:lnTo>
                    <a:pt x="1361379" y="33535"/>
                  </a:lnTo>
                  <a:lnTo>
                    <a:pt x="1379535" y="33463"/>
                  </a:lnTo>
                  <a:lnTo>
                    <a:pt x="1385197" y="33444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3659" y="5"/>
                  </a:lnTo>
                  <a:lnTo>
                    <a:pt x="1372544" y="46"/>
                  </a:lnTo>
                  <a:lnTo>
                    <a:pt x="1347256" y="156"/>
                  </a:lnTo>
                  <a:lnTo>
                    <a:pt x="1308617" y="359"/>
                  </a:lnTo>
                  <a:lnTo>
                    <a:pt x="1261770" y="663"/>
                  </a:lnTo>
                  <a:lnTo>
                    <a:pt x="1212720" y="1067"/>
                  </a:lnTo>
                  <a:lnTo>
                    <a:pt x="1165565" y="1568"/>
                  </a:lnTo>
                  <a:lnTo>
                    <a:pt x="1121827" y="2176"/>
                  </a:lnTo>
                  <a:lnTo>
                    <a:pt x="1081089" y="2915"/>
                  </a:lnTo>
                  <a:lnTo>
                    <a:pt x="1041877" y="3816"/>
                  </a:lnTo>
                  <a:lnTo>
                    <a:pt x="1002356" y="4918"/>
                  </a:lnTo>
                  <a:lnTo>
                    <a:pt x="981363" y="5573"/>
                  </a:lnTo>
                  <a:lnTo>
                    <a:pt x="945846" y="6767"/>
                  </a:lnTo>
                  <a:lnTo>
                    <a:pt x="908141" y="8125"/>
                  </a:lnTo>
                  <a:lnTo>
                    <a:pt x="867967" y="9648"/>
                  </a:lnTo>
                  <a:lnTo>
                    <a:pt x="825348" y="11322"/>
                  </a:lnTo>
                  <a:lnTo>
                    <a:pt x="780601" y="13122"/>
                  </a:lnTo>
                  <a:lnTo>
                    <a:pt x="734305" y="15012"/>
                  </a:lnTo>
                  <a:lnTo>
                    <a:pt x="687236" y="16947"/>
                  </a:lnTo>
                  <a:lnTo>
                    <a:pt x="640270" y="18876"/>
                  </a:lnTo>
                  <a:lnTo>
                    <a:pt x="594271" y="20749"/>
                  </a:lnTo>
                  <a:lnTo>
                    <a:pt x="549977" y="22523"/>
                  </a:lnTo>
                  <a:lnTo>
                    <a:pt x="507909" y="24163"/>
                  </a:lnTo>
                  <a:lnTo>
                    <a:pt x="468319" y="25648"/>
                  </a:lnTo>
                  <a:lnTo>
                    <a:pt x="431159" y="26968"/>
                  </a:lnTo>
                  <a:lnTo>
                    <a:pt x="404090" y="27869"/>
                  </a:lnTo>
                  <a:lnTo>
                    <a:pt x="363767" y="29086"/>
                  </a:lnTo>
                  <a:lnTo>
                    <a:pt x="324623" y="30087"/>
                  </a:lnTo>
                  <a:lnTo>
                    <a:pt x="284892" y="30904"/>
                  </a:lnTo>
                  <a:lnTo>
                    <a:pt x="242835" y="31576"/>
                  </a:lnTo>
                  <a:lnTo>
                    <a:pt x="197393" y="32130"/>
                  </a:lnTo>
                  <a:lnTo>
                    <a:pt x="148975" y="32584"/>
                  </a:lnTo>
                  <a:lnTo>
                    <a:pt x="100325" y="32939"/>
                  </a:lnTo>
                  <a:lnTo>
                    <a:pt x="56678" y="33195"/>
                  </a:lnTo>
                  <a:lnTo>
                    <a:pt x="24075" y="33351"/>
                  </a:lnTo>
                  <a:lnTo>
                    <a:pt x="5918" y="33423"/>
                  </a:lnTo>
                  <a:lnTo>
                    <a:pt x="256" y="33442"/>
                  </a:lnTo>
                  <a:lnTo>
                    <a:pt x="0" y="33443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2050472" y="4322418"/>
              <a:ext cx="1385454" cy="367878"/>
            </a:xfrm>
            <a:custGeom>
              <a:avLst/>
              <a:pathLst>
                <a:path w="1385454" h="367878">
                  <a:moveTo>
                    <a:pt x="0" y="33443"/>
                  </a:moveTo>
                  <a:lnTo>
                    <a:pt x="1770" y="33499"/>
                  </a:lnTo>
                  <a:lnTo>
                    <a:pt x="12744" y="33899"/>
                  </a:lnTo>
                  <a:lnTo>
                    <a:pt x="37744" y="34982"/>
                  </a:lnTo>
                  <a:lnTo>
                    <a:pt x="76023" y="36989"/>
                  </a:lnTo>
                  <a:lnTo>
                    <a:pt x="122547" y="39999"/>
                  </a:lnTo>
                  <a:lnTo>
                    <a:pt x="171377" y="43989"/>
                  </a:lnTo>
                  <a:lnTo>
                    <a:pt x="218404" y="48948"/>
                  </a:lnTo>
                  <a:lnTo>
                    <a:pt x="262059" y="54965"/>
                  </a:lnTo>
                  <a:lnTo>
                    <a:pt x="302701" y="62254"/>
                  </a:lnTo>
                  <a:lnTo>
                    <a:pt x="341759" y="71145"/>
                  </a:lnTo>
                  <a:lnTo>
                    <a:pt x="381040" y="82013"/>
                  </a:lnTo>
                  <a:lnTo>
                    <a:pt x="404090" y="89182"/>
                  </a:lnTo>
                  <a:lnTo>
                    <a:pt x="438374" y="100688"/>
                  </a:lnTo>
                  <a:lnTo>
                    <a:pt x="474687" y="113732"/>
                  </a:lnTo>
                  <a:lnTo>
                    <a:pt x="513298" y="128310"/>
                  </a:lnTo>
                  <a:lnTo>
                    <a:pt x="554209" y="144320"/>
                  </a:lnTo>
                  <a:lnTo>
                    <a:pt x="597162" y="161550"/>
                  </a:lnTo>
                  <a:lnTo>
                    <a:pt x="641669" y="179685"/>
                  </a:lnTo>
                  <a:lnTo>
                    <a:pt x="687057" y="198328"/>
                  </a:lnTo>
                  <a:lnTo>
                    <a:pt x="732544" y="217027"/>
                  </a:lnTo>
                  <a:lnTo>
                    <a:pt x="777339" y="235329"/>
                  </a:lnTo>
                  <a:lnTo>
                    <a:pt x="820733" y="252817"/>
                  </a:lnTo>
                  <a:lnTo>
                    <a:pt x="862185" y="269154"/>
                  </a:lnTo>
                  <a:lnTo>
                    <a:pt x="901378" y="284102"/>
                  </a:lnTo>
                  <a:lnTo>
                    <a:pt x="938249" y="297532"/>
                  </a:lnTo>
                  <a:lnTo>
                    <a:pt x="972998" y="309416"/>
                  </a:lnTo>
                  <a:lnTo>
                    <a:pt x="981363" y="312139"/>
                  </a:lnTo>
                  <a:lnTo>
                    <a:pt x="1021503" y="324261"/>
                  </a:lnTo>
                  <a:lnTo>
                    <a:pt x="1060466" y="334233"/>
                  </a:lnTo>
                  <a:lnTo>
                    <a:pt x="1099995" y="342387"/>
                  </a:lnTo>
                  <a:lnTo>
                    <a:pt x="1141806" y="349092"/>
                  </a:lnTo>
                  <a:lnTo>
                    <a:pt x="1186964" y="354634"/>
                  </a:lnTo>
                  <a:lnTo>
                    <a:pt x="1235104" y="359171"/>
                  </a:lnTo>
                  <a:lnTo>
                    <a:pt x="1283589" y="362743"/>
                  </a:lnTo>
                  <a:lnTo>
                    <a:pt x="1327315" y="365319"/>
                  </a:lnTo>
                  <a:lnTo>
                    <a:pt x="1360296" y="366909"/>
                  </a:lnTo>
                  <a:lnTo>
                    <a:pt x="1379005" y="367660"/>
                  </a:lnTo>
                  <a:lnTo>
                    <a:pt x="1385115" y="367868"/>
                  </a:lnTo>
                  <a:lnTo>
                    <a:pt x="1385454" y="367878"/>
                  </a:lnTo>
                  <a:lnTo>
                    <a:pt x="1385454" y="334434"/>
                  </a:lnTo>
                  <a:lnTo>
                    <a:pt x="1383683" y="334379"/>
                  </a:lnTo>
                  <a:lnTo>
                    <a:pt x="1372709" y="333979"/>
                  </a:lnTo>
                  <a:lnTo>
                    <a:pt x="1347709" y="332895"/>
                  </a:lnTo>
                  <a:lnTo>
                    <a:pt x="1309431" y="330888"/>
                  </a:lnTo>
                  <a:lnTo>
                    <a:pt x="1262906" y="327878"/>
                  </a:lnTo>
                  <a:lnTo>
                    <a:pt x="1214076" y="323889"/>
                  </a:lnTo>
                  <a:lnTo>
                    <a:pt x="1167050" y="318929"/>
                  </a:lnTo>
                  <a:lnTo>
                    <a:pt x="1123395" y="312912"/>
                  </a:lnTo>
                  <a:lnTo>
                    <a:pt x="1082752" y="305623"/>
                  </a:lnTo>
                  <a:lnTo>
                    <a:pt x="1043694" y="296732"/>
                  </a:lnTo>
                  <a:lnTo>
                    <a:pt x="1004414" y="285864"/>
                  </a:lnTo>
                  <a:lnTo>
                    <a:pt x="981363" y="278695"/>
                  </a:lnTo>
                  <a:lnTo>
                    <a:pt x="947080" y="267189"/>
                  </a:lnTo>
                  <a:lnTo>
                    <a:pt x="910766" y="254145"/>
                  </a:lnTo>
                  <a:lnTo>
                    <a:pt x="872155" y="239567"/>
                  </a:lnTo>
                  <a:lnTo>
                    <a:pt x="831245" y="223558"/>
                  </a:lnTo>
                  <a:lnTo>
                    <a:pt x="788291" y="206328"/>
                  </a:lnTo>
                  <a:lnTo>
                    <a:pt x="743784" y="188192"/>
                  </a:lnTo>
                  <a:lnTo>
                    <a:pt x="698397" y="169550"/>
                  </a:lnTo>
                  <a:lnTo>
                    <a:pt x="652910" y="150850"/>
                  </a:lnTo>
                  <a:lnTo>
                    <a:pt x="608115" y="132548"/>
                  </a:lnTo>
                  <a:lnTo>
                    <a:pt x="564721" y="115060"/>
                  </a:lnTo>
                  <a:lnTo>
                    <a:pt x="523269" y="98723"/>
                  </a:lnTo>
                  <a:lnTo>
                    <a:pt x="484075" y="83775"/>
                  </a:lnTo>
                  <a:lnTo>
                    <a:pt x="447205" y="70345"/>
                  </a:lnTo>
                  <a:lnTo>
                    <a:pt x="412456" y="58461"/>
                  </a:lnTo>
                  <a:lnTo>
                    <a:pt x="404090" y="55739"/>
                  </a:lnTo>
                  <a:lnTo>
                    <a:pt x="363951" y="43616"/>
                  </a:lnTo>
                  <a:lnTo>
                    <a:pt x="324987" y="33645"/>
                  </a:lnTo>
                  <a:lnTo>
                    <a:pt x="285459" y="25491"/>
                  </a:lnTo>
                  <a:lnTo>
                    <a:pt x="243647" y="18785"/>
                  </a:lnTo>
                  <a:lnTo>
                    <a:pt x="198489" y="13243"/>
                  </a:lnTo>
                  <a:lnTo>
                    <a:pt x="150349" y="8706"/>
                  </a:lnTo>
                  <a:lnTo>
                    <a:pt x="101864" y="5134"/>
                  </a:lnTo>
                  <a:lnTo>
                    <a:pt x="58139" y="2558"/>
                  </a:lnTo>
                  <a:lnTo>
                    <a:pt x="25158" y="969"/>
                  </a:lnTo>
                  <a:lnTo>
                    <a:pt x="6449" y="217"/>
                  </a:lnTo>
                  <a:lnTo>
                    <a:pt x="339" y="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2050472" y="5024731"/>
              <a:ext cx="1385454" cy="1337738"/>
            </a:xfrm>
            <a:custGeom>
              <a:avLst/>
              <a:pathLst>
                <a:path w="1385454" h="1337738">
                  <a:moveTo>
                    <a:pt x="0" y="33443"/>
                  </a:moveTo>
                  <a:lnTo>
                    <a:pt x="1492" y="33624"/>
                  </a:lnTo>
                  <a:lnTo>
                    <a:pt x="10823" y="34929"/>
                  </a:lnTo>
                  <a:lnTo>
                    <a:pt x="32426" y="38485"/>
                  </a:lnTo>
                  <a:lnTo>
                    <a:pt x="66325" y="45142"/>
                  </a:lnTo>
                  <a:lnTo>
                    <a:pt x="108780" y="55262"/>
                  </a:lnTo>
                  <a:lnTo>
                    <a:pt x="154689" y="68815"/>
                  </a:lnTo>
                  <a:lnTo>
                    <a:pt x="199965" y="85712"/>
                  </a:lnTo>
                  <a:lnTo>
                    <a:pt x="242535" y="106099"/>
                  </a:lnTo>
                  <a:lnTo>
                    <a:pt x="282106" y="130498"/>
                  </a:lnTo>
                  <a:lnTo>
                    <a:pt x="319534" y="159819"/>
                  </a:lnTo>
                  <a:lnTo>
                    <a:pt x="356232" y="195254"/>
                  </a:lnTo>
                  <a:lnTo>
                    <a:pt x="393701" y="237975"/>
                  </a:lnTo>
                  <a:lnTo>
                    <a:pt x="404090" y="250826"/>
                  </a:lnTo>
                  <a:lnTo>
                    <a:pt x="430324" y="284854"/>
                  </a:lnTo>
                  <a:lnTo>
                    <a:pt x="457708" y="322419"/>
                  </a:lnTo>
                  <a:lnTo>
                    <a:pt x="486407" y="363568"/>
                  </a:lnTo>
                  <a:lnTo>
                    <a:pt x="516490" y="408225"/>
                  </a:lnTo>
                  <a:lnTo>
                    <a:pt x="547935" y="456171"/>
                  </a:lnTo>
                  <a:lnTo>
                    <a:pt x="580628" y="507037"/>
                  </a:lnTo>
                  <a:lnTo>
                    <a:pt x="614372" y="560308"/>
                  </a:lnTo>
                  <a:lnTo>
                    <a:pt x="648896" y="615339"/>
                  </a:lnTo>
                  <a:lnTo>
                    <a:pt x="683871" y="671383"/>
                  </a:lnTo>
                  <a:lnTo>
                    <a:pt x="718940" y="727634"/>
                  </a:lnTo>
                  <a:lnTo>
                    <a:pt x="753735" y="783274"/>
                  </a:lnTo>
                  <a:lnTo>
                    <a:pt x="787910" y="837521"/>
                  </a:lnTo>
                  <a:lnTo>
                    <a:pt x="821164" y="889674"/>
                  </a:lnTo>
                  <a:lnTo>
                    <a:pt x="853258" y="939149"/>
                  </a:lnTo>
                  <a:lnTo>
                    <a:pt x="884037" y="985503"/>
                  </a:lnTo>
                  <a:lnTo>
                    <a:pt x="913432" y="1028441"/>
                  </a:lnTo>
                  <a:lnTo>
                    <a:pt x="941465" y="1067816"/>
                  </a:lnTo>
                  <a:lnTo>
                    <a:pt x="968253" y="1103616"/>
                  </a:lnTo>
                  <a:lnTo>
                    <a:pt x="981363" y="1120356"/>
                  </a:lnTo>
                  <a:lnTo>
                    <a:pt x="1019256" y="1165169"/>
                  </a:lnTo>
                  <a:lnTo>
                    <a:pt x="1056020" y="1202466"/>
                  </a:lnTo>
                  <a:lnTo>
                    <a:pt x="1093100" y="1233311"/>
                  </a:lnTo>
                  <a:lnTo>
                    <a:pt x="1131978" y="1258932"/>
                  </a:lnTo>
                  <a:lnTo>
                    <a:pt x="1173708" y="1280332"/>
                  </a:lnTo>
                  <a:lnTo>
                    <a:pt x="1218375" y="1298141"/>
                  </a:lnTo>
                  <a:lnTo>
                    <a:pt x="1264436" y="1312599"/>
                  </a:lnTo>
                  <a:lnTo>
                    <a:pt x="1308316" y="1323656"/>
                  </a:lnTo>
                  <a:lnTo>
                    <a:pt x="1344997" y="1331232"/>
                  </a:lnTo>
                  <a:lnTo>
                    <a:pt x="1370099" y="1335558"/>
                  </a:lnTo>
                  <a:lnTo>
                    <a:pt x="1382476" y="1337364"/>
                  </a:lnTo>
                  <a:lnTo>
                    <a:pt x="1385454" y="1337738"/>
                  </a:lnTo>
                  <a:lnTo>
                    <a:pt x="1385454" y="1304295"/>
                  </a:lnTo>
                  <a:lnTo>
                    <a:pt x="1383961" y="1304114"/>
                  </a:lnTo>
                  <a:lnTo>
                    <a:pt x="1374630" y="1302808"/>
                  </a:lnTo>
                  <a:lnTo>
                    <a:pt x="1353027" y="1299253"/>
                  </a:lnTo>
                  <a:lnTo>
                    <a:pt x="1319128" y="1292595"/>
                  </a:lnTo>
                  <a:lnTo>
                    <a:pt x="1276673" y="1282476"/>
                  </a:lnTo>
                  <a:lnTo>
                    <a:pt x="1230765" y="1268923"/>
                  </a:lnTo>
                  <a:lnTo>
                    <a:pt x="1185488" y="1252026"/>
                  </a:lnTo>
                  <a:lnTo>
                    <a:pt x="1142919" y="1231639"/>
                  </a:lnTo>
                  <a:lnTo>
                    <a:pt x="1103347" y="1207240"/>
                  </a:lnTo>
                  <a:lnTo>
                    <a:pt x="1065919" y="1177919"/>
                  </a:lnTo>
                  <a:lnTo>
                    <a:pt x="1029222" y="1142484"/>
                  </a:lnTo>
                  <a:lnTo>
                    <a:pt x="991753" y="1099763"/>
                  </a:lnTo>
                  <a:lnTo>
                    <a:pt x="981363" y="1086912"/>
                  </a:lnTo>
                  <a:lnTo>
                    <a:pt x="955129" y="1052884"/>
                  </a:lnTo>
                  <a:lnTo>
                    <a:pt x="927745" y="1015319"/>
                  </a:lnTo>
                  <a:lnTo>
                    <a:pt x="899046" y="974170"/>
                  </a:lnTo>
                  <a:lnTo>
                    <a:pt x="868963" y="929512"/>
                  </a:lnTo>
                  <a:lnTo>
                    <a:pt x="837518" y="881566"/>
                  </a:lnTo>
                  <a:lnTo>
                    <a:pt x="804825" y="830700"/>
                  </a:lnTo>
                  <a:lnTo>
                    <a:pt x="771081" y="777429"/>
                  </a:lnTo>
                  <a:lnTo>
                    <a:pt x="736558" y="722399"/>
                  </a:lnTo>
                  <a:lnTo>
                    <a:pt x="701582" y="666355"/>
                  </a:lnTo>
                  <a:lnTo>
                    <a:pt x="666513" y="610104"/>
                  </a:lnTo>
                  <a:lnTo>
                    <a:pt x="631718" y="554464"/>
                  </a:lnTo>
                  <a:lnTo>
                    <a:pt x="597543" y="500217"/>
                  </a:lnTo>
                  <a:lnTo>
                    <a:pt x="564290" y="448064"/>
                  </a:lnTo>
                  <a:lnTo>
                    <a:pt x="532195" y="398589"/>
                  </a:lnTo>
                  <a:lnTo>
                    <a:pt x="501416" y="352235"/>
                  </a:lnTo>
                  <a:lnTo>
                    <a:pt x="472022" y="309297"/>
                  </a:lnTo>
                  <a:lnTo>
                    <a:pt x="443989" y="269922"/>
                  </a:lnTo>
                  <a:lnTo>
                    <a:pt x="417201" y="234122"/>
                  </a:lnTo>
                  <a:lnTo>
                    <a:pt x="404090" y="217382"/>
                  </a:lnTo>
                  <a:lnTo>
                    <a:pt x="366198" y="172569"/>
                  </a:lnTo>
                  <a:lnTo>
                    <a:pt x="329433" y="135272"/>
                  </a:lnTo>
                  <a:lnTo>
                    <a:pt x="292353" y="104427"/>
                  </a:lnTo>
                  <a:lnTo>
                    <a:pt x="253476" y="78806"/>
                  </a:lnTo>
                  <a:lnTo>
                    <a:pt x="211746" y="57406"/>
                  </a:lnTo>
                  <a:lnTo>
                    <a:pt x="167079" y="39597"/>
                  </a:lnTo>
                  <a:lnTo>
                    <a:pt x="121017" y="25139"/>
                  </a:lnTo>
                  <a:lnTo>
                    <a:pt x="77138" y="14082"/>
                  </a:lnTo>
                  <a:lnTo>
                    <a:pt x="40457" y="6506"/>
                  </a:lnTo>
                  <a:lnTo>
                    <a:pt x="15355" y="2180"/>
                  </a:lnTo>
                  <a:lnTo>
                    <a:pt x="2978" y="3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2050472" y="4355862"/>
              <a:ext cx="1385454" cy="367878"/>
            </a:xfrm>
            <a:custGeom>
              <a:avLst/>
              <a:pathLst>
                <a:path w="1385454" h="367878">
                  <a:moveTo>
                    <a:pt x="0" y="33443"/>
                  </a:moveTo>
                  <a:lnTo>
                    <a:pt x="1770" y="33499"/>
                  </a:lnTo>
                  <a:lnTo>
                    <a:pt x="12744" y="33899"/>
                  </a:lnTo>
                  <a:lnTo>
                    <a:pt x="37744" y="34982"/>
                  </a:lnTo>
                  <a:lnTo>
                    <a:pt x="76023" y="36989"/>
                  </a:lnTo>
                  <a:lnTo>
                    <a:pt x="122547" y="39999"/>
                  </a:lnTo>
                  <a:lnTo>
                    <a:pt x="171377" y="43989"/>
                  </a:lnTo>
                  <a:lnTo>
                    <a:pt x="218404" y="48948"/>
                  </a:lnTo>
                  <a:lnTo>
                    <a:pt x="262059" y="54965"/>
                  </a:lnTo>
                  <a:lnTo>
                    <a:pt x="302701" y="62254"/>
                  </a:lnTo>
                  <a:lnTo>
                    <a:pt x="341759" y="71145"/>
                  </a:lnTo>
                  <a:lnTo>
                    <a:pt x="381040" y="82013"/>
                  </a:lnTo>
                  <a:lnTo>
                    <a:pt x="404090" y="89182"/>
                  </a:lnTo>
                  <a:lnTo>
                    <a:pt x="438374" y="100688"/>
                  </a:lnTo>
                  <a:lnTo>
                    <a:pt x="474687" y="113732"/>
                  </a:lnTo>
                  <a:lnTo>
                    <a:pt x="513298" y="128310"/>
                  </a:lnTo>
                  <a:lnTo>
                    <a:pt x="554209" y="144320"/>
                  </a:lnTo>
                  <a:lnTo>
                    <a:pt x="597162" y="161550"/>
                  </a:lnTo>
                  <a:lnTo>
                    <a:pt x="641669" y="179685"/>
                  </a:lnTo>
                  <a:lnTo>
                    <a:pt x="687057" y="198328"/>
                  </a:lnTo>
                  <a:lnTo>
                    <a:pt x="732544" y="217027"/>
                  </a:lnTo>
                  <a:lnTo>
                    <a:pt x="777339" y="235329"/>
                  </a:lnTo>
                  <a:lnTo>
                    <a:pt x="820733" y="252817"/>
                  </a:lnTo>
                  <a:lnTo>
                    <a:pt x="862185" y="269154"/>
                  </a:lnTo>
                  <a:lnTo>
                    <a:pt x="901378" y="284102"/>
                  </a:lnTo>
                  <a:lnTo>
                    <a:pt x="938249" y="297532"/>
                  </a:lnTo>
                  <a:lnTo>
                    <a:pt x="972998" y="309416"/>
                  </a:lnTo>
                  <a:lnTo>
                    <a:pt x="981363" y="312139"/>
                  </a:lnTo>
                  <a:lnTo>
                    <a:pt x="1021503" y="324261"/>
                  </a:lnTo>
                  <a:lnTo>
                    <a:pt x="1060466" y="334233"/>
                  </a:lnTo>
                  <a:lnTo>
                    <a:pt x="1099995" y="342387"/>
                  </a:lnTo>
                  <a:lnTo>
                    <a:pt x="1141806" y="349092"/>
                  </a:lnTo>
                  <a:lnTo>
                    <a:pt x="1186964" y="354634"/>
                  </a:lnTo>
                  <a:lnTo>
                    <a:pt x="1235104" y="359171"/>
                  </a:lnTo>
                  <a:lnTo>
                    <a:pt x="1283589" y="362743"/>
                  </a:lnTo>
                  <a:lnTo>
                    <a:pt x="1327315" y="365319"/>
                  </a:lnTo>
                  <a:lnTo>
                    <a:pt x="1360296" y="366909"/>
                  </a:lnTo>
                  <a:lnTo>
                    <a:pt x="1379005" y="367660"/>
                  </a:lnTo>
                  <a:lnTo>
                    <a:pt x="1385115" y="367868"/>
                  </a:lnTo>
                  <a:lnTo>
                    <a:pt x="1385454" y="367878"/>
                  </a:lnTo>
                  <a:lnTo>
                    <a:pt x="1385454" y="334434"/>
                  </a:lnTo>
                  <a:lnTo>
                    <a:pt x="1383683" y="334379"/>
                  </a:lnTo>
                  <a:lnTo>
                    <a:pt x="1372709" y="333979"/>
                  </a:lnTo>
                  <a:lnTo>
                    <a:pt x="1347709" y="332895"/>
                  </a:lnTo>
                  <a:lnTo>
                    <a:pt x="1309431" y="330888"/>
                  </a:lnTo>
                  <a:lnTo>
                    <a:pt x="1262906" y="327878"/>
                  </a:lnTo>
                  <a:lnTo>
                    <a:pt x="1214076" y="323889"/>
                  </a:lnTo>
                  <a:lnTo>
                    <a:pt x="1167050" y="318929"/>
                  </a:lnTo>
                  <a:lnTo>
                    <a:pt x="1123395" y="312912"/>
                  </a:lnTo>
                  <a:lnTo>
                    <a:pt x="1082752" y="305623"/>
                  </a:lnTo>
                  <a:lnTo>
                    <a:pt x="1043694" y="296732"/>
                  </a:lnTo>
                  <a:lnTo>
                    <a:pt x="1004414" y="285864"/>
                  </a:lnTo>
                  <a:lnTo>
                    <a:pt x="981363" y="278695"/>
                  </a:lnTo>
                  <a:lnTo>
                    <a:pt x="947080" y="267189"/>
                  </a:lnTo>
                  <a:lnTo>
                    <a:pt x="910766" y="254145"/>
                  </a:lnTo>
                  <a:lnTo>
                    <a:pt x="872155" y="239567"/>
                  </a:lnTo>
                  <a:lnTo>
                    <a:pt x="831245" y="223558"/>
                  </a:lnTo>
                  <a:lnTo>
                    <a:pt x="788291" y="206328"/>
                  </a:lnTo>
                  <a:lnTo>
                    <a:pt x="743784" y="188192"/>
                  </a:lnTo>
                  <a:lnTo>
                    <a:pt x="698397" y="169550"/>
                  </a:lnTo>
                  <a:lnTo>
                    <a:pt x="652910" y="150850"/>
                  </a:lnTo>
                  <a:lnTo>
                    <a:pt x="608115" y="132548"/>
                  </a:lnTo>
                  <a:lnTo>
                    <a:pt x="564721" y="115060"/>
                  </a:lnTo>
                  <a:lnTo>
                    <a:pt x="523269" y="98723"/>
                  </a:lnTo>
                  <a:lnTo>
                    <a:pt x="484075" y="83775"/>
                  </a:lnTo>
                  <a:lnTo>
                    <a:pt x="447205" y="70345"/>
                  </a:lnTo>
                  <a:lnTo>
                    <a:pt x="412456" y="58461"/>
                  </a:lnTo>
                  <a:lnTo>
                    <a:pt x="404090" y="55739"/>
                  </a:lnTo>
                  <a:lnTo>
                    <a:pt x="363951" y="43616"/>
                  </a:lnTo>
                  <a:lnTo>
                    <a:pt x="324987" y="33645"/>
                  </a:lnTo>
                  <a:lnTo>
                    <a:pt x="285459" y="25491"/>
                  </a:lnTo>
                  <a:lnTo>
                    <a:pt x="243647" y="18785"/>
                  </a:lnTo>
                  <a:lnTo>
                    <a:pt x="198489" y="13243"/>
                  </a:lnTo>
                  <a:lnTo>
                    <a:pt x="150349" y="8706"/>
                  </a:lnTo>
                  <a:lnTo>
                    <a:pt x="101864" y="5134"/>
                  </a:lnTo>
                  <a:lnTo>
                    <a:pt x="58139" y="2558"/>
                  </a:lnTo>
                  <a:lnTo>
                    <a:pt x="25158" y="969"/>
                  </a:lnTo>
                  <a:lnTo>
                    <a:pt x="6449" y="217"/>
                  </a:lnTo>
                  <a:lnTo>
                    <a:pt x="339" y="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2050472" y="4389305"/>
              <a:ext cx="1385454" cy="367878"/>
            </a:xfrm>
            <a:custGeom>
              <a:avLst/>
              <a:pathLst>
                <a:path w="1385454" h="367878">
                  <a:moveTo>
                    <a:pt x="0" y="33443"/>
                  </a:moveTo>
                  <a:lnTo>
                    <a:pt x="1770" y="33499"/>
                  </a:lnTo>
                  <a:lnTo>
                    <a:pt x="12744" y="33899"/>
                  </a:lnTo>
                  <a:lnTo>
                    <a:pt x="37744" y="34982"/>
                  </a:lnTo>
                  <a:lnTo>
                    <a:pt x="76023" y="36989"/>
                  </a:lnTo>
                  <a:lnTo>
                    <a:pt x="122547" y="39999"/>
                  </a:lnTo>
                  <a:lnTo>
                    <a:pt x="171377" y="43989"/>
                  </a:lnTo>
                  <a:lnTo>
                    <a:pt x="218404" y="48948"/>
                  </a:lnTo>
                  <a:lnTo>
                    <a:pt x="262059" y="54965"/>
                  </a:lnTo>
                  <a:lnTo>
                    <a:pt x="302701" y="62254"/>
                  </a:lnTo>
                  <a:lnTo>
                    <a:pt x="341759" y="71145"/>
                  </a:lnTo>
                  <a:lnTo>
                    <a:pt x="381040" y="82013"/>
                  </a:lnTo>
                  <a:lnTo>
                    <a:pt x="404090" y="89182"/>
                  </a:lnTo>
                  <a:lnTo>
                    <a:pt x="438374" y="100688"/>
                  </a:lnTo>
                  <a:lnTo>
                    <a:pt x="474687" y="113732"/>
                  </a:lnTo>
                  <a:lnTo>
                    <a:pt x="513298" y="128310"/>
                  </a:lnTo>
                  <a:lnTo>
                    <a:pt x="554209" y="144320"/>
                  </a:lnTo>
                  <a:lnTo>
                    <a:pt x="597162" y="161550"/>
                  </a:lnTo>
                  <a:lnTo>
                    <a:pt x="641669" y="179685"/>
                  </a:lnTo>
                  <a:lnTo>
                    <a:pt x="687057" y="198328"/>
                  </a:lnTo>
                  <a:lnTo>
                    <a:pt x="732544" y="217027"/>
                  </a:lnTo>
                  <a:lnTo>
                    <a:pt x="777339" y="235329"/>
                  </a:lnTo>
                  <a:lnTo>
                    <a:pt x="820733" y="252817"/>
                  </a:lnTo>
                  <a:lnTo>
                    <a:pt x="862185" y="269154"/>
                  </a:lnTo>
                  <a:lnTo>
                    <a:pt x="901378" y="284102"/>
                  </a:lnTo>
                  <a:lnTo>
                    <a:pt x="938249" y="297532"/>
                  </a:lnTo>
                  <a:lnTo>
                    <a:pt x="972998" y="309416"/>
                  </a:lnTo>
                  <a:lnTo>
                    <a:pt x="981363" y="312139"/>
                  </a:lnTo>
                  <a:lnTo>
                    <a:pt x="1021503" y="324261"/>
                  </a:lnTo>
                  <a:lnTo>
                    <a:pt x="1060466" y="334233"/>
                  </a:lnTo>
                  <a:lnTo>
                    <a:pt x="1099995" y="342387"/>
                  </a:lnTo>
                  <a:lnTo>
                    <a:pt x="1141806" y="349092"/>
                  </a:lnTo>
                  <a:lnTo>
                    <a:pt x="1186964" y="354634"/>
                  </a:lnTo>
                  <a:lnTo>
                    <a:pt x="1235104" y="359171"/>
                  </a:lnTo>
                  <a:lnTo>
                    <a:pt x="1283589" y="362743"/>
                  </a:lnTo>
                  <a:lnTo>
                    <a:pt x="1327315" y="365319"/>
                  </a:lnTo>
                  <a:lnTo>
                    <a:pt x="1360296" y="366909"/>
                  </a:lnTo>
                  <a:lnTo>
                    <a:pt x="1379005" y="367660"/>
                  </a:lnTo>
                  <a:lnTo>
                    <a:pt x="1385115" y="367868"/>
                  </a:lnTo>
                  <a:lnTo>
                    <a:pt x="1385454" y="367878"/>
                  </a:lnTo>
                  <a:lnTo>
                    <a:pt x="1385454" y="334434"/>
                  </a:lnTo>
                  <a:lnTo>
                    <a:pt x="1383683" y="334379"/>
                  </a:lnTo>
                  <a:lnTo>
                    <a:pt x="1372709" y="333979"/>
                  </a:lnTo>
                  <a:lnTo>
                    <a:pt x="1347709" y="332895"/>
                  </a:lnTo>
                  <a:lnTo>
                    <a:pt x="1309431" y="330888"/>
                  </a:lnTo>
                  <a:lnTo>
                    <a:pt x="1262906" y="327878"/>
                  </a:lnTo>
                  <a:lnTo>
                    <a:pt x="1214076" y="323889"/>
                  </a:lnTo>
                  <a:lnTo>
                    <a:pt x="1167050" y="318929"/>
                  </a:lnTo>
                  <a:lnTo>
                    <a:pt x="1123395" y="312912"/>
                  </a:lnTo>
                  <a:lnTo>
                    <a:pt x="1082752" y="305623"/>
                  </a:lnTo>
                  <a:lnTo>
                    <a:pt x="1043694" y="296732"/>
                  </a:lnTo>
                  <a:lnTo>
                    <a:pt x="1004414" y="285864"/>
                  </a:lnTo>
                  <a:lnTo>
                    <a:pt x="981363" y="278695"/>
                  </a:lnTo>
                  <a:lnTo>
                    <a:pt x="947080" y="267189"/>
                  </a:lnTo>
                  <a:lnTo>
                    <a:pt x="910766" y="254145"/>
                  </a:lnTo>
                  <a:lnTo>
                    <a:pt x="872155" y="239567"/>
                  </a:lnTo>
                  <a:lnTo>
                    <a:pt x="831245" y="223558"/>
                  </a:lnTo>
                  <a:lnTo>
                    <a:pt x="788291" y="206328"/>
                  </a:lnTo>
                  <a:lnTo>
                    <a:pt x="743784" y="188192"/>
                  </a:lnTo>
                  <a:lnTo>
                    <a:pt x="698397" y="169550"/>
                  </a:lnTo>
                  <a:lnTo>
                    <a:pt x="652910" y="150850"/>
                  </a:lnTo>
                  <a:lnTo>
                    <a:pt x="608115" y="132548"/>
                  </a:lnTo>
                  <a:lnTo>
                    <a:pt x="564721" y="115060"/>
                  </a:lnTo>
                  <a:lnTo>
                    <a:pt x="523269" y="98723"/>
                  </a:lnTo>
                  <a:lnTo>
                    <a:pt x="484075" y="83775"/>
                  </a:lnTo>
                  <a:lnTo>
                    <a:pt x="447205" y="70345"/>
                  </a:lnTo>
                  <a:lnTo>
                    <a:pt x="412456" y="58461"/>
                  </a:lnTo>
                  <a:lnTo>
                    <a:pt x="404090" y="55739"/>
                  </a:lnTo>
                  <a:lnTo>
                    <a:pt x="363951" y="43616"/>
                  </a:lnTo>
                  <a:lnTo>
                    <a:pt x="324987" y="33645"/>
                  </a:lnTo>
                  <a:lnTo>
                    <a:pt x="285459" y="25491"/>
                  </a:lnTo>
                  <a:lnTo>
                    <a:pt x="243647" y="18785"/>
                  </a:lnTo>
                  <a:lnTo>
                    <a:pt x="198489" y="13243"/>
                  </a:lnTo>
                  <a:lnTo>
                    <a:pt x="150349" y="8706"/>
                  </a:lnTo>
                  <a:lnTo>
                    <a:pt x="101864" y="5134"/>
                  </a:lnTo>
                  <a:lnTo>
                    <a:pt x="58139" y="2558"/>
                  </a:lnTo>
                  <a:lnTo>
                    <a:pt x="25158" y="969"/>
                  </a:lnTo>
                  <a:lnTo>
                    <a:pt x="6449" y="217"/>
                  </a:lnTo>
                  <a:lnTo>
                    <a:pt x="339" y="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2050472" y="5860818"/>
              <a:ext cx="1385454" cy="969860"/>
            </a:xfrm>
            <a:custGeom>
              <a:avLst/>
              <a:pathLst>
                <a:path w="1385454" h="969860">
                  <a:moveTo>
                    <a:pt x="0" y="33443"/>
                  </a:moveTo>
                  <a:lnTo>
                    <a:pt x="1623" y="33585"/>
                  </a:lnTo>
                  <a:lnTo>
                    <a:pt x="11726" y="34607"/>
                  </a:lnTo>
                  <a:lnTo>
                    <a:pt x="34938" y="37386"/>
                  </a:lnTo>
                  <a:lnTo>
                    <a:pt x="70940" y="42562"/>
                  </a:lnTo>
                  <a:lnTo>
                    <a:pt x="115385" y="50377"/>
                  </a:lnTo>
                  <a:lnTo>
                    <a:pt x="162753" y="60790"/>
                  </a:lnTo>
                  <a:lnTo>
                    <a:pt x="208919" y="73750"/>
                  </a:lnTo>
                  <a:lnTo>
                    <a:pt x="252030" y="89421"/>
                  </a:lnTo>
                  <a:lnTo>
                    <a:pt x="292099" y="108281"/>
                  </a:lnTo>
                  <a:lnTo>
                    <a:pt x="330257" y="131109"/>
                  </a:lnTo>
                  <a:lnTo>
                    <a:pt x="368117" y="158865"/>
                  </a:lnTo>
                  <a:lnTo>
                    <a:pt x="404090" y="189513"/>
                  </a:lnTo>
                  <a:lnTo>
                    <a:pt x="433220" y="216731"/>
                  </a:lnTo>
                  <a:lnTo>
                    <a:pt x="463788" y="247072"/>
                  </a:lnTo>
                  <a:lnTo>
                    <a:pt x="495995" y="280566"/>
                  </a:lnTo>
                  <a:lnTo>
                    <a:pt x="529902" y="317101"/>
                  </a:lnTo>
                  <a:lnTo>
                    <a:pt x="565433" y="356408"/>
                  </a:lnTo>
                  <a:lnTo>
                    <a:pt x="602375" y="398056"/>
                  </a:lnTo>
                  <a:lnTo>
                    <a:pt x="640398" y="441464"/>
                  </a:lnTo>
                  <a:lnTo>
                    <a:pt x="679080" y="485932"/>
                  </a:lnTo>
                  <a:lnTo>
                    <a:pt x="717936" y="530681"/>
                  </a:lnTo>
                  <a:lnTo>
                    <a:pt x="756470" y="574913"/>
                  </a:lnTo>
                  <a:lnTo>
                    <a:pt x="794212" y="617866"/>
                  </a:lnTo>
                  <a:lnTo>
                    <a:pt x="830763" y="658871"/>
                  </a:lnTo>
                  <a:lnTo>
                    <a:pt x="865827" y="697389"/>
                  </a:lnTo>
                  <a:lnTo>
                    <a:pt x="899230" y="733039"/>
                  </a:lnTo>
                  <a:lnTo>
                    <a:pt x="930936" y="765599"/>
                  </a:lnTo>
                  <a:lnTo>
                    <a:pt x="961047" y="795002"/>
                  </a:lnTo>
                  <a:lnTo>
                    <a:pt x="981363" y="813791"/>
                  </a:lnTo>
                  <a:lnTo>
                    <a:pt x="1020339" y="846820"/>
                  </a:lnTo>
                  <a:lnTo>
                    <a:pt x="1058162" y="874154"/>
                  </a:lnTo>
                  <a:lnTo>
                    <a:pt x="1096415" y="896636"/>
                  </a:lnTo>
                  <a:lnTo>
                    <a:pt x="1136692" y="915221"/>
                  </a:lnTo>
                  <a:lnTo>
                    <a:pt x="1180062" y="930666"/>
                  </a:lnTo>
                  <a:lnTo>
                    <a:pt x="1226419" y="943423"/>
                  </a:lnTo>
                  <a:lnTo>
                    <a:pt x="1273735" y="953636"/>
                  </a:lnTo>
                  <a:lnTo>
                    <a:pt x="1317721" y="961243"/>
                  </a:lnTo>
                  <a:lnTo>
                    <a:pt x="1352838" y="966216"/>
                  </a:lnTo>
                  <a:lnTo>
                    <a:pt x="1374966" y="968829"/>
                  </a:lnTo>
                  <a:lnTo>
                    <a:pt x="1384175" y="969749"/>
                  </a:lnTo>
                  <a:lnTo>
                    <a:pt x="1385454" y="969860"/>
                  </a:lnTo>
                  <a:lnTo>
                    <a:pt x="1385454" y="936417"/>
                  </a:lnTo>
                  <a:lnTo>
                    <a:pt x="1383831" y="936275"/>
                  </a:lnTo>
                  <a:lnTo>
                    <a:pt x="1373728" y="935252"/>
                  </a:lnTo>
                  <a:lnTo>
                    <a:pt x="1350516" y="932473"/>
                  </a:lnTo>
                  <a:lnTo>
                    <a:pt x="1314514" y="927298"/>
                  </a:lnTo>
                  <a:lnTo>
                    <a:pt x="1270069" y="919483"/>
                  </a:lnTo>
                  <a:lnTo>
                    <a:pt x="1222701" y="909069"/>
                  </a:lnTo>
                  <a:lnTo>
                    <a:pt x="1176534" y="896110"/>
                  </a:lnTo>
                  <a:lnTo>
                    <a:pt x="1133424" y="880439"/>
                  </a:lnTo>
                  <a:lnTo>
                    <a:pt x="1093354" y="861578"/>
                  </a:lnTo>
                  <a:lnTo>
                    <a:pt x="1055197" y="838751"/>
                  </a:lnTo>
                  <a:lnTo>
                    <a:pt x="1017336" y="810995"/>
                  </a:lnTo>
                  <a:lnTo>
                    <a:pt x="981363" y="780347"/>
                  </a:lnTo>
                  <a:lnTo>
                    <a:pt x="952233" y="753129"/>
                  </a:lnTo>
                  <a:lnTo>
                    <a:pt x="921666" y="722788"/>
                  </a:lnTo>
                  <a:lnTo>
                    <a:pt x="889459" y="689293"/>
                  </a:lnTo>
                  <a:lnTo>
                    <a:pt x="855551" y="652759"/>
                  </a:lnTo>
                  <a:lnTo>
                    <a:pt x="820021" y="613452"/>
                  </a:lnTo>
                  <a:lnTo>
                    <a:pt x="783079" y="571804"/>
                  </a:lnTo>
                  <a:lnTo>
                    <a:pt x="745055" y="528395"/>
                  </a:lnTo>
                  <a:lnTo>
                    <a:pt x="706374" y="483927"/>
                  </a:lnTo>
                  <a:lnTo>
                    <a:pt x="667517" y="439178"/>
                  </a:lnTo>
                  <a:lnTo>
                    <a:pt x="628983" y="394947"/>
                  </a:lnTo>
                  <a:lnTo>
                    <a:pt x="591241" y="351994"/>
                  </a:lnTo>
                  <a:lnTo>
                    <a:pt x="554690" y="310989"/>
                  </a:lnTo>
                  <a:lnTo>
                    <a:pt x="519627" y="272470"/>
                  </a:lnTo>
                  <a:lnTo>
                    <a:pt x="486224" y="236820"/>
                  </a:lnTo>
                  <a:lnTo>
                    <a:pt x="454518" y="204260"/>
                  </a:lnTo>
                  <a:lnTo>
                    <a:pt x="424406" y="174858"/>
                  </a:lnTo>
                  <a:lnTo>
                    <a:pt x="404090" y="156069"/>
                  </a:lnTo>
                  <a:lnTo>
                    <a:pt x="365115" y="123040"/>
                  </a:lnTo>
                  <a:lnTo>
                    <a:pt x="327291" y="95706"/>
                  </a:lnTo>
                  <a:lnTo>
                    <a:pt x="289039" y="73224"/>
                  </a:lnTo>
                  <a:lnTo>
                    <a:pt x="248761" y="54639"/>
                  </a:lnTo>
                  <a:lnTo>
                    <a:pt x="205392" y="39194"/>
                  </a:lnTo>
                  <a:lnTo>
                    <a:pt x="159035" y="26437"/>
                  </a:lnTo>
                  <a:lnTo>
                    <a:pt x="111719" y="16224"/>
                  </a:lnTo>
                  <a:lnTo>
                    <a:pt x="67733" y="8617"/>
                  </a:lnTo>
                  <a:lnTo>
                    <a:pt x="32616" y="3644"/>
                  </a:lnTo>
                  <a:lnTo>
                    <a:pt x="10487" y="1031"/>
                  </a:lnTo>
                  <a:lnTo>
                    <a:pt x="1279" y="1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2050472" y="5660157"/>
              <a:ext cx="1385454" cy="735756"/>
            </a:xfrm>
            <a:custGeom>
              <a:avLst/>
              <a:pathLst>
                <a:path w="1385454" h="735756">
                  <a:moveTo>
                    <a:pt x="0" y="33443"/>
                  </a:moveTo>
                  <a:lnTo>
                    <a:pt x="1693" y="33554"/>
                  </a:lnTo>
                  <a:lnTo>
                    <a:pt x="12211" y="34356"/>
                  </a:lnTo>
                  <a:lnTo>
                    <a:pt x="36279" y="36532"/>
                  </a:lnTo>
                  <a:lnTo>
                    <a:pt x="73378" y="40572"/>
                  </a:lnTo>
                  <a:lnTo>
                    <a:pt x="118835" y="46653"/>
                  </a:lnTo>
                  <a:lnTo>
                    <a:pt x="166923" y="54735"/>
                  </a:lnTo>
                  <a:lnTo>
                    <a:pt x="213516" y="64786"/>
                  </a:lnTo>
                  <a:lnTo>
                    <a:pt x="256893" y="76959"/>
                  </a:lnTo>
                  <a:lnTo>
                    <a:pt x="297233" y="91655"/>
                  </a:lnTo>
                  <a:lnTo>
                    <a:pt x="335810" y="109508"/>
                  </a:lnTo>
                  <a:lnTo>
                    <a:pt x="374333" y="131275"/>
                  </a:lnTo>
                  <a:lnTo>
                    <a:pt x="404090" y="150495"/>
                  </a:lnTo>
                  <a:lnTo>
                    <a:pt x="435297" y="172415"/>
                  </a:lnTo>
                  <a:lnTo>
                    <a:pt x="468167" y="197019"/>
                  </a:lnTo>
                  <a:lnTo>
                    <a:pt x="502930" y="224320"/>
                  </a:lnTo>
                  <a:lnTo>
                    <a:pt x="539632" y="254192"/>
                  </a:lnTo>
                  <a:lnTo>
                    <a:pt x="578135" y="286351"/>
                  </a:lnTo>
                  <a:lnTo>
                    <a:pt x="618135" y="320358"/>
                  </a:lnTo>
                  <a:lnTo>
                    <a:pt x="659179" y="355634"/>
                  </a:lnTo>
                  <a:lnTo>
                    <a:pt x="700712" y="391498"/>
                  </a:lnTo>
                  <a:lnTo>
                    <a:pt x="742128" y="427222"/>
                  </a:lnTo>
                  <a:lnTo>
                    <a:pt x="782832" y="462086"/>
                  </a:lnTo>
                  <a:lnTo>
                    <a:pt x="822303" y="495445"/>
                  </a:lnTo>
                  <a:lnTo>
                    <a:pt x="860142" y="526769"/>
                  </a:lnTo>
                  <a:lnTo>
                    <a:pt x="896105" y="555678"/>
                  </a:lnTo>
                  <a:lnTo>
                    <a:pt x="930126" y="581951"/>
                  </a:lnTo>
                  <a:lnTo>
                    <a:pt x="962320" y="605515"/>
                  </a:lnTo>
                  <a:lnTo>
                    <a:pt x="981363" y="618704"/>
                  </a:lnTo>
                  <a:lnTo>
                    <a:pt x="1020901" y="643807"/>
                  </a:lnTo>
                  <a:lnTo>
                    <a:pt x="1059274" y="664521"/>
                  </a:lnTo>
                  <a:lnTo>
                    <a:pt x="1098141" y="681510"/>
                  </a:lnTo>
                  <a:lnTo>
                    <a:pt x="1139155" y="695519"/>
                  </a:lnTo>
                  <a:lnTo>
                    <a:pt x="1183385" y="707131"/>
                  </a:lnTo>
                  <a:lnTo>
                    <a:pt x="1230608" y="716681"/>
                  </a:lnTo>
                  <a:lnTo>
                    <a:pt x="1278513" y="724267"/>
                  </a:lnTo>
                  <a:lnTo>
                    <a:pt x="1322424" y="729834"/>
                  </a:lnTo>
                  <a:lnTo>
                    <a:pt x="1356566" y="733376"/>
                  </a:lnTo>
                  <a:lnTo>
                    <a:pt x="1377065" y="735149"/>
                  </a:lnTo>
                  <a:lnTo>
                    <a:pt x="1384727" y="735710"/>
                  </a:lnTo>
                  <a:lnTo>
                    <a:pt x="1385454" y="735756"/>
                  </a:lnTo>
                  <a:lnTo>
                    <a:pt x="1385454" y="702312"/>
                  </a:lnTo>
                  <a:lnTo>
                    <a:pt x="1383761" y="702201"/>
                  </a:lnTo>
                  <a:lnTo>
                    <a:pt x="1373243" y="701399"/>
                  </a:lnTo>
                  <a:lnTo>
                    <a:pt x="1349175" y="699224"/>
                  </a:lnTo>
                  <a:lnTo>
                    <a:pt x="1312076" y="695183"/>
                  </a:lnTo>
                  <a:lnTo>
                    <a:pt x="1266618" y="689102"/>
                  </a:lnTo>
                  <a:lnTo>
                    <a:pt x="1218531" y="681020"/>
                  </a:lnTo>
                  <a:lnTo>
                    <a:pt x="1171938" y="670969"/>
                  </a:lnTo>
                  <a:lnTo>
                    <a:pt x="1128560" y="658796"/>
                  </a:lnTo>
                  <a:lnTo>
                    <a:pt x="1088221" y="644101"/>
                  </a:lnTo>
                  <a:lnTo>
                    <a:pt x="1049644" y="626248"/>
                  </a:lnTo>
                  <a:lnTo>
                    <a:pt x="1011120" y="604480"/>
                  </a:lnTo>
                  <a:lnTo>
                    <a:pt x="981363" y="585260"/>
                  </a:lnTo>
                  <a:lnTo>
                    <a:pt x="950157" y="563340"/>
                  </a:lnTo>
                  <a:lnTo>
                    <a:pt x="917286" y="538737"/>
                  </a:lnTo>
                  <a:lnTo>
                    <a:pt x="882523" y="511436"/>
                  </a:lnTo>
                  <a:lnTo>
                    <a:pt x="845822" y="481564"/>
                  </a:lnTo>
                  <a:lnTo>
                    <a:pt x="807319" y="449405"/>
                  </a:lnTo>
                  <a:lnTo>
                    <a:pt x="767319" y="415398"/>
                  </a:lnTo>
                  <a:lnTo>
                    <a:pt x="726275" y="380122"/>
                  </a:lnTo>
                  <a:lnTo>
                    <a:pt x="684742" y="344257"/>
                  </a:lnTo>
                  <a:lnTo>
                    <a:pt x="643326" y="308534"/>
                  </a:lnTo>
                  <a:lnTo>
                    <a:pt x="602622" y="273669"/>
                  </a:lnTo>
                  <a:lnTo>
                    <a:pt x="563150" y="240310"/>
                  </a:lnTo>
                  <a:lnTo>
                    <a:pt x="525312" y="208986"/>
                  </a:lnTo>
                  <a:lnTo>
                    <a:pt x="489349" y="180077"/>
                  </a:lnTo>
                  <a:lnTo>
                    <a:pt x="455328" y="153805"/>
                  </a:lnTo>
                  <a:lnTo>
                    <a:pt x="423134" y="130240"/>
                  </a:lnTo>
                  <a:lnTo>
                    <a:pt x="404090" y="117052"/>
                  </a:lnTo>
                  <a:lnTo>
                    <a:pt x="364553" y="91948"/>
                  </a:lnTo>
                  <a:lnTo>
                    <a:pt x="326179" y="71235"/>
                  </a:lnTo>
                  <a:lnTo>
                    <a:pt x="287313" y="54245"/>
                  </a:lnTo>
                  <a:lnTo>
                    <a:pt x="246299" y="40236"/>
                  </a:lnTo>
                  <a:lnTo>
                    <a:pt x="202069" y="28625"/>
                  </a:lnTo>
                  <a:lnTo>
                    <a:pt x="154846" y="19074"/>
                  </a:lnTo>
                  <a:lnTo>
                    <a:pt x="106940" y="11488"/>
                  </a:lnTo>
                  <a:lnTo>
                    <a:pt x="63030" y="5922"/>
                  </a:lnTo>
                  <a:lnTo>
                    <a:pt x="28887" y="2379"/>
                  </a:lnTo>
                  <a:lnTo>
                    <a:pt x="8388" y="607"/>
                  </a:lnTo>
                  <a:lnTo>
                    <a:pt x="727" y="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2050472" y="5559827"/>
              <a:ext cx="1385454" cy="200660"/>
            </a:xfrm>
            <a:custGeom>
              <a:avLst/>
              <a:pathLst>
                <a:path w="1385454" h="200660">
                  <a:moveTo>
                    <a:pt x="0" y="33443"/>
                  </a:moveTo>
                  <a:lnTo>
                    <a:pt x="1789" y="33471"/>
                  </a:lnTo>
                  <a:lnTo>
                    <a:pt x="12869" y="33673"/>
                  </a:lnTo>
                  <a:lnTo>
                    <a:pt x="38087" y="34221"/>
                  </a:lnTo>
                  <a:lnTo>
                    <a:pt x="76637" y="35234"/>
                  </a:lnTo>
                  <a:lnTo>
                    <a:pt x="123406" y="36752"/>
                  </a:lnTo>
                  <a:lnTo>
                    <a:pt x="172402" y="38763"/>
                  </a:lnTo>
                  <a:lnTo>
                    <a:pt x="219525" y="41263"/>
                  </a:lnTo>
                  <a:lnTo>
                    <a:pt x="263243" y="44297"/>
                  </a:lnTo>
                  <a:lnTo>
                    <a:pt x="303958" y="47977"/>
                  </a:lnTo>
                  <a:lnTo>
                    <a:pt x="343132" y="52468"/>
                  </a:lnTo>
                  <a:lnTo>
                    <a:pt x="382594" y="57961"/>
                  </a:lnTo>
                  <a:lnTo>
                    <a:pt x="404090" y="61313"/>
                  </a:lnTo>
                  <a:lnTo>
                    <a:pt x="439288" y="67225"/>
                  </a:lnTo>
                  <a:lnTo>
                    <a:pt x="476633" y="73947"/>
                  </a:lnTo>
                  <a:lnTo>
                    <a:pt x="516401" y="81475"/>
                  </a:lnTo>
                  <a:lnTo>
                    <a:pt x="558577" y="89749"/>
                  </a:lnTo>
                  <a:lnTo>
                    <a:pt x="602859" y="98651"/>
                  </a:lnTo>
                  <a:lnTo>
                    <a:pt x="648694" y="108004"/>
                  </a:lnTo>
                  <a:lnTo>
                    <a:pt x="695331" y="117587"/>
                  </a:lnTo>
                  <a:lnTo>
                    <a:pt x="741921" y="127157"/>
                  </a:lnTo>
                  <a:lnTo>
                    <a:pt x="787617" y="136470"/>
                  </a:lnTo>
                  <a:lnTo>
                    <a:pt x="831688" y="145310"/>
                  </a:lnTo>
                  <a:lnTo>
                    <a:pt x="873605" y="153506"/>
                  </a:lnTo>
                  <a:lnTo>
                    <a:pt x="913099" y="160946"/>
                  </a:lnTo>
                  <a:lnTo>
                    <a:pt x="950185" y="167577"/>
                  </a:lnTo>
                  <a:lnTo>
                    <a:pt x="981363" y="172791"/>
                  </a:lnTo>
                  <a:lnTo>
                    <a:pt x="1021641" y="178872"/>
                  </a:lnTo>
                  <a:lnTo>
                    <a:pt x="1060741" y="183870"/>
                  </a:lnTo>
                  <a:lnTo>
                    <a:pt x="1100423" y="187954"/>
                  </a:lnTo>
                  <a:lnTo>
                    <a:pt x="1142420" y="191311"/>
                  </a:lnTo>
                  <a:lnTo>
                    <a:pt x="1187792" y="194083"/>
                  </a:lnTo>
                  <a:lnTo>
                    <a:pt x="1236142" y="196350"/>
                  </a:lnTo>
                  <a:lnTo>
                    <a:pt x="1284753" y="198131"/>
                  </a:lnTo>
                  <a:lnTo>
                    <a:pt x="1328420" y="199410"/>
                  </a:lnTo>
                  <a:lnTo>
                    <a:pt x="1361116" y="200194"/>
                  </a:lnTo>
                  <a:lnTo>
                    <a:pt x="1379408" y="200559"/>
                  </a:lnTo>
                  <a:lnTo>
                    <a:pt x="1385178" y="200656"/>
                  </a:lnTo>
                  <a:lnTo>
                    <a:pt x="1385454" y="200660"/>
                  </a:lnTo>
                  <a:lnTo>
                    <a:pt x="1385454" y="167217"/>
                  </a:lnTo>
                  <a:lnTo>
                    <a:pt x="1383665" y="167189"/>
                  </a:lnTo>
                  <a:lnTo>
                    <a:pt x="1372584" y="166987"/>
                  </a:lnTo>
                  <a:lnTo>
                    <a:pt x="1347367" y="166439"/>
                  </a:lnTo>
                  <a:lnTo>
                    <a:pt x="1308816" y="165426"/>
                  </a:lnTo>
                  <a:lnTo>
                    <a:pt x="1262048" y="163908"/>
                  </a:lnTo>
                  <a:lnTo>
                    <a:pt x="1213051" y="161897"/>
                  </a:lnTo>
                  <a:lnTo>
                    <a:pt x="1165928" y="159397"/>
                  </a:lnTo>
                  <a:lnTo>
                    <a:pt x="1122210" y="156362"/>
                  </a:lnTo>
                  <a:lnTo>
                    <a:pt x="1081496" y="152683"/>
                  </a:lnTo>
                  <a:lnTo>
                    <a:pt x="1042321" y="148192"/>
                  </a:lnTo>
                  <a:lnTo>
                    <a:pt x="1002860" y="142698"/>
                  </a:lnTo>
                  <a:lnTo>
                    <a:pt x="981363" y="139347"/>
                  </a:lnTo>
                  <a:lnTo>
                    <a:pt x="946166" y="133435"/>
                  </a:lnTo>
                  <a:lnTo>
                    <a:pt x="908821" y="126713"/>
                  </a:lnTo>
                  <a:lnTo>
                    <a:pt x="869053" y="119185"/>
                  </a:lnTo>
                  <a:lnTo>
                    <a:pt x="826877" y="110911"/>
                  </a:lnTo>
                  <a:lnTo>
                    <a:pt x="782594" y="102009"/>
                  </a:lnTo>
                  <a:lnTo>
                    <a:pt x="736760" y="92656"/>
                  </a:lnTo>
                  <a:lnTo>
                    <a:pt x="690122" y="83072"/>
                  </a:lnTo>
                  <a:lnTo>
                    <a:pt x="643533" y="73502"/>
                  </a:lnTo>
                  <a:lnTo>
                    <a:pt x="597837" y="64189"/>
                  </a:lnTo>
                  <a:lnTo>
                    <a:pt x="553766" y="55350"/>
                  </a:lnTo>
                  <a:lnTo>
                    <a:pt x="511849" y="47154"/>
                  </a:lnTo>
                  <a:lnTo>
                    <a:pt x="472355" y="39714"/>
                  </a:lnTo>
                  <a:lnTo>
                    <a:pt x="435269" y="33083"/>
                  </a:lnTo>
                  <a:lnTo>
                    <a:pt x="404090" y="27869"/>
                  </a:lnTo>
                  <a:lnTo>
                    <a:pt x="363812" y="21788"/>
                  </a:lnTo>
                  <a:lnTo>
                    <a:pt x="324712" y="16790"/>
                  </a:lnTo>
                  <a:lnTo>
                    <a:pt x="285030" y="12706"/>
                  </a:lnTo>
                  <a:lnTo>
                    <a:pt x="243034" y="9349"/>
                  </a:lnTo>
                  <a:lnTo>
                    <a:pt x="197661" y="6577"/>
                  </a:lnTo>
                  <a:lnTo>
                    <a:pt x="149311" y="4310"/>
                  </a:lnTo>
                  <a:lnTo>
                    <a:pt x="100701" y="2529"/>
                  </a:lnTo>
                  <a:lnTo>
                    <a:pt x="57034" y="1250"/>
                  </a:lnTo>
                  <a:lnTo>
                    <a:pt x="24337" y="466"/>
                  </a:lnTo>
                  <a:lnTo>
                    <a:pt x="6045" y="101"/>
                  </a:lnTo>
                  <a:lnTo>
                    <a:pt x="275" y="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2050472" y="5894261"/>
              <a:ext cx="1385454" cy="969860"/>
            </a:xfrm>
            <a:custGeom>
              <a:avLst/>
              <a:pathLst>
                <a:path w="1385454" h="969860">
                  <a:moveTo>
                    <a:pt x="0" y="33443"/>
                  </a:moveTo>
                  <a:lnTo>
                    <a:pt x="1623" y="33585"/>
                  </a:lnTo>
                  <a:lnTo>
                    <a:pt x="11726" y="34607"/>
                  </a:lnTo>
                  <a:lnTo>
                    <a:pt x="34938" y="37386"/>
                  </a:lnTo>
                  <a:lnTo>
                    <a:pt x="70940" y="42562"/>
                  </a:lnTo>
                  <a:lnTo>
                    <a:pt x="115385" y="50377"/>
                  </a:lnTo>
                  <a:lnTo>
                    <a:pt x="162753" y="60790"/>
                  </a:lnTo>
                  <a:lnTo>
                    <a:pt x="208919" y="73750"/>
                  </a:lnTo>
                  <a:lnTo>
                    <a:pt x="252030" y="89421"/>
                  </a:lnTo>
                  <a:lnTo>
                    <a:pt x="292099" y="108281"/>
                  </a:lnTo>
                  <a:lnTo>
                    <a:pt x="330257" y="131109"/>
                  </a:lnTo>
                  <a:lnTo>
                    <a:pt x="368117" y="158865"/>
                  </a:lnTo>
                  <a:lnTo>
                    <a:pt x="404090" y="189513"/>
                  </a:lnTo>
                  <a:lnTo>
                    <a:pt x="433220" y="216731"/>
                  </a:lnTo>
                  <a:lnTo>
                    <a:pt x="463788" y="247072"/>
                  </a:lnTo>
                  <a:lnTo>
                    <a:pt x="495995" y="280566"/>
                  </a:lnTo>
                  <a:lnTo>
                    <a:pt x="529902" y="317101"/>
                  </a:lnTo>
                  <a:lnTo>
                    <a:pt x="565433" y="356408"/>
                  </a:lnTo>
                  <a:lnTo>
                    <a:pt x="602375" y="398056"/>
                  </a:lnTo>
                  <a:lnTo>
                    <a:pt x="640398" y="441464"/>
                  </a:lnTo>
                  <a:lnTo>
                    <a:pt x="679080" y="485932"/>
                  </a:lnTo>
                  <a:lnTo>
                    <a:pt x="717936" y="530681"/>
                  </a:lnTo>
                  <a:lnTo>
                    <a:pt x="756470" y="574913"/>
                  </a:lnTo>
                  <a:lnTo>
                    <a:pt x="794212" y="617866"/>
                  </a:lnTo>
                  <a:lnTo>
                    <a:pt x="830763" y="658871"/>
                  </a:lnTo>
                  <a:lnTo>
                    <a:pt x="865827" y="697389"/>
                  </a:lnTo>
                  <a:lnTo>
                    <a:pt x="899230" y="733039"/>
                  </a:lnTo>
                  <a:lnTo>
                    <a:pt x="930936" y="765599"/>
                  </a:lnTo>
                  <a:lnTo>
                    <a:pt x="961047" y="795002"/>
                  </a:lnTo>
                  <a:lnTo>
                    <a:pt x="981363" y="813791"/>
                  </a:lnTo>
                  <a:lnTo>
                    <a:pt x="1020339" y="846820"/>
                  </a:lnTo>
                  <a:lnTo>
                    <a:pt x="1058162" y="874154"/>
                  </a:lnTo>
                  <a:lnTo>
                    <a:pt x="1096415" y="896636"/>
                  </a:lnTo>
                  <a:lnTo>
                    <a:pt x="1136692" y="915221"/>
                  </a:lnTo>
                  <a:lnTo>
                    <a:pt x="1180062" y="930666"/>
                  </a:lnTo>
                  <a:lnTo>
                    <a:pt x="1226419" y="943423"/>
                  </a:lnTo>
                  <a:lnTo>
                    <a:pt x="1273735" y="953636"/>
                  </a:lnTo>
                  <a:lnTo>
                    <a:pt x="1317721" y="961243"/>
                  </a:lnTo>
                  <a:lnTo>
                    <a:pt x="1352838" y="966216"/>
                  </a:lnTo>
                  <a:lnTo>
                    <a:pt x="1374966" y="968829"/>
                  </a:lnTo>
                  <a:lnTo>
                    <a:pt x="1384175" y="969749"/>
                  </a:lnTo>
                  <a:lnTo>
                    <a:pt x="1385454" y="969860"/>
                  </a:lnTo>
                  <a:lnTo>
                    <a:pt x="1385454" y="936417"/>
                  </a:lnTo>
                  <a:lnTo>
                    <a:pt x="1383831" y="936275"/>
                  </a:lnTo>
                  <a:lnTo>
                    <a:pt x="1373728" y="935252"/>
                  </a:lnTo>
                  <a:lnTo>
                    <a:pt x="1350516" y="932473"/>
                  </a:lnTo>
                  <a:lnTo>
                    <a:pt x="1314514" y="927298"/>
                  </a:lnTo>
                  <a:lnTo>
                    <a:pt x="1270069" y="919483"/>
                  </a:lnTo>
                  <a:lnTo>
                    <a:pt x="1222701" y="909069"/>
                  </a:lnTo>
                  <a:lnTo>
                    <a:pt x="1176534" y="896110"/>
                  </a:lnTo>
                  <a:lnTo>
                    <a:pt x="1133424" y="880439"/>
                  </a:lnTo>
                  <a:lnTo>
                    <a:pt x="1093354" y="861578"/>
                  </a:lnTo>
                  <a:lnTo>
                    <a:pt x="1055197" y="838751"/>
                  </a:lnTo>
                  <a:lnTo>
                    <a:pt x="1017336" y="810995"/>
                  </a:lnTo>
                  <a:lnTo>
                    <a:pt x="981363" y="780347"/>
                  </a:lnTo>
                  <a:lnTo>
                    <a:pt x="952233" y="753129"/>
                  </a:lnTo>
                  <a:lnTo>
                    <a:pt x="921666" y="722788"/>
                  </a:lnTo>
                  <a:lnTo>
                    <a:pt x="889459" y="689293"/>
                  </a:lnTo>
                  <a:lnTo>
                    <a:pt x="855551" y="652759"/>
                  </a:lnTo>
                  <a:lnTo>
                    <a:pt x="820021" y="613452"/>
                  </a:lnTo>
                  <a:lnTo>
                    <a:pt x="783079" y="571804"/>
                  </a:lnTo>
                  <a:lnTo>
                    <a:pt x="745055" y="528395"/>
                  </a:lnTo>
                  <a:lnTo>
                    <a:pt x="706374" y="483927"/>
                  </a:lnTo>
                  <a:lnTo>
                    <a:pt x="667517" y="439178"/>
                  </a:lnTo>
                  <a:lnTo>
                    <a:pt x="628983" y="394947"/>
                  </a:lnTo>
                  <a:lnTo>
                    <a:pt x="591241" y="351994"/>
                  </a:lnTo>
                  <a:lnTo>
                    <a:pt x="554690" y="310989"/>
                  </a:lnTo>
                  <a:lnTo>
                    <a:pt x="519627" y="272470"/>
                  </a:lnTo>
                  <a:lnTo>
                    <a:pt x="486224" y="236820"/>
                  </a:lnTo>
                  <a:lnTo>
                    <a:pt x="454518" y="204260"/>
                  </a:lnTo>
                  <a:lnTo>
                    <a:pt x="424406" y="174858"/>
                  </a:lnTo>
                  <a:lnTo>
                    <a:pt x="404090" y="156069"/>
                  </a:lnTo>
                  <a:lnTo>
                    <a:pt x="365115" y="123040"/>
                  </a:lnTo>
                  <a:lnTo>
                    <a:pt x="327291" y="95706"/>
                  </a:lnTo>
                  <a:lnTo>
                    <a:pt x="289039" y="73224"/>
                  </a:lnTo>
                  <a:lnTo>
                    <a:pt x="248761" y="54639"/>
                  </a:lnTo>
                  <a:lnTo>
                    <a:pt x="205392" y="39194"/>
                  </a:lnTo>
                  <a:lnTo>
                    <a:pt x="159035" y="26437"/>
                  </a:lnTo>
                  <a:lnTo>
                    <a:pt x="111719" y="16224"/>
                  </a:lnTo>
                  <a:lnTo>
                    <a:pt x="67733" y="8617"/>
                  </a:lnTo>
                  <a:lnTo>
                    <a:pt x="32616" y="3644"/>
                  </a:lnTo>
                  <a:lnTo>
                    <a:pt x="10487" y="1031"/>
                  </a:lnTo>
                  <a:lnTo>
                    <a:pt x="1279" y="1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2050472" y="4757183"/>
              <a:ext cx="1385454" cy="568539"/>
            </a:xfrm>
            <a:custGeom>
              <a:avLst/>
              <a:pathLst>
                <a:path w="1385454" h="568539">
                  <a:moveTo>
                    <a:pt x="0" y="568539"/>
                  </a:moveTo>
                  <a:lnTo>
                    <a:pt x="1734" y="568452"/>
                  </a:lnTo>
                  <a:lnTo>
                    <a:pt x="12494" y="567825"/>
                  </a:lnTo>
                  <a:lnTo>
                    <a:pt x="37056" y="566127"/>
                  </a:lnTo>
                  <a:lnTo>
                    <a:pt x="74783" y="562978"/>
                  </a:lnTo>
                  <a:lnTo>
                    <a:pt x="120812" y="558248"/>
                  </a:lnTo>
                  <a:lnTo>
                    <a:pt x="169299" y="551971"/>
                  </a:lnTo>
                  <a:lnTo>
                    <a:pt x="216126" y="544166"/>
                  </a:lnTo>
                  <a:lnTo>
                    <a:pt x="259652" y="534705"/>
                  </a:lnTo>
                  <a:lnTo>
                    <a:pt x="300151" y="523262"/>
                  </a:lnTo>
                  <a:lnTo>
                    <a:pt x="338980" y="509331"/>
                  </a:lnTo>
                  <a:lnTo>
                    <a:pt x="377901" y="492321"/>
                  </a:lnTo>
                  <a:lnTo>
                    <a:pt x="404090" y="479356"/>
                  </a:lnTo>
                  <a:lnTo>
                    <a:pt x="436788" y="461828"/>
                  </a:lnTo>
                  <a:lnTo>
                    <a:pt x="471323" y="442058"/>
                  </a:lnTo>
                  <a:lnTo>
                    <a:pt x="507943" y="420043"/>
                  </a:lnTo>
                  <a:lnTo>
                    <a:pt x="546674" y="395909"/>
                  </a:lnTo>
                  <a:lnTo>
                    <a:pt x="587330" y="369925"/>
                  </a:lnTo>
                  <a:lnTo>
                    <a:pt x="629520" y="342503"/>
                  </a:lnTo>
                  <a:lnTo>
                    <a:pt x="672694" y="314175"/>
                  </a:lnTo>
                  <a:lnTo>
                    <a:pt x="716188" y="285552"/>
                  </a:lnTo>
                  <a:lnTo>
                    <a:pt x="759307" y="257273"/>
                  </a:lnTo>
                  <a:lnTo>
                    <a:pt x="801395" y="229947"/>
                  </a:lnTo>
                  <a:lnTo>
                    <a:pt x="841910" y="204096"/>
                  </a:lnTo>
                  <a:lnTo>
                    <a:pt x="880479" y="180121"/>
                  </a:lnTo>
                  <a:lnTo>
                    <a:pt x="916930" y="158281"/>
                  </a:lnTo>
                  <a:lnTo>
                    <a:pt x="951308" y="138689"/>
                  </a:lnTo>
                  <a:lnTo>
                    <a:pt x="981363" y="122626"/>
                  </a:lnTo>
                  <a:lnTo>
                    <a:pt x="1021222" y="103355"/>
                  </a:lnTo>
                  <a:lnTo>
                    <a:pt x="1059909" y="87481"/>
                  </a:lnTo>
                  <a:lnTo>
                    <a:pt x="1099128" y="74482"/>
                  </a:lnTo>
                  <a:lnTo>
                    <a:pt x="1140566" y="63779"/>
                  </a:lnTo>
                  <a:lnTo>
                    <a:pt x="1185290" y="54921"/>
                  </a:lnTo>
                  <a:lnTo>
                    <a:pt x="1233003" y="47653"/>
                  </a:lnTo>
                  <a:lnTo>
                    <a:pt x="1281225" y="41908"/>
                  </a:lnTo>
                  <a:lnTo>
                    <a:pt x="1325050" y="37729"/>
                  </a:lnTo>
                  <a:lnTo>
                    <a:pt x="1358588" y="35113"/>
                  </a:lnTo>
                  <a:lnTo>
                    <a:pt x="1378138" y="33842"/>
                  </a:lnTo>
                  <a:lnTo>
                    <a:pt x="1384957" y="33467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3720" y="87"/>
                  </a:lnTo>
                  <a:lnTo>
                    <a:pt x="1372960" y="713"/>
                  </a:lnTo>
                  <a:lnTo>
                    <a:pt x="1348397" y="2411"/>
                  </a:lnTo>
                  <a:lnTo>
                    <a:pt x="1310670" y="5560"/>
                  </a:lnTo>
                  <a:lnTo>
                    <a:pt x="1264642" y="10290"/>
                  </a:lnTo>
                  <a:lnTo>
                    <a:pt x="1216155" y="16567"/>
                  </a:lnTo>
                  <a:lnTo>
                    <a:pt x="1169328" y="24372"/>
                  </a:lnTo>
                  <a:lnTo>
                    <a:pt x="1125802" y="33833"/>
                  </a:lnTo>
                  <a:lnTo>
                    <a:pt x="1085302" y="45276"/>
                  </a:lnTo>
                  <a:lnTo>
                    <a:pt x="1046473" y="59207"/>
                  </a:lnTo>
                  <a:lnTo>
                    <a:pt x="1007552" y="76217"/>
                  </a:lnTo>
                  <a:lnTo>
                    <a:pt x="981363" y="89182"/>
                  </a:lnTo>
                  <a:lnTo>
                    <a:pt x="948665" y="106710"/>
                  </a:lnTo>
                  <a:lnTo>
                    <a:pt x="914130" y="126480"/>
                  </a:lnTo>
                  <a:lnTo>
                    <a:pt x="877511" y="148495"/>
                  </a:lnTo>
                  <a:lnTo>
                    <a:pt x="838779" y="172630"/>
                  </a:lnTo>
                  <a:lnTo>
                    <a:pt x="798124" y="198613"/>
                  </a:lnTo>
                  <a:lnTo>
                    <a:pt x="755933" y="226035"/>
                  </a:lnTo>
                  <a:lnTo>
                    <a:pt x="712760" y="254363"/>
                  </a:lnTo>
                  <a:lnTo>
                    <a:pt x="669265" y="282986"/>
                  </a:lnTo>
                  <a:lnTo>
                    <a:pt x="626147" y="311265"/>
                  </a:lnTo>
                  <a:lnTo>
                    <a:pt x="584059" y="338591"/>
                  </a:lnTo>
                  <a:lnTo>
                    <a:pt x="543544" y="364442"/>
                  </a:lnTo>
                  <a:lnTo>
                    <a:pt x="504975" y="388417"/>
                  </a:lnTo>
                  <a:lnTo>
                    <a:pt x="468523" y="410257"/>
                  </a:lnTo>
                  <a:lnTo>
                    <a:pt x="434145" y="429849"/>
                  </a:lnTo>
                  <a:lnTo>
                    <a:pt x="404090" y="445912"/>
                  </a:lnTo>
                  <a:lnTo>
                    <a:pt x="364232" y="465183"/>
                  </a:lnTo>
                  <a:lnTo>
                    <a:pt x="325544" y="481057"/>
                  </a:lnTo>
                  <a:lnTo>
                    <a:pt x="286325" y="494056"/>
                  </a:lnTo>
                  <a:lnTo>
                    <a:pt x="244887" y="504759"/>
                  </a:lnTo>
                  <a:lnTo>
                    <a:pt x="200164" y="513617"/>
                  </a:lnTo>
                  <a:lnTo>
                    <a:pt x="152450" y="520885"/>
                  </a:lnTo>
                  <a:lnTo>
                    <a:pt x="104229" y="526630"/>
                  </a:lnTo>
                  <a:lnTo>
                    <a:pt x="60404" y="530809"/>
                  </a:lnTo>
                  <a:lnTo>
                    <a:pt x="26865" y="533425"/>
                  </a:lnTo>
                  <a:lnTo>
                    <a:pt x="7316" y="534696"/>
                  </a:lnTo>
                  <a:lnTo>
                    <a:pt x="497" y="535071"/>
                  </a:lnTo>
                  <a:lnTo>
                    <a:pt x="0" y="535095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2050472" y="4790627"/>
              <a:ext cx="1385454" cy="568539"/>
            </a:xfrm>
            <a:custGeom>
              <a:avLst/>
              <a:pathLst>
                <a:path w="1385454" h="568539">
                  <a:moveTo>
                    <a:pt x="0" y="568539"/>
                  </a:moveTo>
                  <a:lnTo>
                    <a:pt x="1734" y="568452"/>
                  </a:lnTo>
                  <a:lnTo>
                    <a:pt x="12494" y="567825"/>
                  </a:lnTo>
                  <a:lnTo>
                    <a:pt x="37056" y="566127"/>
                  </a:lnTo>
                  <a:lnTo>
                    <a:pt x="74783" y="562978"/>
                  </a:lnTo>
                  <a:lnTo>
                    <a:pt x="120812" y="558248"/>
                  </a:lnTo>
                  <a:lnTo>
                    <a:pt x="169299" y="551971"/>
                  </a:lnTo>
                  <a:lnTo>
                    <a:pt x="216126" y="544166"/>
                  </a:lnTo>
                  <a:lnTo>
                    <a:pt x="259652" y="534705"/>
                  </a:lnTo>
                  <a:lnTo>
                    <a:pt x="300151" y="523262"/>
                  </a:lnTo>
                  <a:lnTo>
                    <a:pt x="338980" y="509331"/>
                  </a:lnTo>
                  <a:lnTo>
                    <a:pt x="377901" y="492321"/>
                  </a:lnTo>
                  <a:lnTo>
                    <a:pt x="404090" y="479356"/>
                  </a:lnTo>
                  <a:lnTo>
                    <a:pt x="436788" y="461828"/>
                  </a:lnTo>
                  <a:lnTo>
                    <a:pt x="471323" y="442058"/>
                  </a:lnTo>
                  <a:lnTo>
                    <a:pt x="507943" y="420043"/>
                  </a:lnTo>
                  <a:lnTo>
                    <a:pt x="546674" y="395909"/>
                  </a:lnTo>
                  <a:lnTo>
                    <a:pt x="587330" y="369925"/>
                  </a:lnTo>
                  <a:lnTo>
                    <a:pt x="629520" y="342503"/>
                  </a:lnTo>
                  <a:lnTo>
                    <a:pt x="672694" y="314175"/>
                  </a:lnTo>
                  <a:lnTo>
                    <a:pt x="716188" y="285552"/>
                  </a:lnTo>
                  <a:lnTo>
                    <a:pt x="759307" y="257273"/>
                  </a:lnTo>
                  <a:lnTo>
                    <a:pt x="801395" y="229947"/>
                  </a:lnTo>
                  <a:lnTo>
                    <a:pt x="841910" y="204096"/>
                  </a:lnTo>
                  <a:lnTo>
                    <a:pt x="880479" y="180121"/>
                  </a:lnTo>
                  <a:lnTo>
                    <a:pt x="916930" y="158281"/>
                  </a:lnTo>
                  <a:lnTo>
                    <a:pt x="951308" y="138689"/>
                  </a:lnTo>
                  <a:lnTo>
                    <a:pt x="981363" y="122626"/>
                  </a:lnTo>
                  <a:lnTo>
                    <a:pt x="1021222" y="103355"/>
                  </a:lnTo>
                  <a:lnTo>
                    <a:pt x="1059909" y="87481"/>
                  </a:lnTo>
                  <a:lnTo>
                    <a:pt x="1099128" y="74482"/>
                  </a:lnTo>
                  <a:lnTo>
                    <a:pt x="1140566" y="63779"/>
                  </a:lnTo>
                  <a:lnTo>
                    <a:pt x="1185290" y="54921"/>
                  </a:lnTo>
                  <a:lnTo>
                    <a:pt x="1233003" y="47653"/>
                  </a:lnTo>
                  <a:lnTo>
                    <a:pt x="1281225" y="41908"/>
                  </a:lnTo>
                  <a:lnTo>
                    <a:pt x="1325050" y="37729"/>
                  </a:lnTo>
                  <a:lnTo>
                    <a:pt x="1358588" y="35113"/>
                  </a:lnTo>
                  <a:lnTo>
                    <a:pt x="1378138" y="33842"/>
                  </a:lnTo>
                  <a:lnTo>
                    <a:pt x="1384957" y="33467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3720" y="87"/>
                  </a:lnTo>
                  <a:lnTo>
                    <a:pt x="1372960" y="713"/>
                  </a:lnTo>
                  <a:lnTo>
                    <a:pt x="1348397" y="2411"/>
                  </a:lnTo>
                  <a:lnTo>
                    <a:pt x="1310670" y="5560"/>
                  </a:lnTo>
                  <a:lnTo>
                    <a:pt x="1264642" y="10290"/>
                  </a:lnTo>
                  <a:lnTo>
                    <a:pt x="1216155" y="16567"/>
                  </a:lnTo>
                  <a:lnTo>
                    <a:pt x="1169328" y="24372"/>
                  </a:lnTo>
                  <a:lnTo>
                    <a:pt x="1125802" y="33833"/>
                  </a:lnTo>
                  <a:lnTo>
                    <a:pt x="1085302" y="45276"/>
                  </a:lnTo>
                  <a:lnTo>
                    <a:pt x="1046473" y="59207"/>
                  </a:lnTo>
                  <a:lnTo>
                    <a:pt x="1007552" y="76217"/>
                  </a:lnTo>
                  <a:lnTo>
                    <a:pt x="981363" y="89182"/>
                  </a:lnTo>
                  <a:lnTo>
                    <a:pt x="948665" y="106710"/>
                  </a:lnTo>
                  <a:lnTo>
                    <a:pt x="914130" y="126480"/>
                  </a:lnTo>
                  <a:lnTo>
                    <a:pt x="877511" y="148495"/>
                  </a:lnTo>
                  <a:lnTo>
                    <a:pt x="838779" y="172630"/>
                  </a:lnTo>
                  <a:lnTo>
                    <a:pt x="798124" y="198613"/>
                  </a:lnTo>
                  <a:lnTo>
                    <a:pt x="755933" y="226035"/>
                  </a:lnTo>
                  <a:lnTo>
                    <a:pt x="712760" y="254363"/>
                  </a:lnTo>
                  <a:lnTo>
                    <a:pt x="669265" y="282986"/>
                  </a:lnTo>
                  <a:lnTo>
                    <a:pt x="626147" y="311265"/>
                  </a:lnTo>
                  <a:lnTo>
                    <a:pt x="584059" y="338591"/>
                  </a:lnTo>
                  <a:lnTo>
                    <a:pt x="543544" y="364442"/>
                  </a:lnTo>
                  <a:lnTo>
                    <a:pt x="504975" y="388417"/>
                  </a:lnTo>
                  <a:lnTo>
                    <a:pt x="468523" y="410257"/>
                  </a:lnTo>
                  <a:lnTo>
                    <a:pt x="434145" y="429849"/>
                  </a:lnTo>
                  <a:lnTo>
                    <a:pt x="404090" y="445912"/>
                  </a:lnTo>
                  <a:lnTo>
                    <a:pt x="364232" y="465183"/>
                  </a:lnTo>
                  <a:lnTo>
                    <a:pt x="325544" y="481057"/>
                  </a:lnTo>
                  <a:lnTo>
                    <a:pt x="286325" y="494056"/>
                  </a:lnTo>
                  <a:lnTo>
                    <a:pt x="244887" y="504759"/>
                  </a:lnTo>
                  <a:lnTo>
                    <a:pt x="200164" y="513617"/>
                  </a:lnTo>
                  <a:lnTo>
                    <a:pt x="152450" y="520885"/>
                  </a:lnTo>
                  <a:lnTo>
                    <a:pt x="104229" y="526630"/>
                  </a:lnTo>
                  <a:lnTo>
                    <a:pt x="60404" y="530809"/>
                  </a:lnTo>
                  <a:lnTo>
                    <a:pt x="26865" y="533425"/>
                  </a:lnTo>
                  <a:lnTo>
                    <a:pt x="7316" y="534696"/>
                  </a:lnTo>
                  <a:lnTo>
                    <a:pt x="497" y="535071"/>
                  </a:lnTo>
                  <a:lnTo>
                    <a:pt x="0" y="535095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2050472" y="4824070"/>
              <a:ext cx="1385454" cy="568539"/>
            </a:xfrm>
            <a:custGeom>
              <a:avLst/>
              <a:pathLst>
                <a:path w="1385454" h="568539">
                  <a:moveTo>
                    <a:pt x="0" y="568539"/>
                  </a:moveTo>
                  <a:lnTo>
                    <a:pt x="1734" y="568452"/>
                  </a:lnTo>
                  <a:lnTo>
                    <a:pt x="12494" y="567825"/>
                  </a:lnTo>
                  <a:lnTo>
                    <a:pt x="37056" y="566127"/>
                  </a:lnTo>
                  <a:lnTo>
                    <a:pt x="74783" y="562978"/>
                  </a:lnTo>
                  <a:lnTo>
                    <a:pt x="120812" y="558248"/>
                  </a:lnTo>
                  <a:lnTo>
                    <a:pt x="169299" y="551971"/>
                  </a:lnTo>
                  <a:lnTo>
                    <a:pt x="216126" y="544166"/>
                  </a:lnTo>
                  <a:lnTo>
                    <a:pt x="259652" y="534705"/>
                  </a:lnTo>
                  <a:lnTo>
                    <a:pt x="300151" y="523262"/>
                  </a:lnTo>
                  <a:lnTo>
                    <a:pt x="338980" y="509331"/>
                  </a:lnTo>
                  <a:lnTo>
                    <a:pt x="377901" y="492321"/>
                  </a:lnTo>
                  <a:lnTo>
                    <a:pt x="404090" y="479356"/>
                  </a:lnTo>
                  <a:lnTo>
                    <a:pt x="436788" y="461828"/>
                  </a:lnTo>
                  <a:lnTo>
                    <a:pt x="471323" y="442058"/>
                  </a:lnTo>
                  <a:lnTo>
                    <a:pt x="507943" y="420043"/>
                  </a:lnTo>
                  <a:lnTo>
                    <a:pt x="546674" y="395909"/>
                  </a:lnTo>
                  <a:lnTo>
                    <a:pt x="587330" y="369925"/>
                  </a:lnTo>
                  <a:lnTo>
                    <a:pt x="629520" y="342503"/>
                  </a:lnTo>
                  <a:lnTo>
                    <a:pt x="672694" y="314175"/>
                  </a:lnTo>
                  <a:lnTo>
                    <a:pt x="716188" y="285552"/>
                  </a:lnTo>
                  <a:lnTo>
                    <a:pt x="759307" y="257273"/>
                  </a:lnTo>
                  <a:lnTo>
                    <a:pt x="801395" y="229947"/>
                  </a:lnTo>
                  <a:lnTo>
                    <a:pt x="841910" y="204096"/>
                  </a:lnTo>
                  <a:lnTo>
                    <a:pt x="880479" y="180121"/>
                  </a:lnTo>
                  <a:lnTo>
                    <a:pt x="916930" y="158281"/>
                  </a:lnTo>
                  <a:lnTo>
                    <a:pt x="951308" y="138689"/>
                  </a:lnTo>
                  <a:lnTo>
                    <a:pt x="981363" y="122626"/>
                  </a:lnTo>
                  <a:lnTo>
                    <a:pt x="1021222" y="103355"/>
                  </a:lnTo>
                  <a:lnTo>
                    <a:pt x="1059909" y="87481"/>
                  </a:lnTo>
                  <a:lnTo>
                    <a:pt x="1099128" y="74482"/>
                  </a:lnTo>
                  <a:lnTo>
                    <a:pt x="1140566" y="63779"/>
                  </a:lnTo>
                  <a:lnTo>
                    <a:pt x="1185290" y="54921"/>
                  </a:lnTo>
                  <a:lnTo>
                    <a:pt x="1233003" y="47653"/>
                  </a:lnTo>
                  <a:lnTo>
                    <a:pt x="1281225" y="41908"/>
                  </a:lnTo>
                  <a:lnTo>
                    <a:pt x="1325050" y="37729"/>
                  </a:lnTo>
                  <a:lnTo>
                    <a:pt x="1358588" y="35113"/>
                  </a:lnTo>
                  <a:lnTo>
                    <a:pt x="1378138" y="33842"/>
                  </a:lnTo>
                  <a:lnTo>
                    <a:pt x="1384957" y="33467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3720" y="87"/>
                  </a:lnTo>
                  <a:lnTo>
                    <a:pt x="1372960" y="713"/>
                  </a:lnTo>
                  <a:lnTo>
                    <a:pt x="1348397" y="2411"/>
                  </a:lnTo>
                  <a:lnTo>
                    <a:pt x="1310670" y="5560"/>
                  </a:lnTo>
                  <a:lnTo>
                    <a:pt x="1264642" y="10290"/>
                  </a:lnTo>
                  <a:lnTo>
                    <a:pt x="1216155" y="16567"/>
                  </a:lnTo>
                  <a:lnTo>
                    <a:pt x="1169328" y="24372"/>
                  </a:lnTo>
                  <a:lnTo>
                    <a:pt x="1125802" y="33833"/>
                  </a:lnTo>
                  <a:lnTo>
                    <a:pt x="1085302" y="45276"/>
                  </a:lnTo>
                  <a:lnTo>
                    <a:pt x="1046473" y="59207"/>
                  </a:lnTo>
                  <a:lnTo>
                    <a:pt x="1007552" y="76217"/>
                  </a:lnTo>
                  <a:lnTo>
                    <a:pt x="981363" y="89182"/>
                  </a:lnTo>
                  <a:lnTo>
                    <a:pt x="948665" y="106710"/>
                  </a:lnTo>
                  <a:lnTo>
                    <a:pt x="914130" y="126480"/>
                  </a:lnTo>
                  <a:lnTo>
                    <a:pt x="877511" y="148495"/>
                  </a:lnTo>
                  <a:lnTo>
                    <a:pt x="838779" y="172630"/>
                  </a:lnTo>
                  <a:lnTo>
                    <a:pt x="798124" y="198613"/>
                  </a:lnTo>
                  <a:lnTo>
                    <a:pt x="755933" y="226035"/>
                  </a:lnTo>
                  <a:lnTo>
                    <a:pt x="712760" y="254363"/>
                  </a:lnTo>
                  <a:lnTo>
                    <a:pt x="669265" y="282986"/>
                  </a:lnTo>
                  <a:lnTo>
                    <a:pt x="626147" y="311265"/>
                  </a:lnTo>
                  <a:lnTo>
                    <a:pt x="584059" y="338591"/>
                  </a:lnTo>
                  <a:lnTo>
                    <a:pt x="543544" y="364442"/>
                  </a:lnTo>
                  <a:lnTo>
                    <a:pt x="504975" y="388417"/>
                  </a:lnTo>
                  <a:lnTo>
                    <a:pt x="468523" y="410257"/>
                  </a:lnTo>
                  <a:lnTo>
                    <a:pt x="434145" y="429849"/>
                  </a:lnTo>
                  <a:lnTo>
                    <a:pt x="404090" y="445912"/>
                  </a:lnTo>
                  <a:lnTo>
                    <a:pt x="364232" y="465183"/>
                  </a:lnTo>
                  <a:lnTo>
                    <a:pt x="325544" y="481057"/>
                  </a:lnTo>
                  <a:lnTo>
                    <a:pt x="286325" y="494056"/>
                  </a:lnTo>
                  <a:lnTo>
                    <a:pt x="244887" y="504759"/>
                  </a:lnTo>
                  <a:lnTo>
                    <a:pt x="200164" y="513617"/>
                  </a:lnTo>
                  <a:lnTo>
                    <a:pt x="152450" y="520885"/>
                  </a:lnTo>
                  <a:lnTo>
                    <a:pt x="104229" y="526630"/>
                  </a:lnTo>
                  <a:lnTo>
                    <a:pt x="60404" y="530809"/>
                  </a:lnTo>
                  <a:lnTo>
                    <a:pt x="26865" y="533425"/>
                  </a:lnTo>
                  <a:lnTo>
                    <a:pt x="7316" y="534696"/>
                  </a:lnTo>
                  <a:lnTo>
                    <a:pt x="497" y="535071"/>
                  </a:lnTo>
                  <a:lnTo>
                    <a:pt x="0" y="535095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2050472" y="5693601"/>
              <a:ext cx="1385454" cy="735756"/>
            </a:xfrm>
            <a:custGeom>
              <a:avLst/>
              <a:pathLst>
                <a:path w="1385454" h="735756">
                  <a:moveTo>
                    <a:pt x="0" y="33443"/>
                  </a:moveTo>
                  <a:lnTo>
                    <a:pt x="1693" y="33554"/>
                  </a:lnTo>
                  <a:lnTo>
                    <a:pt x="12211" y="34356"/>
                  </a:lnTo>
                  <a:lnTo>
                    <a:pt x="36279" y="36532"/>
                  </a:lnTo>
                  <a:lnTo>
                    <a:pt x="73378" y="40572"/>
                  </a:lnTo>
                  <a:lnTo>
                    <a:pt x="118835" y="46653"/>
                  </a:lnTo>
                  <a:lnTo>
                    <a:pt x="166923" y="54735"/>
                  </a:lnTo>
                  <a:lnTo>
                    <a:pt x="213516" y="64786"/>
                  </a:lnTo>
                  <a:lnTo>
                    <a:pt x="256893" y="76959"/>
                  </a:lnTo>
                  <a:lnTo>
                    <a:pt x="297233" y="91655"/>
                  </a:lnTo>
                  <a:lnTo>
                    <a:pt x="335810" y="109508"/>
                  </a:lnTo>
                  <a:lnTo>
                    <a:pt x="374333" y="131275"/>
                  </a:lnTo>
                  <a:lnTo>
                    <a:pt x="404090" y="150495"/>
                  </a:lnTo>
                  <a:lnTo>
                    <a:pt x="435297" y="172415"/>
                  </a:lnTo>
                  <a:lnTo>
                    <a:pt x="468167" y="197019"/>
                  </a:lnTo>
                  <a:lnTo>
                    <a:pt x="502930" y="224320"/>
                  </a:lnTo>
                  <a:lnTo>
                    <a:pt x="539632" y="254192"/>
                  </a:lnTo>
                  <a:lnTo>
                    <a:pt x="578135" y="286351"/>
                  </a:lnTo>
                  <a:lnTo>
                    <a:pt x="618135" y="320358"/>
                  </a:lnTo>
                  <a:lnTo>
                    <a:pt x="659179" y="355634"/>
                  </a:lnTo>
                  <a:lnTo>
                    <a:pt x="700712" y="391498"/>
                  </a:lnTo>
                  <a:lnTo>
                    <a:pt x="742128" y="427222"/>
                  </a:lnTo>
                  <a:lnTo>
                    <a:pt x="782832" y="462086"/>
                  </a:lnTo>
                  <a:lnTo>
                    <a:pt x="822303" y="495445"/>
                  </a:lnTo>
                  <a:lnTo>
                    <a:pt x="860142" y="526769"/>
                  </a:lnTo>
                  <a:lnTo>
                    <a:pt x="896105" y="555678"/>
                  </a:lnTo>
                  <a:lnTo>
                    <a:pt x="930126" y="581951"/>
                  </a:lnTo>
                  <a:lnTo>
                    <a:pt x="962320" y="605515"/>
                  </a:lnTo>
                  <a:lnTo>
                    <a:pt x="981363" y="618704"/>
                  </a:lnTo>
                  <a:lnTo>
                    <a:pt x="1020901" y="643807"/>
                  </a:lnTo>
                  <a:lnTo>
                    <a:pt x="1059274" y="664521"/>
                  </a:lnTo>
                  <a:lnTo>
                    <a:pt x="1098141" y="681510"/>
                  </a:lnTo>
                  <a:lnTo>
                    <a:pt x="1139155" y="695519"/>
                  </a:lnTo>
                  <a:lnTo>
                    <a:pt x="1183385" y="707131"/>
                  </a:lnTo>
                  <a:lnTo>
                    <a:pt x="1230608" y="716681"/>
                  </a:lnTo>
                  <a:lnTo>
                    <a:pt x="1278513" y="724267"/>
                  </a:lnTo>
                  <a:lnTo>
                    <a:pt x="1322424" y="729834"/>
                  </a:lnTo>
                  <a:lnTo>
                    <a:pt x="1356566" y="733376"/>
                  </a:lnTo>
                  <a:lnTo>
                    <a:pt x="1377065" y="735149"/>
                  </a:lnTo>
                  <a:lnTo>
                    <a:pt x="1384727" y="735710"/>
                  </a:lnTo>
                  <a:lnTo>
                    <a:pt x="1385454" y="735756"/>
                  </a:lnTo>
                  <a:lnTo>
                    <a:pt x="1385454" y="702312"/>
                  </a:lnTo>
                  <a:lnTo>
                    <a:pt x="1383761" y="702201"/>
                  </a:lnTo>
                  <a:lnTo>
                    <a:pt x="1373243" y="701399"/>
                  </a:lnTo>
                  <a:lnTo>
                    <a:pt x="1349175" y="699224"/>
                  </a:lnTo>
                  <a:lnTo>
                    <a:pt x="1312076" y="695183"/>
                  </a:lnTo>
                  <a:lnTo>
                    <a:pt x="1266618" y="689102"/>
                  </a:lnTo>
                  <a:lnTo>
                    <a:pt x="1218531" y="681020"/>
                  </a:lnTo>
                  <a:lnTo>
                    <a:pt x="1171938" y="670969"/>
                  </a:lnTo>
                  <a:lnTo>
                    <a:pt x="1128560" y="658796"/>
                  </a:lnTo>
                  <a:lnTo>
                    <a:pt x="1088221" y="644101"/>
                  </a:lnTo>
                  <a:lnTo>
                    <a:pt x="1049644" y="626248"/>
                  </a:lnTo>
                  <a:lnTo>
                    <a:pt x="1011120" y="604480"/>
                  </a:lnTo>
                  <a:lnTo>
                    <a:pt x="981363" y="585260"/>
                  </a:lnTo>
                  <a:lnTo>
                    <a:pt x="950157" y="563340"/>
                  </a:lnTo>
                  <a:lnTo>
                    <a:pt x="917286" y="538737"/>
                  </a:lnTo>
                  <a:lnTo>
                    <a:pt x="882523" y="511436"/>
                  </a:lnTo>
                  <a:lnTo>
                    <a:pt x="845822" y="481564"/>
                  </a:lnTo>
                  <a:lnTo>
                    <a:pt x="807319" y="449405"/>
                  </a:lnTo>
                  <a:lnTo>
                    <a:pt x="767319" y="415398"/>
                  </a:lnTo>
                  <a:lnTo>
                    <a:pt x="726275" y="380122"/>
                  </a:lnTo>
                  <a:lnTo>
                    <a:pt x="684742" y="344257"/>
                  </a:lnTo>
                  <a:lnTo>
                    <a:pt x="643326" y="308534"/>
                  </a:lnTo>
                  <a:lnTo>
                    <a:pt x="602622" y="273669"/>
                  </a:lnTo>
                  <a:lnTo>
                    <a:pt x="563150" y="240310"/>
                  </a:lnTo>
                  <a:lnTo>
                    <a:pt x="525312" y="208986"/>
                  </a:lnTo>
                  <a:lnTo>
                    <a:pt x="489349" y="180077"/>
                  </a:lnTo>
                  <a:lnTo>
                    <a:pt x="455328" y="153805"/>
                  </a:lnTo>
                  <a:lnTo>
                    <a:pt x="423134" y="130240"/>
                  </a:lnTo>
                  <a:lnTo>
                    <a:pt x="404090" y="117052"/>
                  </a:lnTo>
                  <a:lnTo>
                    <a:pt x="364553" y="91948"/>
                  </a:lnTo>
                  <a:lnTo>
                    <a:pt x="326179" y="71235"/>
                  </a:lnTo>
                  <a:lnTo>
                    <a:pt x="287313" y="54245"/>
                  </a:lnTo>
                  <a:lnTo>
                    <a:pt x="246299" y="40236"/>
                  </a:lnTo>
                  <a:lnTo>
                    <a:pt x="202069" y="28625"/>
                  </a:lnTo>
                  <a:lnTo>
                    <a:pt x="154846" y="19074"/>
                  </a:lnTo>
                  <a:lnTo>
                    <a:pt x="106940" y="11488"/>
                  </a:lnTo>
                  <a:lnTo>
                    <a:pt x="63030" y="5922"/>
                  </a:lnTo>
                  <a:lnTo>
                    <a:pt x="28887" y="2379"/>
                  </a:lnTo>
                  <a:lnTo>
                    <a:pt x="8388" y="607"/>
                  </a:lnTo>
                  <a:lnTo>
                    <a:pt x="727" y="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2050472" y="4857514"/>
              <a:ext cx="1385454" cy="568539"/>
            </a:xfrm>
            <a:custGeom>
              <a:avLst/>
              <a:pathLst>
                <a:path w="1385454" h="568539">
                  <a:moveTo>
                    <a:pt x="0" y="568539"/>
                  </a:moveTo>
                  <a:lnTo>
                    <a:pt x="1734" y="568452"/>
                  </a:lnTo>
                  <a:lnTo>
                    <a:pt x="12494" y="567825"/>
                  </a:lnTo>
                  <a:lnTo>
                    <a:pt x="37056" y="566127"/>
                  </a:lnTo>
                  <a:lnTo>
                    <a:pt x="74783" y="562978"/>
                  </a:lnTo>
                  <a:lnTo>
                    <a:pt x="120812" y="558248"/>
                  </a:lnTo>
                  <a:lnTo>
                    <a:pt x="169299" y="551971"/>
                  </a:lnTo>
                  <a:lnTo>
                    <a:pt x="216126" y="544166"/>
                  </a:lnTo>
                  <a:lnTo>
                    <a:pt x="259652" y="534705"/>
                  </a:lnTo>
                  <a:lnTo>
                    <a:pt x="300151" y="523262"/>
                  </a:lnTo>
                  <a:lnTo>
                    <a:pt x="338980" y="509331"/>
                  </a:lnTo>
                  <a:lnTo>
                    <a:pt x="377901" y="492321"/>
                  </a:lnTo>
                  <a:lnTo>
                    <a:pt x="404090" y="479356"/>
                  </a:lnTo>
                  <a:lnTo>
                    <a:pt x="436788" y="461828"/>
                  </a:lnTo>
                  <a:lnTo>
                    <a:pt x="471323" y="442058"/>
                  </a:lnTo>
                  <a:lnTo>
                    <a:pt x="507943" y="420043"/>
                  </a:lnTo>
                  <a:lnTo>
                    <a:pt x="546674" y="395909"/>
                  </a:lnTo>
                  <a:lnTo>
                    <a:pt x="587330" y="369925"/>
                  </a:lnTo>
                  <a:lnTo>
                    <a:pt x="629520" y="342503"/>
                  </a:lnTo>
                  <a:lnTo>
                    <a:pt x="672694" y="314175"/>
                  </a:lnTo>
                  <a:lnTo>
                    <a:pt x="716188" y="285552"/>
                  </a:lnTo>
                  <a:lnTo>
                    <a:pt x="759307" y="257273"/>
                  </a:lnTo>
                  <a:lnTo>
                    <a:pt x="801395" y="229947"/>
                  </a:lnTo>
                  <a:lnTo>
                    <a:pt x="841910" y="204096"/>
                  </a:lnTo>
                  <a:lnTo>
                    <a:pt x="880479" y="180121"/>
                  </a:lnTo>
                  <a:lnTo>
                    <a:pt x="916930" y="158281"/>
                  </a:lnTo>
                  <a:lnTo>
                    <a:pt x="951308" y="138689"/>
                  </a:lnTo>
                  <a:lnTo>
                    <a:pt x="981363" y="122626"/>
                  </a:lnTo>
                  <a:lnTo>
                    <a:pt x="1021222" y="103355"/>
                  </a:lnTo>
                  <a:lnTo>
                    <a:pt x="1059909" y="87481"/>
                  </a:lnTo>
                  <a:lnTo>
                    <a:pt x="1099128" y="74482"/>
                  </a:lnTo>
                  <a:lnTo>
                    <a:pt x="1140566" y="63779"/>
                  </a:lnTo>
                  <a:lnTo>
                    <a:pt x="1185290" y="54921"/>
                  </a:lnTo>
                  <a:lnTo>
                    <a:pt x="1233003" y="47653"/>
                  </a:lnTo>
                  <a:lnTo>
                    <a:pt x="1281225" y="41908"/>
                  </a:lnTo>
                  <a:lnTo>
                    <a:pt x="1325050" y="37729"/>
                  </a:lnTo>
                  <a:lnTo>
                    <a:pt x="1358588" y="35113"/>
                  </a:lnTo>
                  <a:lnTo>
                    <a:pt x="1378138" y="33842"/>
                  </a:lnTo>
                  <a:lnTo>
                    <a:pt x="1384957" y="33467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3720" y="87"/>
                  </a:lnTo>
                  <a:lnTo>
                    <a:pt x="1372960" y="713"/>
                  </a:lnTo>
                  <a:lnTo>
                    <a:pt x="1348397" y="2411"/>
                  </a:lnTo>
                  <a:lnTo>
                    <a:pt x="1310670" y="5560"/>
                  </a:lnTo>
                  <a:lnTo>
                    <a:pt x="1264642" y="10290"/>
                  </a:lnTo>
                  <a:lnTo>
                    <a:pt x="1216155" y="16567"/>
                  </a:lnTo>
                  <a:lnTo>
                    <a:pt x="1169328" y="24372"/>
                  </a:lnTo>
                  <a:lnTo>
                    <a:pt x="1125802" y="33833"/>
                  </a:lnTo>
                  <a:lnTo>
                    <a:pt x="1085302" y="45276"/>
                  </a:lnTo>
                  <a:lnTo>
                    <a:pt x="1046473" y="59207"/>
                  </a:lnTo>
                  <a:lnTo>
                    <a:pt x="1007552" y="76217"/>
                  </a:lnTo>
                  <a:lnTo>
                    <a:pt x="981363" y="89182"/>
                  </a:lnTo>
                  <a:lnTo>
                    <a:pt x="948665" y="106710"/>
                  </a:lnTo>
                  <a:lnTo>
                    <a:pt x="914130" y="126480"/>
                  </a:lnTo>
                  <a:lnTo>
                    <a:pt x="877511" y="148495"/>
                  </a:lnTo>
                  <a:lnTo>
                    <a:pt x="838779" y="172630"/>
                  </a:lnTo>
                  <a:lnTo>
                    <a:pt x="798124" y="198613"/>
                  </a:lnTo>
                  <a:lnTo>
                    <a:pt x="755933" y="226035"/>
                  </a:lnTo>
                  <a:lnTo>
                    <a:pt x="712760" y="254363"/>
                  </a:lnTo>
                  <a:lnTo>
                    <a:pt x="669265" y="282986"/>
                  </a:lnTo>
                  <a:lnTo>
                    <a:pt x="626147" y="311265"/>
                  </a:lnTo>
                  <a:lnTo>
                    <a:pt x="584059" y="338591"/>
                  </a:lnTo>
                  <a:lnTo>
                    <a:pt x="543544" y="364442"/>
                  </a:lnTo>
                  <a:lnTo>
                    <a:pt x="504975" y="388417"/>
                  </a:lnTo>
                  <a:lnTo>
                    <a:pt x="468523" y="410257"/>
                  </a:lnTo>
                  <a:lnTo>
                    <a:pt x="434145" y="429849"/>
                  </a:lnTo>
                  <a:lnTo>
                    <a:pt x="404090" y="445912"/>
                  </a:lnTo>
                  <a:lnTo>
                    <a:pt x="364232" y="465183"/>
                  </a:lnTo>
                  <a:lnTo>
                    <a:pt x="325544" y="481057"/>
                  </a:lnTo>
                  <a:lnTo>
                    <a:pt x="286325" y="494056"/>
                  </a:lnTo>
                  <a:lnTo>
                    <a:pt x="244887" y="504759"/>
                  </a:lnTo>
                  <a:lnTo>
                    <a:pt x="200164" y="513617"/>
                  </a:lnTo>
                  <a:lnTo>
                    <a:pt x="152450" y="520885"/>
                  </a:lnTo>
                  <a:lnTo>
                    <a:pt x="104229" y="526630"/>
                  </a:lnTo>
                  <a:lnTo>
                    <a:pt x="60404" y="530809"/>
                  </a:lnTo>
                  <a:lnTo>
                    <a:pt x="26865" y="533425"/>
                  </a:lnTo>
                  <a:lnTo>
                    <a:pt x="7316" y="534696"/>
                  </a:lnTo>
                  <a:lnTo>
                    <a:pt x="497" y="535071"/>
                  </a:lnTo>
                  <a:lnTo>
                    <a:pt x="0" y="535095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2050472" y="5727044"/>
              <a:ext cx="1385454" cy="735756"/>
            </a:xfrm>
            <a:custGeom>
              <a:avLst/>
              <a:pathLst>
                <a:path w="1385454" h="735756">
                  <a:moveTo>
                    <a:pt x="0" y="33443"/>
                  </a:moveTo>
                  <a:lnTo>
                    <a:pt x="1693" y="33554"/>
                  </a:lnTo>
                  <a:lnTo>
                    <a:pt x="12211" y="34356"/>
                  </a:lnTo>
                  <a:lnTo>
                    <a:pt x="36279" y="36532"/>
                  </a:lnTo>
                  <a:lnTo>
                    <a:pt x="73378" y="40572"/>
                  </a:lnTo>
                  <a:lnTo>
                    <a:pt x="118835" y="46653"/>
                  </a:lnTo>
                  <a:lnTo>
                    <a:pt x="166923" y="54735"/>
                  </a:lnTo>
                  <a:lnTo>
                    <a:pt x="213516" y="64786"/>
                  </a:lnTo>
                  <a:lnTo>
                    <a:pt x="256893" y="76959"/>
                  </a:lnTo>
                  <a:lnTo>
                    <a:pt x="297233" y="91655"/>
                  </a:lnTo>
                  <a:lnTo>
                    <a:pt x="335810" y="109508"/>
                  </a:lnTo>
                  <a:lnTo>
                    <a:pt x="374333" y="131275"/>
                  </a:lnTo>
                  <a:lnTo>
                    <a:pt x="404090" y="150495"/>
                  </a:lnTo>
                  <a:lnTo>
                    <a:pt x="435297" y="172415"/>
                  </a:lnTo>
                  <a:lnTo>
                    <a:pt x="468167" y="197019"/>
                  </a:lnTo>
                  <a:lnTo>
                    <a:pt x="502930" y="224320"/>
                  </a:lnTo>
                  <a:lnTo>
                    <a:pt x="539632" y="254192"/>
                  </a:lnTo>
                  <a:lnTo>
                    <a:pt x="578135" y="286351"/>
                  </a:lnTo>
                  <a:lnTo>
                    <a:pt x="618135" y="320358"/>
                  </a:lnTo>
                  <a:lnTo>
                    <a:pt x="659179" y="355634"/>
                  </a:lnTo>
                  <a:lnTo>
                    <a:pt x="700712" y="391498"/>
                  </a:lnTo>
                  <a:lnTo>
                    <a:pt x="742128" y="427222"/>
                  </a:lnTo>
                  <a:lnTo>
                    <a:pt x="782832" y="462086"/>
                  </a:lnTo>
                  <a:lnTo>
                    <a:pt x="822303" y="495445"/>
                  </a:lnTo>
                  <a:lnTo>
                    <a:pt x="860142" y="526769"/>
                  </a:lnTo>
                  <a:lnTo>
                    <a:pt x="896105" y="555678"/>
                  </a:lnTo>
                  <a:lnTo>
                    <a:pt x="930126" y="581951"/>
                  </a:lnTo>
                  <a:lnTo>
                    <a:pt x="962320" y="605515"/>
                  </a:lnTo>
                  <a:lnTo>
                    <a:pt x="981363" y="618704"/>
                  </a:lnTo>
                  <a:lnTo>
                    <a:pt x="1020901" y="643807"/>
                  </a:lnTo>
                  <a:lnTo>
                    <a:pt x="1059274" y="664521"/>
                  </a:lnTo>
                  <a:lnTo>
                    <a:pt x="1098141" y="681510"/>
                  </a:lnTo>
                  <a:lnTo>
                    <a:pt x="1139155" y="695519"/>
                  </a:lnTo>
                  <a:lnTo>
                    <a:pt x="1183385" y="707131"/>
                  </a:lnTo>
                  <a:lnTo>
                    <a:pt x="1230608" y="716681"/>
                  </a:lnTo>
                  <a:lnTo>
                    <a:pt x="1278513" y="724267"/>
                  </a:lnTo>
                  <a:lnTo>
                    <a:pt x="1322424" y="729834"/>
                  </a:lnTo>
                  <a:lnTo>
                    <a:pt x="1356566" y="733376"/>
                  </a:lnTo>
                  <a:lnTo>
                    <a:pt x="1377065" y="735149"/>
                  </a:lnTo>
                  <a:lnTo>
                    <a:pt x="1384727" y="735710"/>
                  </a:lnTo>
                  <a:lnTo>
                    <a:pt x="1385454" y="735756"/>
                  </a:lnTo>
                  <a:lnTo>
                    <a:pt x="1385454" y="702312"/>
                  </a:lnTo>
                  <a:lnTo>
                    <a:pt x="1383761" y="702201"/>
                  </a:lnTo>
                  <a:lnTo>
                    <a:pt x="1373243" y="701399"/>
                  </a:lnTo>
                  <a:lnTo>
                    <a:pt x="1349175" y="699224"/>
                  </a:lnTo>
                  <a:lnTo>
                    <a:pt x="1312076" y="695183"/>
                  </a:lnTo>
                  <a:lnTo>
                    <a:pt x="1266618" y="689102"/>
                  </a:lnTo>
                  <a:lnTo>
                    <a:pt x="1218531" y="681020"/>
                  </a:lnTo>
                  <a:lnTo>
                    <a:pt x="1171938" y="670969"/>
                  </a:lnTo>
                  <a:lnTo>
                    <a:pt x="1128560" y="658796"/>
                  </a:lnTo>
                  <a:lnTo>
                    <a:pt x="1088221" y="644101"/>
                  </a:lnTo>
                  <a:lnTo>
                    <a:pt x="1049644" y="626248"/>
                  </a:lnTo>
                  <a:lnTo>
                    <a:pt x="1011120" y="604480"/>
                  </a:lnTo>
                  <a:lnTo>
                    <a:pt x="981363" y="585260"/>
                  </a:lnTo>
                  <a:lnTo>
                    <a:pt x="950157" y="563340"/>
                  </a:lnTo>
                  <a:lnTo>
                    <a:pt x="917286" y="538737"/>
                  </a:lnTo>
                  <a:lnTo>
                    <a:pt x="882523" y="511436"/>
                  </a:lnTo>
                  <a:lnTo>
                    <a:pt x="845822" y="481564"/>
                  </a:lnTo>
                  <a:lnTo>
                    <a:pt x="807319" y="449405"/>
                  </a:lnTo>
                  <a:lnTo>
                    <a:pt x="767319" y="415398"/>
                  </a:lnTo>
                  <a:lnTo>
                    <a:pt x="726275" y="380122"/>
                  </a:lnTo>
                  <a:lnTo>
                    <a:pt x="684742" y="344257"/>
                  </a:lnTo>
                  <a:lnTo>
                    <a:pt x="643326" y="308534"/>
                  </a:lnTo>
                  <a:lnTo>
                    <a:pt x="602622" y="273669"/>
                  </a:lnTo>
                  <a:lnTo>
                    <a:pt x="563150" y="240310"/>
                  </a:lnTo>
                  <a:lnTo>
                    <a:pt x="525312" y="208986"/>
                  </a:lnTo>
                  <a:lnTo>
                    <a:pt x="489349" y="180077"/>
                  </a:lnTo>
                  <a:lnTo>
                    <a:pt x="455328" y="153805"/>
                  </a:lnTo>
                  <a:lnTo>
                    <a:pt x="423134" y="130240"/>
                  </a:lnTo>
                  <a:lnTo>
                    <a:pt x="404090" y="117052"/>
                  </a:lnTo>
                  <a:lnTo>
                    <a:pt x="364553" y="91948"/>
                  </a:lnTo>
                  <a:lnTo>
                    <a:pt x="326179" y="71235"/>
                  </a:lnTo>
                  <a:lnTo>
                    <a:pt x="287313" y="54245"/>
                  </a:lnTo>
                  <a:lnTo>
                    <a:pt x="246299" y="40236"/>
                  </a:lnTo>
                  <a:lnTo>
                    <a:pt x="202069" y="28625"/>
                  </a:lnTo>
                  <a:lnTo>
                    <a:pt x="154846" y="19074"/>
                  </a:lnTo>
                  <a:lnTo>
                    <a:pt x="106940" y="11488"/>
                  </a:lnTo>
                  <a:lnTo>
                    <a:pt x="63030" y="5922"/>
                  </a:lnTo>
                  <a:lnTo>
                    <a:pt x="28887" y="2379"/>
                  </a:lnTo>
                  <a:lnTo>
                    <a:pt x="8388" y="607"/>
                  </a:lnTo>
                  <a:lnTo>
                    <a:pt x="727" y="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2050472" y="5760488"/>
              <a:ext cx="1385454" cy="735756"/>
            </a:xfrm>
            <a:custGeom>
              <a:avLst/>
              <a:pathLst>
                <a:path w="1385454" h="735756">
                  <a:moveTo>
                    <a:pt x="0" y="33443"/>
                  </a:moveTo>
                  <a:lnTo>
                    <a:pt x="1693" y="33554"/>
                  </a:lnTo>
                  <a:lnTo>
                    <a:pt x="12211" y="34356"/>
                  </a:lnTo>
                  <a:lnTo>
                    <a:pt x="36279" y="36532"/>
                  </a:lnTo>
                  <a:lnTo>
                    <a:pt x="73378" y="40572"/>
                  </a:lnTo>
                  <a:lnTo>
                    <a:pt x="118835" y="46653"/>
                  </a:lnTo>
                  <a:lnTo>
                    <a:pt x="166923" y="54735"/>
                  </a:lnTo>
                  <a:lnTo>
                    <a:pt x="213516" y="64786"/>
                  </a:lnTo>
                  <a:lnTo>
                    <a:pt x="256893" y="76959"/>
                  </a:lnTo>
                  <a:lnTo>
                    <a:pt x="297233" y="91655"/>
                  </a:lnTo>
                  <a:lnTo>
                    <a:pt x="335810" y="109508"/>
                  </a:lnTo>
                  <a:lnTo>
                    <a:pt x="374333" y="131275"/>
                  </a:lnTo>
                  <a:lnTo>
                    <a:pt x="404090" y="150495"/>
                  </a:lnTo>
                  <a:lnTo>
                    <a:pt x="435297" y="172415"/>
                  </a:lnTo>
                  <a:lnTo>
                    <a:pt x="468167" y="197019"/>
                  </a:lnTo>
                  <a:lnTo>
                    <a:pt x="502930" y="224320"/>
                  </a:lnTo>
                  <a:lnTo>
                    <a:pt x="539632" y="254192"/>
                  </a:lnTo>
                  <a:lnTo>
                    <a:pt x="578135" y="286351"/>
                  </a:lnTo>
                  <a:lnTo>
                    <a:pt x="618135" y="320358"/>
                  </a:lnTo>
                  <a:lnTo>
                    <a:pt x="659179" y="355634"/>
                  </a:lnTo>
                  <a:lnTo>
                    <a:pt x="700712" y="391498"/>
                  </a:lnTo>
                  <a:lnTo>
                    <a:pt x="742128" y="427222"/>
                  </a:lnTo>
                  <a:lnTo>
                    <a:pt x="782832" y="462086"/>
                  </a:lnTo>
                  <a:lnTo>
                    <a:pt x="822303" y="495445"/>
                  </a:lnTo>
                  <a:lnTo>
                    <a:pt x="860142" y="526769"/>
                  </a:lnTo>
                  <a:lnTo>
                    <a:pt x="896105" y="555678"/>
                  </a:lnTo>
                  <a:lnTo>
                    <a:pt x="930126" y="581951"/>
                  </a:lnTo>
                  <a:lnTo>
                    <a:pt x="962320" y="605515"/>
                  </a:lnTo>
                  <a:lnTo>
                    <a:pt x="981363" y="618704"/>
                  </a:lnTo>
                  <a:lnTo>
                    <a:pt x="1020901" y="643807"/>
                  </a:lnTo>
                  <a:lnTo>
                    <a:pt x="1059274" y="664521"/>
                  </a:lnTo>
                  <a:lnTo>
                    <a:pt x="1098141" y="681510"/>
                  </a:lnTo>
                  <a:lnTo>
                    <a:pt x="1139155" y="695519"/>
                  </a:lnTo>
                  <a:lnTo>
                    <a:pt x="1183385" y="707131"/>
                  </a:lnTo>
                  <a:lnTo>
                    <a:pt x="1230608" y="716681"/>
                  </a:lnTo>
                  <a:lnTo>
                    <a:pt x="1278513" y="724267"/>
                  </a:lnTo>
                  <a:lnTo>
                    <a:pt x="1322424" y="729834"/>
                  </a:lnTo>
                  <a:lnTo>
                    <a:pt x="1356566" y="733376"/>
                  </a:lnTo>
                  <a:lnTo>
                    <a:pt x="1377065" y="735149"/>
                  </a:lnTo>
                  <a:lnTo>
                    <a:pt x="1384727" y="735710"/>
                  </a:lnTo>
                  <a:lnTo>
                    <a:pt x="1385454" y="735756"/>
                  </a:lnTo>
                  <a:lnTo>
                    <a:pt x="1385454" y="702312"/>
                  </a:lnTo>
                  <a:lnTo>
                    <a:pt x="1383761" y="702201"/>
                  </a:lnTo>
                  <a:lnTo>
                    <a:pt x="1373243" y="701399"/>
                  </a:lnTo>
                  <a:lnTo>
                    <a:pt x="1349175" y="699224"/>
                  </a:lnTo>
                  <a:lnTo>
                    <a:pt x="1312076" y="695183"/>
                  </a:lnTo>
                  <a:lnTo>
                    <a:pt x="1266618" y="689102"/>
                  </a:lnTo>
                  <a:lnTo>
                    <a:pt x="1218531" y="681020"/>
                  </a:lnTo>
                  <a:lnTo>
                    <a:pt x="1171938" y="670969"/>
                  </a:lnTo>
                  <a:lnTo>
                    <a:pt x="1128560" y="658796"/>
                  </a:lnTo>
                  <a:lnTo>
                    <a:pt x="1088221" y="644101"/>
                  </a:lnTo>
                  <a:lnTo>
                    <a:pt x="1049644" y="626248"/>
                  </a:lnTo>
                  <a:lnTo>
                    <a:pt x="1011120" y="604480"/>
                  </a:lnTo>
                  <a:lnTo>
                    <a:pt x="981363" y="585260"/>
                  </a:lnTo>
                  <a:lnTo>
                    <a:pt x="950157" y="563340"/>
                  </a:lnTo>
                  <a:lnTo>
                    <a:pt x="917286" y="538737"/>
                  </a:lnTo>
                  <a:lnTo>
                    <a:pt x="882523" y="511436"/>
                  </a:lnTo>
                  <a:lnTo>
                    <a:pt x="845822" y="481564"/>
                  </a:lnTo>
                  <a:lnTo>
                    <a:pt x="807319" y="449405"/>
                  </a:lnTo>
                  <a:lnTo>
                    <a:pt x="767319" y="415398"/>
                  </a:lnTo>
                  <a:lnTo>
                    <a:pt x="726275" y="380122"/>
                  </a:lnTo>
                  <a:lnTo>
                    <a:pt x="684742" y="344257"/>
                  </a:lnTo>
                  <a:lnTo>
                    <a:pt x="643326" y="308534"/>
                  </a:lnTo>
                  <a:lnTo>
                    <a:pt x="602622" y="273669"/>
                  </a:lnTo>
                  <a:lnTo>
                    <a:pt x="563150" y="240310"/>
                  </a:lnTo>
                  <a:lnTo>
                    <a:pt x="525312" y="208986"/>
                  </a:lnTo>
                  <a:lnTo>
                    <a:pt x="489349" y="180077"/>
                  </a:lnTo>
                  <a:lnTo>
                    <a:pt x="455328" y="153805"/>
                  </a:lnTo>
                  <a:lnTo>
                    <a:pt x="423134" y="130240"/>
                  </a:lnTo>
                  <a:lnTo>
                    <a:pt x="404090" y="117052"/>
                  </a:lnTo>
                  <a:lnTo>
                    <a:pt x="364553" y="91948"/>
                  </a:lnTo>
                  <a:lnTo>
                    <a:pt x="326179" y="71235"/>
                  </a:lnTo>
                  <a:lnTo>
                    <a:pt x="287313" y="54245"/>
                  </a:lnTo>
                  <a:lnTo>
                    <a:pt x="246299" y="40236"/>
                  </a:lnTo>
                  <a:lnTo>
                    <a:pt x="202069" y="28625"/>
                  </a:lnTo>
                  <a:lnTo>
                    <a:pt x="154846" y="19074"/>
                  </a:lnTo>
                  <a:lnTo>
                    <a:pt x="106940" y="11488"/>
                  </a:lnTo>
                  <a:lnTo>
                    <a:pt x="63030" y="5922"/>
                  </a:lnTo>
                  <a:lnTo>
                    <a:pt x="28887" y="2379"/>
                  </a:lnTo>
                  <a:lnTo>
                    <a:pt x="8388" y="607"/>
                  </a:lnTo>
                  <a:lnTo>
                    <a:pt x="727" y="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2050472" y="5793931"/>
              <a:ext cx="1385454" cy="735756"/>
            </a:xfrm>
            <a:custGeom>
              <a:avLst/>
              <a:pathLst>
                <a:path w="1385454" h="735756">
                  <a:moveTo>
                    <a:pt x="0" y="33443"/>
                  </a:moveTo>
                  <a:lnTo>
                    <a:pt x="1693" y="33554"/>
                  </a:lnTo>
                  <a:lnTo>
                    <a:pt x="12211" y="34356"/>
                  </a:lnTo>
                  <a:lnTo>
                    <a:pt x="36279" y="36532"/>
                  </a:lnTo>
                  <a:lnTo>
                    <a:pt x="73378" y="40572"/>
                  </a:lnTo>
                  <a:lnTo>
                    <a:pt x="118835" y="46653"/>
                  </a:lnTo>
                  <a:lnTo>
                    <a:pt x="166923" y="54735"/>
                  </a:lnTo>
                  <a:lnTo>
                    <a:pt x="213516" y="64786"/>
                  </a:lnTo>
                  <a:lnTo>
                    <a:pt x="256893" y="76959"/>
                  </a:lnTo>
                  <a:lnTo>
                    <a:pt x="297233" y="91655"/>
                  </a:lnTo>
                  <a:lnTo>
                    <a:pt x="335810" y="109508"/>
                  </a:lnTo>
                  <a:lnTo>
                    <a:pt x="374333" y="131275"/>
                  </a:lnTo>
                  <a:lnTo>
                    <a:pt x="404090" y="150495"/>
                  </a:lnTo>
                  <a:lnTo>
                    <a:pt x="435297" y="172415"/>
                  </a:lnTo>
                  <a:lnTo>
                    <a:pt x="468167" y="197019"/>
                  </a:lnTo>
                  <a:lnTo>
                    <a:pt x="502930" y="224320"/>
                  </a:lnTo>
                  <a:lnTo>
                    <a:pt x="539632" y="254192"/>
                  </a:lnTo>
                  <a:lnTo>
                    <a:pt x="578135" y="286351"/>
                  </a:lnTo>
                  <a:lnTo>
                    <a:pt x="618135" y="320358"/>
                  </a:lnTo>
                  <a:lnTo>
                    <a:pt x="659179" y="355634"/>
                  </a:lnTo>
                  <a:lnTo>
                    <a:pt x="700712" y="391498"/>
                  </a:lnTo>
                  <a:lnTo>
                    <a:pt x="742128" y="427222"/>
                  </a:lnTo>
                  <a:lnTo>
                    <a:pt x="782832" y="462086"/>
                  </a:lnTo>
                  <a:lnTo>
                    <a:pt x="822303" y="495445"/>
                  </a:lnTo>
                  <a:lnTo>
                    <a:pt x="860142" y="526769"/>
                  </a:lnTo>
                  <a:lnTo>
                    <a:pt x="896105" y="555678"/>
                  </a:lnTo>
                  <a:lnTo>
                    <a:pt x="930126" y="581951"/>
                  </a:lnTo>
                  <a:lnTo>
                    <a:pt x="962320" y="605515"/>
                  </a:lnTo>
                  <a:lnTo>
                    <a:pt x="981363" y="618704"/>
                  </a:lnTo>
                  <a:lnTo>
                    <a:pt x="1020901" y="643807"/>
                  </a:lnTo>
                  <a:lnTo>
                    <a:pt x="1059274" y="664521"/>
                  </a:lnTo>
                  <a:lnTo>
                    <a:pt x="1098141" y="681510"/>
                  </a:lnTo>
                  <a:lnTo>
                    <a:pt x="1139155" y="695519"/>
                  </a:lnTo>
                  <a:lnTo>
                    <a:pt x="1183385" y="707131"/>
                  </a:lnTo>
                  <a:lnTo>
                    <a:pt x="1230608" y="716681"/>
                  </a:lnTo>
                  <a:lnTo>
                    <a:pt x="1278513" y="724267"/>
                  </a:lnTo>
                  <a:lnTo>
                    <a:pt x="1322424" y="729834"/>
                  </a:lnTo>
                  <a:lnTo>
                    <a:pt x="1356566" y="733376"/>
                  </a:lnTo>
                  <a:lnTo>
                    <a:pt x="1377065" y="735149"/>
                  </a:lnTo>
                  <a:lnTo>
                    <a:pt x="1384727" y="735710"/>
                  </a:lnTo>
                  <a:lnTo>
                    <a:pt x="1385454" y="735756"/>
                  </a:lnTo>
                  <a:lnTo>
                    <a:pt x="1385454" y="702312"/>
                  </a:lnTo>
                  <a:lnTo>
                    <a:pt x="1383761" y="702201"/>
                  </a:lnTo>
                  <a:lnTo>
                    <a:pt x="1373243" y="701399"/>
                  </a:lnTo>
                  <a:lnTo>
                    <a:pt x="1349175" y="699224"/>
                  </a:lnTo>
                  <a:lnTo>
                    <a:pt x="1312076" y="695183"/>
                  </a:lnTo>
                  <a:lnTo>
                    <a:pt x="1266618" y="689102"/>
                  </a:lnTo>
                  <a:lnTo>
                    <a:pt x="1218531" y="681020"/>
                  </a:lnTo>
                  <a:lnTo>
                    <a:pt x="1171938" y="670969"/>
                  </a:lnTo>
                  <a:lnTo>
                    <a:pt x="1128560" y="658796"/>
                  </a:lnTo>
                  <a:lnTo>
                    <a:pt x="1088221" y="644101"/>
                  </a:lnTo>
                  <a:lnTo>
                    <a:pt x="1049644" y="626248"/>
                  </a:lnTo>
                  <a:lnTo>
                    <a:pt x="1011120" y="604480"/>
                  </a:lnTo>
                  <a:lnTo>
                    <a:pt x="981363" y="585260"/>
                  </a:lnTo>
                  <a:lnTo>
                    <a:pt x="950157" y="563340"/>
                  </a:lnTo>
                  <a:lnTo>
                    <a:pt x="917286" y="538737"/>
                  </a:lnTo>
                  <a:lnTo>
                    <a:pt x="882523" y="511436"/>
                  </a:lnTo>
                  <a:lnTo>
                    <a:pt x="845822" y="481564"/>
                  </a:lnTo>
                  <a:lnTo>
                    <a:pt x="807319" y="449405"/>
                  </a:lnTo>
                  <a:lnTo>
                    <a:pt x="767319" y="415398"/>
                  </a:lnTo>
                  <a:lnTo>
                    <a:pt x="726275" y="380122"/>
                  </a:lnTo>
                  <a:lnTo>
                    <a:pt x="684742" y="344257"/>
                  </a:lnTo>
                  <a:lnTo>
                    <a:pt x="643326" y="308534"/>
                  </a:lnTo>
                  <a:lnTo>
                    <a:pt x="602622" y="273669"/>
                  </a:lnTo>
                  <a:lnTo>
                    <a:pt x="563150" y="240310"/>
                  </a:lnTo>
                  <a:lnTo>
                    <a:pt x="525312" y="208986"/>
                  </a:lnTo>
                  <a:lnTo>
                    <a:pt x="489349" y="180077"/>
                  </a:lnTo>
                  <a:lnTo>
                    <a:pt x="455328" y="153805"/>
                  </a:lnTo>
                  <a:lnTo>
                    <a:pt x="423134" y="130240"/>
                  </a:lnTo>
                  <a:lnTo>
                    <a:pt x="404090" y="117052"/>
                  </a:lnTo>
                  <a:lnTo>
                    <a:pt x="364553" y="91948"/>
                  </a:lnTo>
                  <a:lnTo>
                    <a:pt x="326179" y="71235"/>
                  </a:lnTo>
                  <a:lnTo>
                    <a:pt x="287313" y="54245"/>
                  </a:lnTo>
                  <a:lnTo>
                    <a:pt x="246299" y="40236"/>
                  </a:lnTo>
                  <a:lnTo>
                    <a:pt x="202069" y="28625"/>
                  </a:lnTo>
                  <a:lnTo>
                    <a:pt x="154846" y="19074"/>
                  </a:lnTo>
                  <a:lnTo>
                    <a:pt x="106940" y="11488"/>
                  </a:lnTo>
                  <a:lnTo>
                    <a:pt x="63030" y="5922"/>
                  </a:lnTo>
                  <a:lnTo>
                    <a:pt x="28887" y="2379"/>
                  </a:lnTo>
                  <a:lnTo>
                    <a:pt x="8388" y="607"/>
                  </a:lnTo>
                  <a:lnTo>
                    <a:pt x="727" y="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2050472" y="4890957"/>
              <a:ext cx="1385454" cy="568539"/>
            </a:xfrm>
            <a:custGeom>
              <a:avLst/>
              <a:pathLst>
                <a:path w="1385454" h="568539">
                  <a:moveTo>
                    <a:pt x="0" y="568539"/>
                  </a:moveTo>
                  <a:lnTo>
                    <a:pt x="1734" y="568452"/>
                  </a:lnTo>
                  <a:lnTo>
                    <a:pt x="12494" y="567825"/>
                  </a:lnTo>
                  <a:lnTo>
                    <a:pt x="37056" y="566127"/>
                  </a:lnTo>
                  <a:lnTo>
                    <a:pt x="74783" y="562978"/>
                  </a:lnTo>
                  <a:lnTo>
                    <a:pt x="120812" y="558248"/>
                  </a:lnTo>
                  <a:lnTo>
                    <a:pt x="169299" y="551971"/>
                  </a:lnTo>
                  <a:lnTo>
                    <a:pt x="216126" y="544166"/>
                  </a:lnTo>
                  <a:lnTo>
                    <a:pt x="259652" y="534705"/>
                  </a:lnTo>
                  <a:lnTo>
                    <a:pt x="300151" y="523262"/>
                  </a:lnTo>
                  <a:lnTo>
                    <a:pt x="338980" y="509331"/>
                  </a:lnTo>
                  <a:lnTo>
                    <a:pt x="377901" y="492321"/>
                  </a:lnTo>
                  <a:lnTo>
                    <a:pt x="404090" y="479356"/>
                  </a:lnTo>
                  <a:lnTo>
                    <a:pt x="436788" y="461828"/>
                  </a:lnTo>
                  <a:lnTo>
                    <a:pt x="471323" y="442058"/>
                  </a:lnTo>
                  <a:lnTo>
                    <a:pt x="507943" y="420043"/>
                  </a:lnTo>
                  <a:lnTo>
                    <a:pt x="546674" y="395909"/>
                  </a:lnTo>
                  <a:lnTo>
                    <a:pt x="587330" y="369925"/>
                  </a:lnTo>
                  <a:lnTo>
                    <a:pt x="629520" y="342503"/>
                  </a:lnTo>
                  <a:lnTo>
                    <a:pt x="672694" y="314175"/>
                  </a:lnTo>
                  <a:lnTo>
                    <a:pt x="716188" y="285552"/>
                  </a:lnTo>
                  <a:lnTo>
                    <a:pt x="759307" y="257273"/>
                  </a:lnTo>
                  <a:lnTo>
                    <a:pt x="801395" y="229947"/>
                  </a:lnTo>
                  <a:lnTo>
                    <a:pt x="841910" y="204096"/>
                  </a:lnTo>
                  <a:lnTo>
                    <a:pt x="880479" y="180121"/>
                  </a:lnTo>
                  <a:lnTo>
                    <a:pt x="916930" y="158281"/>
                  </a:lnTo>
                  <a:lnTo>
                    <a:pt x="951308" y="138689"/>
                  </a:lnTo>
                  <a:lnTo>
                    <a:pt x="981363" y="122626"/>
                  </a:lnTo>
                  <a:lnTo>
                    <a:pt x="1021222" y="103355"/>
                  </a:lnTo>
                  <a:lnTo>
                    <a:pt x="1059909" y="87481"/>
                  </a:lnTo>
                  <a:lnTo>
                    <a:pt x="1099128" y="74482"/>
                  </a:lnTo>
                  <a:lnTo>
                    <a:pt x="1140566" y="63779"/>
                  </a:lnTo>
                  <a:lnTo>
                    <a:pt x="1185290" y="54921"/>
                  </a:lnTo>
                  <a:lnTo>
                    <a:pt x="1233003" y="47653"/>
                  </a:lnTo>
                  <a:lnTo>
                    <a:pt x="1281225" y="41908"/>
                  </a:lnTo>
                  <a:lnTo>
                    <a:pt x="1325050" y="37729"/>
                  </a:lnTo>
                  <a:lnTo>
                    <a:pt x="1358588" y="35113"/>
                  </a:lnTo>
                  <a:lnTo>
                    <a:pt x="1378138" y="33842"/>
                  </a:lnTo>
                  <a:lnTo>
                    <a:pt x="1384957" y="33467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3720" y="87"/>
                  </a:lnTo>
                  <a:lnTo>
                    <a:pt x="1372960" y="713"/>
                  </a:lnTo>
                  <a:lnTo>
                    <a:pt x="1348397" y="2411"/>
                  </a:lnTo>
                  <a:lnTo>
                    <a:pt x="1310670" y="5560"/>
                  </a:lnTo>
                  <a:lnTo>
                    <a:pt x="1264642" y="10290"/>
                  </a:lnTo>
                  <a:lnTo>
                    <a:pt x="1216155" y="16567"/>
                  </a:lnTo>
                  <a:lnTo>
                    <a:pt x="1169328" y="24372"/>
                  </a:lnTo>
                  <a:lnTo>
                    <a:pt x="1125802" y="33833"/>
                  </a:lnTo>
                  <a:lnTo>
                    <a:pt x="1085302" y="45276"/>
                  </a:lnTo>
                  <a:lnTo>
                    <a:pt x="1046473" y="59207"/>
                  </a:lnTo>
                  <a:lnTo>
                    <a:pt x="1007552" y="76217"/>
                  </a:lnTo>
                  <a:lnTo>
                    <a:pt x="981363" y="89182"/>
                  </a:lnTo>
                  <a:lnTo>
                    <a:pt x="948665" y="106710"/>
                  </a:lnTo>
                  <a:lnTo>
                    <a:pt x="914130" y="126480"/>
                  </a:lnTo>
                  <a:lnTo>
                    <a:pt x="877511" y="148495"/>
                  </a:lnTo>
                  <a:lnTo>
                    <a:pt x="838779" y="172630"/>
                  </a:lnTo>
                  <a:lnTo>
                    <a:pt x="798124" y="198613"/>
                  </a:lnTo>
                  <a:lnTo>
                    <a:pt x="755933" y="226035"/>
                  </a:lnTo>
                  <a:lnTo>
                    <a:pt x="712760" y="254363"/>
                  </a:lnTo>
                  <a:lnTo>
                    <a:pt x="669265" y="282986"/>
                  </a:lnTo>
                  <a:lnTo>
                    <a:pt x="626147" y="311265"/>
                  </a:lnTo>
                  <a:lnTo>
                    <a:pt x="584059" y="338591"/>
                  </a:lnTo>
                  <a:lnTo>
                    <a:pt x="543544" y="364442"/>
                  </a:lnTo>
                  <a:lnTo>
                    <a:pt x="504975" y="388417"/>
                  </a:lnTo>
                  <a:lnTo>
                    <a:pt x="468523" y="410257"/>
                  </a:lnTo>
                  <a:lnTo>
                    <a:pt x="434145" y="429849"/>
                  </a:lnTo>
                  <a:lnTo>
                    <a:pt x="404090" y="445912"/>
                  </a:lnTo>
                  <a:lnTo>
                    <a:pt x="364232" y="465183"/>
                  </a:lnTo>
                  <a:lnTo>
                    <a:pt x="325544" y="481057"/>
                  </a:lnTo>
                  <a:lnTo>
                    <a:pt x="286325" y="494056"/>
                  </a:lnTo>
                  <a:lnTo>
                    <a:pt x="244887" y="504759"/>
                  </a:lnTo>
                  <a:lnTo>
                    <a:pt x="200164" y="513617"/>
                  </a:lnTo>
                  <a:lnTo>
                    <a:pt x="152450" y="520885"/>
                  </a:lnTo>
                  <a:lnTo>
                    <a:pt x="104229" y="526630"/>
                  </a:lnTo>
                  <a:lnTo>
                    <a:pt x="60404" y="530809"/>
                  </a:lnTo>
                  <a:lnTo>
                    <a:pt x="26865" y="533425"/>
                  </a:lnTo>
                  <a:lnTo>
                    <a:pt x="7316" y="534696"/>
                  </a:lnTo>
                  <a:lnTo>
                    <a:pt x="497" y="535071"/>
                  </a:lnTo>
                  <a:lnTo>
                    <a:pt x="0" y="535095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2050472" y="3386001"/>
              <a:ext cx="1385454" cy="1805947"/>
            </a:xfrm>
            <a:custGeom>
              <a:avLst/>
              <a:pathLst>
                <a:path w="1385454" h="1805947">
                  <a:moveTo>
                    <a:pt x="0" y="1805947"/>
                  </a:moveTo>
                  <a:lnTo>
                    <a:pt x="1056" y="1805775"/>
                  </a:lnTo>
                  <a:lnTo>
                    <a:pt x="7761" y="1804538"/>
                  </a:lnTo>
                  <a:lnTo>
                    <a:pt x="23713" y="1801142"/>
                  </a:lnTo>
                  <a:lnTo>
                    <a:pt x="49811" y="1794665"/>
                  </a:lnTo>
                  <a:lnTo>
                    <a:pt x="84281" y="1784573"/>
                  </a:lnTo>
                  <a:lnTo>
                    <a:pt x="123729" y="1770746"/>
                  </a:lnTo>
                  <a:lnTo>
                    <a:pt x="164666" y="1753283"/>
                  </a:lnTo>
                  <a:lnTo>
                    <a:pt x="204581" y="1732235"/>
                  </a:lnTo>
                  <a:lnTo>
                    <a:pt x="242254" y="1707416"/>
                  </a:lnTo>
                  <a:lnTo>
                    <a:pt x="277544" y="1678310"/>
                  </a:lnTo>
                  <a:lnTo>
                    <a:pt x="311025" y="1644068"/>
                  </a:lnTo>
                  <a:lnTo>
                    <a:pt x="343650" y="1603584"/>
                  </a:lnTo>
                  <a:lnTo>
                    <a:pt x="376496" y="1555675"/>
                  </a:lnTo>
                  <a:lnTo>
                    <a:pt x="404090" y="1510530"/>
                  </a:lnTo>
                  <a:lnTo>
                    <a:pt x="427409" y="1469564"/>
                  </a:lnTo>
                  <a:lnTo>
                    <a:pt x="451622" y="1424796"/>
                  </a:lnTo>
                  <a:lnTo>
                    <a:pt x="476859" y="1376161"/>
                  </a:lnTo>
                  <a:lnTo>
                    <a:pt x="503185" y="1323696"/>
                  </a:lnTo>
                  <a:lnTo>
                    <a:pt x="530610" y="1267558"/>
                  </a:lnTo>
                  <a:lnTo>
                    <a:pt x="559085" y="1208032"/>
                  </a:lnTo>
                  <a:lnTo>
                    <a:pt x="588504" y="1145528"/>
                  </a:lnTo>
                  <a:lnTo>
                    <a:pt x="618713" y="1080581"/>
                  </a:lnTo>
                  <a:lnTo>
                    <a:pt x="649510" y="1013831"/>
                  </a:lnTo>
                  <a:lnTo>
                    <a:pt x="680661" y="946002"/>
                  </a:lnTo>
                  <a:lnTo>
                    <a:pt x="711913" y="877867"/>
                  </a:lnTo>
                  <a:lnTo>
                    <a:pt x="743006" y="810217"/>
                  </a:lnTo>
                  <a:lnTo>
                    <a:pt x="773688" y="743817"/>
                  </a:lnTo>
                  <a:lnTo>
                    <a:pt x="803733" y="679374"/>
                  </a:lnTo>
                  <a:lnTo>
                    <a:pt x="832949" y="617506"/>
                  </a:lnTo>
                  <a:lnTo>
                    <a:pt x="861192" y="558721"/>
                  </a:lnTo>
                  <a:lnTo>
                    <a:pt x="888369" y="503401"/>
                  </a:lnTo>
                  <a:lnTo>
                    <a:pt x="914443" y="451800"/>
                  </a:lnTo>
                  <a:lnTo>
                    <a:pt x="939439" y="404046"/>
                  </a:lnTo>
                  <a:lnTo>
                    <a:pt x="963435" y="360155"/>
                  </a:lnTo>
                  <a:lnTo>
                    <a:pt x="981363" y="328860"/>
                  </a:lnTo>
                  <a:lnTo>
                    <a:pt x="1015096" y="274247"/>
                  </a:lnTo>
                  <a:lnTo>
                    <a:pt x="1047822" y="227793"/>
                  </a:lnTo>
                  <a:lnTo>
                    <a:pt x="1080524" y="188554"/>
                  </a:lnTo>
                  <a:lnTo>
                    <a:pt x="1114275" y="155340"/>
                  </a:lnTo>
                  <a:lnTo>
                    <a:pt x="1149979" y="127081"/>
                  </a:lnTo>
                  <a:lnTo>
                    <a:pt x="1188105" y="102988"/>
                  </a:lnTo>
                  <a:lnTo>
                    <a:pt x="1228338" y="82608"/>
                  </a:lnTo>
                  <a:lnTo>
                    <a:pt x="1269227" y="65809"/>
                  </a:lnTo>
                  <a:lnTo>
                    <a:pt x="1308034" y="52668"/>
                  </a:lnTo>
                  <a:lnTo>
                    <a:pt x="1341183" y="43265"/>
                  </a:lnTo>
                  <a:lnTo>
                    <a:pt x="1365468" y="37411"/>
                  </a:lnTo>
                  <a:lnTo>
                    <a:pt x="1379556" y="34492"/>
                  </a:lnTo>
                  <a:lnTo>
                    <a:pt x="1384873" y="33536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4397" y="172"/>
                  </a:lnTo>
                  <a:lnTo>
                    <a:pt x="1377693" y="1409"/>
                  </a:lnTo>
                  <a:lnTo>
                    <a:pt x="1361741" y="4805"/>
                  </a:lnTo>
                  <a:lnTo>
                    <a:pt x="1335642" y="11282"/>
                  </a:lnTo>
                  <a:lnTo>
                    <a:pt x="1301173" y="21373"/>
                  </a:lnTo>
                  <a:lnTo>
                    <a:pt x="1261724" y="35200"/>
                  </a:lnTo>
                  <a:lnTo>
                    <a:pt x="1220787" y="52664"/>
                  </a:lnTo>
                  <a:lnTo>
                    <a:pt x="1180872" y="73711"/>
                  </a:lnTo>
                  <a:lnTo>
                    <a:pt x="1143200" y="98530"/>
                  </a:lnTo>
                  <a:lnTo>
                    <a:pt x="1107909" y="127637"/>
                  </a:lnTo>
                  <a:lnTo>
                    <a:pt x="1074429" y="161878"/>
                  </a:lnTo>
                  <a:lnTo>
                    <a:pt x="1041804" y="202362"/>
                  </a:lnTo>
                  <a:lnTo>
                    <a:pt x="1008958" y="250271"/>
                  </a:lnTo>
                  <a:lnTo>
                    <a:pt x="981363" y="295417"/>
                  </a:lnTo>
                  <a:lnTo>
                    <a:pt x="958045" y="336383"/>
                  </a:lnTo>
                  <a:lnTo>
                    <a:pt x="933831" y="381150"/>
                  </a:lnTo>
                  <a:lnTo>
                    <a:pt x="908595" y="429786"/>
                  </a:lnTo>
                  <a:lnTo>
                    <a:pt x="882269" y="482251"/>
                  </a:lnTo>
                  <a:lnTo>
                    <a:pt x="854844" y="538388"/>
                  </a:lnTo>
                  <a:lnTo>
                    <a:pt x="826369" y="597914"/>
                  </a:lnTo>
                  <a:lnTo>
                    <a:pt x="796949" y="660418"/>
                  </a:lnTo>
                  <a:lnTo>
                    <a:pt x="766741" y="725366"/>
                  </a:lnTo>
                  <a:lnTo>
                    <a:pt x="735944" y="792116"/>
                  </a:lnTo>
                  <a:lnTo>
                    <a:pt x="704792" y="859945"/>
                  </a:lnTo>
                  <a:lnTo>
                    <a:pt x="673540" y="928079"/>
                  </a:lnTo>
                  <a:lnTo>
                    <a:pt x="642448" y="995729"/>
                  </a:lnTo>
                  <a:lnTo>
                    <a:pt x="611765" y="1062129"/>
                  </a:lnTo>
                  <a:lnTo>
                    <a:pt x="581720" y="1126572"/>
                  </a:lnTo>
                  <a:lnTo>
                    <a:pt x="552504" y="1188440"/>
                  </a:lnTo>
                  <a:lnTo>
                    <a:pt x="524262" y="1247226"/>
                  </a:lnTo>
                  <a:lnTo>
                    <a:pt x="497085" y="1302546"/>
                  </a:lnTo>
                  <a:lnTo>
                    <a:pt x="471010" y="1354147"/>
                  </a:lnTo>
                  <a:lnTo>
                    <a:pt x="446015" y="1401900"/>
                  </a:lnTo>
                  <a:lnTo>
                    <a:pt x="422019" y="1445791"/>
                  </a:lnTo>
                  <a:lnTo>
                    <a:pt x="404090" y="1477086"/>
                  </a:lnTo>
                  <a:lnTo>
                    <a:pt x="370358" y="1531699"/>
                  </a:lnTo>
                  <a:lnTo>
                    <a:pt x="337631" y="1578153"/>
                  </a:lnTo>
                  <a:lnTo>
                    <a:pt x="304929" y="1617392"/>
                  </a:lnTo>
                  <a:lnTo>
                    <a:pt x="271178" y="1650607"/>
                  </a:lnTo>
                  <a:lnTo>
                    <a:pt x="235474" y="1678866"/>
                  </a:lnTo>
                  <a:lnTo>
                    <a:pt x="197349" y="1702959"/>
                  </a:lnTo>
                  <a:lnTo>
                    <a:pt x="157115" y="1723338"/>
                  </a:lnTo>
                  <a:lnTo>
                    <a:pt x="116227" y="1740138"/>
                  </a:lnTo>
                  <a:lnTo>
                    <a:pt x="77420" y="1753279"/>
                  </a:lnTo>
                  <a:lnTo>
                    <a:pt x="44270" y="1762682"/>
                  </a:lnTo>
                  <a:lnTo>
                    <a:pt x="19985" y="1768535"/>
                  </a:lnTo>
                  <a:lnTo>
                    <a:pt x="5898" y="1771454"/>
                  </a:lnTo>
                  <a:lnTo>
                    <a:pt x="580" y="1772411"/>
                  </a:lnTo>
                  <a:lnTo>
                    <a:pt x="0" y="1772504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2050472" y="5593270"/>
              <a:ext cx="1385454" cy="200660"/>
            </a:xfrm>
            <a:custGeom>
              <a:avLst/>
              <a:pathLst>
                <a:path w="1385454" h="200660">
                  <a:moveTo>
                    <a:pt x="0" y="33443"/>
                  </a:moveTo>
                  <a:lnTo>
                    <a:pt x="1789" y="33471"/>
                  </a:lnTo>
                  <a:lnTo>
                    <a:pt x="12869" y="33673"/>
                  </a:lnTo>
                  <a:lnTo>
                    <a:pt x="38087" y="34221"/>
                  </a:lnTo>
                  <a:lnTo>
                    <a:pt x="76637" y="35234"/>
                  </a:lnTo>
                  <a:lnTo>
                    <a:pt x="123406" y="36752"/>
                  </a:lnTo>
                  <a:lnTo>
                    <a:pt x="172402" y="38763"/>
                  </a:lnTo>
                  <a:lnTo>
                    <a:pt x="219525" y="41263"/>
                  </a:lnTo>
                  <a:lnTo>
                    <a:pt x="263243" y="44297"/>
                  </a:lnTo>
                  <a:lnTo>
                    <a:pt x="303958" y="47977"/>
                  </a:lnTo>
                  <a:lnTo>
                    <a:pt x="343132" y="52468"/>
                  </a:lnTo>
                  <a:lnTo>
                    <a:pt x="382594" y="57961"/>
                  </a:lnTo>
                  <a:lnTo>
                    <a:pt x="404090" y="61313"/>
                  </a:lnTo>
                  <a:lnTo>
                    <a:pt x="439288" y="67225"/>
                  </a:lnTo>
                  <a:lnTo>
                    <a:pt x="476633" y="73947"/>
                  </a:lnTo>
                  <a:lnTo>
                    <a:pt x="516401" y="81475"/>
                  </a:lnTo>
                  <a:lnTo>
                    <a:pt x="558577" y="89749"/>
                  </a:lnTo>
                  <a:lnTo>
                    <a:pt x="602859" y="98651"/>
                  </a:lnTo>
                  <a:lnTo>
                    <a:pt x="648694" y="108004"/>
                  </a:lnTo>
                  <a:lnTo>
                    <a:pt x="695331" y="117587"/>
                  </a:lnTo>
                  <a:lnTo>
                    <a:pt x="741921" y="127157"/>
                  </a:lnTo>
                  <a:lnTo>
                    <a:pt x="787617" y="136470"/>
                  </a:lnTo>
                  <a:lnTo>
                    <a:pt x="831688" y="145310"/>
                  </a:lnTo>
                  <a:lnTo>
                    <a:pt x="873605" y="153506"/>
                  </a:lnTo>
                  <a:lnTo>
                    <a:pt x="913099" y="160946"/>
                  </a:lnTo>
                  <a:lnTo>
                    <a:pt x="950185" y="167577"/>
                  </a:lnTo>
                  <a:lnTo>
                    <a:pt x="981363" y="172791"/>
                  </a:lnTo>
                  <a:lnTo>
                    <a:pt x="1021641" y="178872"/>
                  </a:lnTo>
                  <a:lnTo>
                    <a:pt x="1060741" y="183870"/>
                  </a:lnTo>
                  <a:lnTo>
                    <a:pt x="1100423" y="187954"/>
                  </a:lnTo>
                  <a:lnTo>
                    <a:pt x="1142420" y="191311"/>
                  </a:lnTo>
                  <a:lnTo>
                    <a:pt x="1187792" y="194083"/>
                  </a:lnTo>
                  <a:lnTo>
                    <a:pt x="1236142" y="196350"/>
                  </a:lnTo>
                  <a:lnTo>
                    <a:pt x="1284753" y="198131"/>
                  </a:lnTo>
                  <a:lnTo>
                    <a:pt x="1328420" y="199410"/>
                  </a:lnTo>
                  <a:lnTo>
                    <a:pt x="1361116" y="200194"/>
                  </a:lnTo>
                  <a:lnTo>
                    <a:pt x="1379408" y="200559"/>
                  </a:lnTo>
                  <a:lnTo>
                    <a:pt x="1385178" y="200656"/>
                  </a:lnTo>
                  <a:lnTo>
                    <a:pt x="1385454" y="200660"/>
                  </a:lnTo>
                  <a:lnTo>
                    <a:pt x="1385454" y="167217"/>
                  </a:lnTo>
                  <a:lnTo>
                    <a:pt x="1383665" y="167189"/>
                  </a:lnTo>
                  <a:lnTo>
                    <a:pt x="1372584" y="166987"/>
                  </a:lnTo>
                  <a:lnTo>
                    <a:pt x="1347367" y="166439"/>
                  </a:lnTo>
                  <a:lnTo>
                    <a:pt x="1308816" y="165426"/>
                  </a:lnTo>
                  <a:lnTo>
                    <a:pt x="1262048" y="163908"/>
                  </a:lnTo>
                  <a:lnTo>
                    <a:pt x="1213051" y="161897"/>
                  </a:lnTo>
                  <a:lnTo>
                    <a:pt x="1165928" y="159397"/>
                  </a:lnTo>
                  <a:lnTo>
                    <a:pt x="1122210" y="156362"/>
                  </a:lnTo>
                  <a:lnTo>
                    <a:pt x="1081496" y="152683"/>
                  </a:lnTo>
                  <a:lnTo>
                    <a:pt x="1042321" y="148192"/>
                  </a:lnTo>
                  <a:lnTo>
                    <a:pt x="1002860" y="142698"/>
                  </a:lnTo>
                  <a:lnTo>
                    <a:pt x="981363" y="139347"/>
                  </a:lnTo>
                  <a:lnTo>
                    <a:pt x="946166" y="133435"/>
                  </a:lnTo>
                  <a:lnTo>
                    <a:pt x="908821" y="126713"/>
                  </a:lnTo>
                  <a:lnTo>
                    <a:pt x="869053" y="119185"/>
                  </a:lnTo>
                  <a:lnTo>
                    <a:pt x="826877" y="110911"/>
                  </a:lnTo>
                  <a:lnTo>
                    <a:pt x="782594" y="102009"/>
                  </a:lnTo>
                  <a:lnTo>
                    <a:pt x="736760" y="92656"/>
                  </a:lnTo>
                  <a:lnTo>
                    <a:pt x="690122" y="83072"/>
                  </a:lnTo>
                  <a:lnTo>
                    <a:pt x="643533" y="73502"/>
                  </a:lnTo>
                  <a:lnTo>
                    <a:pt x="597837" y="64189"/>
                  </a:lnTo>
                  <a:lnTo>
                    <a:pt x="553766" y="55350"/>
                  </a:lnTo>
                  <a:lnTo>
                    <a:pt x="511849" y="47154"/>
                  </a:lnTo>
                  <a:lnTo>
                    <a:pt x="472355" y="39714"/>
                  </a:lnTo>
                  <a:lnTo>
                    <a:pt x="435269" y="33083"/>
                  </a:lnTo>
                  <a:lnTo>
                    <a:pt x="404090" y="27869"/>
                  </a:lnTo>
                  <a:lnTo>
                    <a:pt x="363812" y="21788"/>
                  </a:lnTo>
                  <a:lnTo>
                    <a:pt x="324712" y="16790"/>
                  </a:lnTo>
                  <a:lnTo>
                    <a:pt x="285030" y="12706"/>
                  </a:lnTo>
                  <a:lnTo>
                    <a:pt x="243034" y="9349"/>
                  </a:lnTo>
                  <a:lnTo>
                    <a:pt x="197661" y="6577"/>
                  </a:lnTo>
                  <a:lnTo>
                    <a:pt x="149311" y="4310"/>
                  </a:lnTo>
                  <a:lnTo>
                    <a:pt x="100701" y="2529"/>
                  </a:lnTo>
                  <a:lnTo>
                    <a:pt x="57034" y="1250"/>
                  </a:lnTo>
                  <a:lnTo>
                    <a:pt x="24337" y="466"/>
                  </a:lnTo>
                  <a:lnTo>
                    <a:pt x="6045" y="101"/>
                  </a:lnTo>
                  <a:lnTo>
                    <a:pt x="275" y="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2050472" y="4924401"/>
              <a:ext cx="1385454" cy="568539"/>
            </a:xfrm>
            <a:custGeom>
              <a:avLst/>
              <a:pathLst>
                <a:path w="1385454" h="568539">
                  <a:moveTo>
                    <a:pt x="0" y="568539"/>
                  </a:moveTo>
                  <a:lnTo>
                    <a:pt x="1734" y="568452"/>
                  </a:lnTo>
                  <a:lnTo>
                    <a:pt x="12494" y="567825"/>
                  </a:lnTo>
                  <a:lnTo>
                    <a:pt x="37056" y="566127"/>
                  </a:lnTo>
                  <a:lnTo>
                    <a:pt x="74783" y="562978"/>
                  </a:lnTo>
                  <a:lnTo>
                    <a:pt x="120812" y="558248"/>
                  </a:lnTo>
                  <a:lnTo>
                    <a:pt x="169299" y="551971"/>
                  </a:lnTo>
                  <a:lnTo>
                    <a:pt x="216126" y="544166"/>
                  </a:lnTo>
                  <a:lnTo>
                    <a:pt x="259652" y="534705"/>
                  </a:lnTo>
                  <a:lnTo>
                    <a:pt x="300151" y="523262"/>
                  </a:lnTo>
                  <a:lnTo>
                    <a:pt x="338980" y="509331"/>
                  </a:lnTo>
                  <a:lnTo>
                    <a:pt x="377901" y="492321"/>
                  </a:lnTo>
                  <a:lnTo>
                    <a:pt x="404090" y="479356"/>
                  </a:lnTo>
                  <a:lnTo>
                    <a:pt x="436788" y="461828"/>
                  </a:lnTo>
                  <a:lnTo>
                    <a:pt x="471323" y="442058"/>
                  </a:lnTo>
                  <a:lnTo>
                    <a:pt x="507943" y="420043"/>
                  </a:lnTo>
                  <a:lnTo>
                    <a:pt x="546674" y="395909"/>
                  </a:lnTo>
                  <a:lnTo>
                    <a:pt x="587330" y="369925"/>
                  </a:lnTo>
                  <a:lnTo>
                    <a:pt x="629520" y="342503"/>
                  </a:lnTo>
                  <a:lnTo>
                    <a:pt x="672694" y="314175"/>
                  </a:lnTo>
                  <a:lnTo>
                    <a:pt x="716188" y="285552"/>
                  </a:lnTo>
                  <a:lnTo>
                    <a:pt x="759307" y="257273"/>
                  </a:lnTo>
                  <a:lnTo>
                    <a:pt x="801395" y="229947"/>
                  </a:lnTo>
                  <a:lnTo>
                    <a:pt x="841910" y="204096"/>
                  </a:lnTo>
                  <a:lnTo>
                    <a:pt x="880479" y="180121"/>
                  </a:lnTo>
                  <a:lnTo>
                    <a:pt x="916930" y="158281"/>
                  </a:lnTo>
                  <a:lnTo>
                    <a:pt x="951308" y="138689"/>
                  </a:lnTo>
                  <a:lnTo>
                    <a:pt x="981363" y="122626"/>
                  </a:lnTo>
                  <a:lnTo>
                    <a:pt x="1021222" y="103355"/>
                  </a:lnTo>
                  <a:lnTo>
                    <a:pt x="1059909" y="87481"/>
                  </a:lnTo>
                  <a:lnTo>
                    <a:pt x="1099128" y="74482"/>
                  </a:lnTo>
                  <a:lnTo>
                    <a:pt x="1140566" y="63779"/>
                  </a:lnTo>
                  <a:lnTo>
                    <a:pt x="1185290" y="54921"/>
                  </a:lnTo>
                  <a:lnTo>
                    <a:pt x="1233003" y="47653"/>
                  </a:lnTo>
                  <a:lnTo>
                    <a:pt x="1281225" y="41908"/>
                  </a:lnTo>
                  <a:lnTo>
                    <a:pt x="1325050" y="37729"/>
                  </a:lnTo>
                  <a:lnTo>
                    <a:pt x="1358588" y="35113"/>
                  </a:lnTo>
                  <a:lnTo>
                    <a:pt x="1378138" y="33842"/>
                  </a:lnTo>
                  <a:lnTo>
                    <a:pt x="1384957" y="33467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3720" y="87"/>
                  </a:lnTo>
                  <a:lnTo>
                    <a:pt x="1372960" y="713"/>
                  </a:lnTo>
                  <a:lnTo>
                    <a:pt x="1348397" y="2411"/>
                  </a:lnTo>
                  <a:lnTo>
                    <a:pt x="1310670" y="5560"/>
                  </a:lnTo>
                  <a:lnTo>
                    <a:pt x="1264642" y="10290"/>
                  </a:lnTo>
                  <a:lnTo>
                    <a:pt x="1216155" y="16567"/>
                  </a:lnTo>
                  <a:lnTo>
                    <a:pt x="1169328" y="24372"/>
                  </a:lnTo>
                  <a:lnTo>
                    <a:pt x="1125802" y="33833"/>
                  </a:lnTo>
                  <a:lnTo>
                    <a:pt x="1085302" y="45276"/>
                  </a:lnTo>
                  <a:lnTo>
                    <a:pt x="1046473" y="59207"/>
                  </a:lnTo>
                  <a:lnTo>
                    <a:pt x="1007552" y="76217"/>
                  </a:lnTo>
                  <a:lnTo>
                    <a:pt x="981363" y="89182"/>
                  </a:lnTo>
                  <a:lnTo>
                    <a:pt x="948665" y="106710"/>
                  </a:lnTo>
                  <a:lnTo>
                    <a:pt x="914130" y="126480"/>
                  </a:lnTo>
                  <a:lnTo>
                    <a:pt x="877511" y="148495"/>
                  </a:lnTo>
                  <a:lnTo>
                    <a:pt x="838779" y="172630"/>
                  </a:lnTo>
                  <a:lnTo>
                    <a:pt x="798124" y="198613"/>
                  </a:lnTo>
                  <a:lnTo>
                    <a:pt x="755933" y="226035"/>
                  </a:lnTo>
                  <a:lnTo>
                    <a:pt x="712760" y="254363"/>
                  </a:lnTo>
                  <a:lnTo>
                    <a:pt x="669265" y="282986"/>
                  </a:lnTo>
                  <a:lnTo>
                    <a:pt x="626147" y="311265"/>
                  </a:lnTo>
                  <a:lnTo>
                    <a:pt x="584059" y="338591"/>
                  </a:lnTo>
                  <a:lnTo>
                    <a:pt x="543544" y="364442"/>
                  </a:lnTo>
                  <a:lnTo>
                    <a:pt x="504975" y="388417"/>
                  </a:lnTo>
                  <a:lnTo>
                    <a:pt x="468523" y="410257"/>
                  </a:lnTo>
                  <a:lnTo>
                    <a:pt x="434145" y="429849"/>
                  </a:lnTo>
                  <a:lnTo>
                    <a:pt x="404090" y="445912"/>
                  </a:lnTo>
                  <a:lnTo>
                    <a:pt x="364232" y="465183"/>
                  </a:lnTo>
                  <a:lnTo>
                    <a:pt x="325544" y="481057"/>
                  </a:lnTo>
                  <a:lnTo>
                    <a:pt x="286325" y="494056"/>
                  </a:lnTo>
                  <a:lnTo>
                    <a:pt x="244887" y="504759"/>
                  </a:lnTo>
                  <a:lnTo>
                    <a:pt x="200164" y="513617"/>
                  </a:lnTo>
                  <a:lnTo>
                    <a:pt x="152450" y="520885"/>
                  </a:lnTo>
                  <a:lnTo>
                    <a:pt x="104229" y="526630"/>
                  </a:lnTo>
                  <a:lnTo>
                    <a:pt x="60404" y="530809"/>
                  </a:lnTo>
                  <a:lnTo>
                    <a:pt x="26865" y="533425"/>
                  </a:lnTo>
                  <a:lnTo>
                    <a:pt x="7316" y="534696"/>
                  </a:lnTo>
                  <a:lnTo>
                    <a:pt x="497" y="535071"/>
                  </a:lnTo>
                  <a:lnTo>
                    <a:pt x="0" y="535095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2050472" y="5827374"/>
              <a:ext cx="1385454" cy="735756"/>
            </a:xfrm>
            <a:custGeom>
              <a:avLst/>
              <a:pathLst>
                <a:path w="1385454" h="735756">
                  <a:moveTo>
                    <a:pt x="0" y="33443"/>
                  </a:moveTo>
                  <a:lnTo>
                    <a:pt x="1693" y="33554"/>
                  </a:lnTo>
                  <a:lnTo>
                    <a:pt x="12211" y="34356"/>
                  </a:lnTo>
                  <a:lnTo>
                    <a:pt x="36279" y="36532"/>
                  </a:lnTo>
                  <a:lnTo>
                    <a:pt x="73378" y="40572"/>
                  </a:lnTo>
                  <a:lnTo>
                    <a:pt x="118835" y="46653"/>
                  </a:lnTo>
                  <a:lnTo>
                    <a:pt x="166923" y="54735"/>
                  </a:lnTo>
                  <a:lnTo>
                    <a:pt x="213516" y="64786"/>
                  </a:lnTo>
                  <a:lnTo>
                    <a:pt x="256893" y="76959"/>
                  </a:lnTo>
                  <a:lnTo>
                    <a:pt x="297233" y="91655"/>
                  </a:lnTo>
                  <a:lnTo>
                    <a:pt x="335810" y="109508"/>
                  </a:lnTo>
                  <a:lnTo>
                    <a:pt x="374333" y="131275"/>
                  </a:lnTo>
                  <a:lnTo>
                    <a:pt x="404090" y="150495"/>
                  </a:lnTo>
                  <a:lnTo>
                    <a:pt x="435297" y="172415"/>
                  </a:lnTo>
                  <a:lnTo>
                    <a:pt x="468167" y="197019"/>
                  </a:lnTo>
                  <a:lnTo>
                    <a:pt x="502930" y="224320"/>
                  </a:lnTo>
                  <a:lnTo>
                    <a:pt x="539632" y="254192"/>
                  </a:lnTo>
                  <a:lnTo>
                    <a:pt x="578135" y="286351"/>
                  </a:lnTo>
                  <a:lnTo>
                    <a:pt x="618135" y="320358"/>
                  </a:lnTo>
                  <a:lnTo>
                    <a:pt x="659179" y="355634"/>
                  </a:lnTo>
                  <a:lnTo>
                    <a:pt x="700712" y="391498"/>
                  </a:lnTo>
                  <a:lnTo>
                    <a:pt x="742128" y="427222"/>
                  </a:lnTo>
                  <a:lnTo>
                    <a:pt x="782832" y="462086"/>
                  </a:lnTo>
                  <a:lnTo>
                    <a:pt x="822303" y="495445"/>
                  </a:lnTo>
                  <a:lnTo>
                    <a:pt x="860142" y="526769"/>
                  </a:lnTo>
                  <a:lnTo>
                    <a:pt x="896105" y="555678"/>
                  </a:lnTo>
                  <a:lnTo>
                    <a:pt x="930126" y="581951"/>
                  </a:lnTo>
                  <a:lnTo>
                    <a:pt x="962320" y="605515"/>
                  </a:lnTo>
                  <a:lnTo>
                    <a:pt x="981363" y="618704"/>
                  </a:lnTo>
                  <a:lnTo>
                    <a:pt x="1020901" y="643807"/>
                  </a:lnTo>
                  <a:lnTo>
                    <a:pt x="1059274" y="664521"/>
                  </a:lnTo>
                  <a:lnTo>
                    <a:pt x="1098141" y="681510"/>
                  </a:lnTo>
                  <a:lnTo>
                    <a:pt x="1139155" y="695519"/>
                  </a:lnTo>
                  <a:lnTo>
                    <a:pt x="1183385" y="707131"/>
                  </a:lnTo>
                  <a:lnTo>
                    <a:pt x="1230608" y="716681"/>
                  </a:lnTo>
                  <a:lnTo>
                    <a:pt x="1278513" y="724267"/>
                  </a:lnTo>
                  <a:lnTo>
                    <a:pt x="1322424" y="729834"/>
                  </a:lnTo>
                  <a:lnTo>
                    <a:pt x="1356566" y="733376"/>
                  </a:lnTo>
                  <a:lnTo>
                    <a:pt x="1377065" y="735149"/>
                  </a:lnTo>
                  <a:lnTo>
                    <a:pt x="1384727" y="735710"/>
                  </a:lnTo>
                  <a:lnTo>
                    <a:pt x="1385454" y="735756"/>
                  </a:lnTo>
                  <a:lnTo>
                    <a:pt x="1385454" y="702312"/>
                  </a:lnTo>
                  <a:lnTo>
                    <a:pt x="1383761" y="702201"/>
                  </a:lnTo>
                  <a:lnTo>
                    <a:pt x="1373243" y="701399"/>
                  </a:lnTo>
                  <a:lnTo>
                    <a:pt x="1349175" y="699224"/>
                  </a:lnTo>
                  <a:lnTo>
                    <a:pt x="1312076" y="695183"/>
                  </a:lnTo>
                  <a:lnTo>
                    <a:pt x="1266618" y="689102"/>
                  </a:lnTo>
                  <a:lnTo>
                    <a:pt x="1218531" y="681020"/>
                  </a:lnTo>
                  <a:lnTo>
                    <a:pt x="1171938" y="670969"/>
                  </a:lnTo>
                  <a:lnTo>
                    <a:pt x="1128560" y="658796"/>
                  </a:lnTo>
                  <a:lnTo>
                    <a:pt x="1088221" y="644101"/>
                  </a:lnTo>
                  <a:lnTo>
                    <a:pt x="1049644" y="626248"/>
                  </a:lnTo>
                  <a:lnTo>
                    <a:pt x="1011120" y="604480"/>
                  </a:lnTo>
                  <a:lnTo>
                    <a:pt x="981363" y="585260"/>
                  </a:lnTo>
                  <a:lnTo>
                    <a:pt x="950157" y="563340"/>
                  </a:lnTo>
                  <a:lnTo>
                    <a:pt x="917286" y="538737"/>
                  </a:lnTo>
                  <a:lnTo>
                    <a:pt x="882523" y="511436"/>
                  </a:lnTo>
                  <a:lnTo>
                    <a:pt x="845822" y="481564"/>
                  </a:lnTo>
                  <a:lnTo>
                    <a:pt x="807319" y="449405"/>
                  </a:lnTo>
                  <a:lnTo>
                    <a:pt x="767319" y="415398"/>
                  </a:lnTo>
                  <a:lnTo>
                    <a:pt x="726275" y="380122"/>
                  </a:lnTo>
                  <a:lnTo>
                    <a:pt x="684742" y="344257"/>
                  </a:lnTo>
                  <a:lnTo>
                    <a:pt x="643326" y="308534"/>
                  </a:lnTo>
                  <a:lnTo>
                    <a:pt x="602622" y="273669"/>
                  </a:lnTo>
                  <a:lnTo>
                    <a:pt x="563150" y="240310"/>
                  </a:lnTo>
                  <a:lnTo>
                    <a:pt x="525312" y="208986"/>
                  </a:lnTo>
                  <a:lnTo>
                    <a:pt x="489349" y="180077"/>
                  </a:lnTo>
                  <a:lnTo>
                    <a:pt x="455328" y="153805"/>
                  </a:lnTo>
                  <a:lnTo>
                    <a:pt x="423134" y="130240"/>
                  </a:lnTo>
                  <a:lnTo>
                    <a:pt x="404090" y="117052"/>
                  </a:lnTo>
                  <a:lnTo>
                    <a:pt x="364553" y="91948"/>
                  </a:lnTo>
                  <a:lnTo>
                    <a:pt x="326179" y="71235"/>
                  </a:lnTo>
                  <a:lnTo>
                    <a:pt x="287313" y="54245"/>
                  </a:lnTo>
                  <a:lnTo>
                    <a:pt x="246299" y="40236"/>
                  </a:lnTo>
                  <a:lnTo>
                    <a:pt x="202069" y="28625"/>
                  </a:lnTo>
                  <a:lnTo>
                    <a:pt x="154846" y="19074"/>
                  </a:lnTo>
                  <a:lnTo>
                    <a:pt x="106940" y="11488"/>
                  </a:lnTo>
                  <a:lnTo>
                    <a:pt x="63030" y="5922"/>
                  </a:lnTo>
                  <a:lnTo>
                    <a:pt x="28887" y="2379"/>
                  </a:lnTo>
                  <a:lnTo>
                    <a:pt x="8388" y="607"/>
                  </a:lnTo>
                  <a:lnTo>
                    <a:pt x="727" y="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2050472" y="3419445"/>
              <a:ext cx="1385454" cy="1805947"/>
            </a:xfrm>
            <a:custGeom>
              <a:avLst/>
              <a:pathLst>
                <a:path w="1385454" h="1805947">
                  <a:moveTo>
                    <a:pt x="0" y="1805947"/>
                  </a:moveTo>
                  <a:lnTo>
                    <a:pt x="1056" y="1805775"/>
                  </a:lnTo>
                  <a:lnTo>
                    <a:pt x="7761" y="1804538"/>
                  </a:lnTo>
                  <a:lnTo>
                    <a:pt x="23713" y="1801142"/>
                  </a:lnTo>
                  <a:lnTo>
                    <a:pt x="49811" y="1794665"/>
                  </a:lnTo>
                  <a:lnTo>
                    <a:pt x="84281" y="1784573"/>
                  </a:lnTo>
                  <a:lnTo>
                    <a:pt x="123729" y="1770746"/>
                  </a:lnTo>
                  <a:lnTo>
                    <a:pt x="164666" y="1753283"/>
                  </a:lnTo>
                  <a:lnTo>
                    <a:pt x="204581" y="1732235"/>
                  </a:lnTo>
                  <a:lnTo>
                    <a:pt x="242254" y="1707416"/>
                  </a:lnTo>
                  <a:lnTo>
                    <a:pt x="277544" y="1678310"/>
                  </a:lnTo>
                  <a:lnTo>
                    <a:pt x="311025" y="1644068"/>
                  </a:lnTo>
                  <a:lnTo>
                    <a:pt x="343650" y="1603584"/>
                  </a:lnTo>
                  <a:lnTo>
                    <a:pt x="376496" y="1555675"/>
                  </a:lnTo>
                  <a:lnTo>
                    <a:pt x="404090" y="1510530"/>
                  </a:lnTo>
                  <a:lnTo>
                    <a:pt x="427409" y="1469564"/>
                  </a:lnTo>
                  <a:lnTo>
                    <a:pt x="451622" y="1424796"/>
                  </a:lnTo>
                  <a:lnTo>
                    <a:pt x="476859" y="1376161"/>
                  </a:lnTo>
                  <a:lnTo>
                    <a:pt x="503185" y="1323696"/>
                  </a:lnTo>
                  <a:lnTo>
                    <a:pt x="530610" y="1267558"/>
                  </a:lnTo>
                  <a:lnTo>
                    <a:pt x="559085" y="1208032"/>
                  </a:lnTo>
                  <a:lnTo>
                    <a:pt x="588504" y="1145528"/>
                  </a:lnTo>
                  <a:lnTo>
                    <a:pt x="618713" y="1080581"/>
                  </a:lnTo>
                  <a:lnTo>
                    <a:pt x="649510" y="1013831"/>
                  </a:lnTo>
                  <a:lnTo>
                    <a:pt x="680661" y="946002"/>
                  </a:lnTo>
                  <a:lnTo>
                    <a:pt x="711913" y="877867"/>
                  </a:lnTo>
                  <a:lnTo>
                    <a:pt x="743006" y="810217"/>
                  </a:lnTo>
                  <a:lnTo>
                    <a:pt x="773688" y="743817"/>
                  </a:lnTo>
                  <a:lnTo>
                    <a:pt x="803733" y="679374"/>
                  </a:lnTo>
                  <a:lnTo>
                    <a:pt x="832949" y="617506"/>
                  </a:lnTo>
                  <a:lnTo>
                    <a:pt x="861192" y="558721"/>
                  </a:lnTo>
                  <a:lnTo>
                    <a:pt x="888369" y="503401"/>
                  </a:lnTo>
                  <a:lnTo>
                    <a:pt x="914443" y="451800"/>
                  </a:lnTo>
                  <a:lnTo>
                    <a:pt x="939439" y="404046"/>
                  </a:lnTo>
                  <a:lnTo>
                    <a:pt x="963435" y="360155"/>
                  </a:lnTo>
                  <a:lnTo>
                    <a:pt x="981363" y="328860"/>
                  </a:lnTo>
                  <a:lnTo>
                    <a:pt x="1015096" y="274247"/>
                  </a:lnTo>
                  <a:lnTo>
                    <a:pt x="1047822" y="227793"/>
                  </a:lnTo>
                  <a:lnTo>
                    <a:pt x="1080524" y="188554"/>
                  </a:lnTo>
                  <a:lnTo>
                    <a:pt x="1114275" y="155340"/>
                  </a:lnTo>
                  <a:lnTo>
                    <a:pt x="1149979" y="127081"/>
                  </a:lnTo>
                  <a:lnTo>
                    <a:pt x="1188105" y="102988"/>
                  </a:lnTo>
                  <a:lnTo>
                    <a:pt x="1228338" y="82608"/>
                  </a:lnTo>
                  <a:lnTo>
                    <a:pt x="1269227" y="65809"/>
                  </a:lnTo>
                  <a:lnTo>
                    <a:pt x="1308034" y="52668"/>
                  </a:lnTo>
                  <a:lnTo>
                    <a:pt x="1341183" y="43265"/>
                  </a:lnTo>
                  <a:lnTo>
                    <a:pt x="1365468" y="37411"/>
                  </a:lnTo>
                  <a:lnTo>
                    <a:pt x="1379556" y="34492"/>
                  </a:lnTo>
                  <a:lnTo>
                    <a:pt x="1384873" y="33536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4397" y="172"/>
                  </a:lnTo>
                  <a:lnTo>
                    <a:pt x="1377693" y="1409"/>
                  </a:lnTo>
                  <a:lnTo>
                    <a:pt x="1361741" y="4805"/>
                  </a:lnTo>
                  <a:lnTo>
                    <a:pt x="1335642" y="11282"/>
                  </a:lnTo>
                  <a:lnTo>
                    <a:pt x="1301173" y="21373"/>
                  </a:lnTo>
                  <a:lnTo>
                    <a:pt x="1261724" y="35200"/>
                  </a:lnTo>
                  <a:lnTo>
                    <a:pt x="1220787" y="52664"/>
                  </a:lnTo>
                  <a:lnTo>
                    <a:pt x="1180872" y="73711"/>
                  </a:lnTo>
                  <a:lnTo>
                    <a:pt x="1143200" y="98530"/>
                  </a:lnTo>
                  <a:lnTo>
                    <a:pt x="1107909" y="127637"/>
                  </a:lnTo>
                  <a:lnTo>
                    <a:pt x="1074429" y="161878"/>
                  </a:lnTo>
                  <a:lnTo>
                    <a:pt x="1041804" y="202362"/>
                  </a:lnTo>
                  <a:lnTo>
                    <a:pt x="1008958" y="250271"/>
                  </a:lnTo>
                  <a:lnTo>
                    <a:pt x="981363" y="295417"/>
                  </a:lnTo>
                  <a:lnTo>
                    <a:pt x="958045" y="336383"/>
                  </a:lnTo>
                  <a:lnTo>
                    <a:pt x="933831" y="381150"/>
                  </a:lnTo>
                  <a:lnTo>
                    <a:pt x="908595" y="429786"/>
                  </a:lnTo>
                  <a:lnTo>
                    <a:pt x="882269" y="482251"/>
                  </a:lnTo>
                  <a:lnTo>
                    <a:pt x="854844" y="538388"/>
                  </a:lnTo>
                  <a:lnTo>
                    <a:pt x="826369" y="597914"/>
                  </a:lnTo>
                  <a:lnTo>
                    <a:pt x="796949" y="660418"/>
                  </a:lnTo>
                  <a:lnTo>
                    <a:pt x="766741" y="725366"/>
                  </a:lnTo>
                  <a:lnTo>
                    <a:pt x="735944" y="792116"/>
                  </a:lnTo>
                  <a:lnTo>
                    <a:pt x="704792" y="859945"/>
                  </a:lnTo>
                  <a:lnTo>
                    <a:pt x="673540" y="928079"/>
                  </a:lnTo>
                  <a:lnTo>
                    <a:pt x="642448" y="995729"/>
                  </a:lnTo>
                  <a:lnTo>
                    <a:pt x="611765" y="1062129"/>
                  </a:lnTo>
                  <a:lnTo>
                    <a:pt x="581720" y="1126572"/>
                  </a:lnTo>
                  <a:lnTo>
                    <a:pt x="552504" y="1188440"/>
                  </a:lnTo>
                  <a:lnTo>
                    <a:pt x="524262" y="1247226"/>
                  </a:lnTo>
                  <a:lnTo>
                    <a:pt x="497085" y="1302546"/>
                  </a:lnTo>
                  <a:lnTo>
                    <a:pt x="471010" y="1354147"/>
                  </a:lnTo>
                  <a:lnTo>
                    <a:pt x="446015" y="1401900"/>
                  </a:lnTo>
                  <a:lnTo>
                    <a:pt x="422019" y="1445791"/>
                  </a:lnTo>
                  <a:lnTo>
                    <a:pt x="404090" y="1477086"/>
                  </a:lnTo>
                  <a:lnTo>
                    <a:pt x="370358" y="1531699"/>
                  </a:lnTo>
                  <a:lnTo>
                    <a:pt x="337631" y="1578153"/>
                  </a:lnTo>
                  <a:lnTo>
                    <a:pt x="304929" y="1617392"/>
                  </a:lnTo>
                  <a:lnTo>
                    <a:pt x="271178" y="1650607"/>
                  </a:lnTo>
                  <a:lnTo>
                    <a:pt x="235474" y="1678866"/>
                  </a:lnTo>
                  <a:lnTo>
                    <a:pt x="197349" y="1702959"/>
                  </a:lnTo>
                  <a:lnTo>
                    <a:pt x="157115" y="1723338"/>
                  </a:lnTo>
                  <a:lnTo>
                    <a:pt x="116227" y="1740138"/>
                  </a:lnTo>
                  <a:lnTo>
                    <a:pt x="77420" y="1753279"/>
                  </a:lnTo>
                  <a:lnTo>
                    <a:pt x="44270" y="1762682"/>
                  </a:lnTo>
                  <a:lnTo>
                    <a:pt x="19985" y="1768535"/>
                  </a:lnTo>
                  <a:lnTo>
                    <a:pt x="5898" y="1771454"/>
                  </a:lnTo>
                  <a:lnTo>
                    <a:pt x="580" y="1772411"/>
                  </a:lnTo>
                  <a:lnTo>
                    <a:pt x="0" y="1772504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2050472" y="4957844"/>
              <a:ext cx="1385454" cy="568539"/>
            </a:xfrm>
            <a:custGeom>
              <a:avLst/>
              <a:pathLst>
                <a:path w="1385454" h="568539">
                  <a:moveTo>
                    <a:pt x="0" y="568539"/>
                  </a:moveTo>
                  <a:lnTo>
                    <a:pt x="1734" y="568452"/>
                  </a:lnTo>
                  <a:lnTo>
                    <a:pt x="12494" y="567825"/>
                  </a:lnTo>
                  <a:lnTo>
                    <a:pt x="37056" y="566127"/>
                  </a:lnTo>
                  <a:lnTo>
                    <a:pt x="74783" y="562978"/>
                  </a:lnTo>
                  <a:lnTo>
                    <a:pt x="120812" y="558248"/>
                  </a:lnTo>
                  <a:lnTo>
                    <a:pt x="169299" y="551971"/>
                  </a:lnTo>
                  <a:lnTo>
                    <a:pt x="216126" y="544166"/>
                  </a:lnTo>
                  <a:lnTo>
                    <a:pt x="259652" y="534705"/>
                  </a:lnTo>
                  <a:lnTo>
                    <a:pt x="300151" y="523262"/>
                  </a:lnTo>
                  <a:lnTo>
                    <a:pt x="338980" y="509331"/>
                  </a:lnTo>
                  <a:lnTo>
                    <a:pt x="377901" y="492321"/>
                  </a:lnTo>
                  <a:lnTo>
                    <a:pt x="404090" y="479356"/>
                  </a:lnTo>
                  <a:lnTo>
                    <a:pt x="436788" y="461828"/>
                  </a:lnTo>
                  <a:lnTo>
                    <a:pt x="471323" y="442058"/>
                  </a:lnTo>
                  <a:lnTo>
                    <a:pt x="507943" y="420043"/>
                  </a:lnTo>
                  <a:lnTo>
                    <a:pt x="546674" y="395909"/>
                  </a:lnTo>
                  <a:lnTo>
                    <a:pt x="587330" y="369925"/>
                  </a:lnTo>
                  <a:lnTo>
                    <a:pt x="629520" y="342503"/>
                  </a:lnTo>
                  <a:lnTo>
                    <a:pt x="672694" y="314175"/>
                  </a:lnTo>
                  <a:lnTo>
                    <a:pt x="716188" y="285552"/>
                  </a:lnTo>
                  <a:lnTo>
                    <a:pt x="759307" y="257273"/>
                  </a:lnTo>
                  <a:lnTo>
                    <a:pt x="801395" y="229947"/>
                  </a:lnTo>
                  <a:lnTo>
                    <a:pt x="841910" y="204096"/>
                  </a:lnTo>
                  <a:lnTo>
                    <a:pt x="880479" y="180121"/>
                  </a:lnTo>
                  <a:lnTo>
                    <a:pt x="916930" y="158281"/>
                  </a:lnTo>
                  <a:lnTo>
                    <a:pt x="951308" y="138689"/>
                  </a:lnTo>
                  <a:lnTo>
                    <a:pt x="981363" y="122626"/>
                  </a:lnTo>
                  <a:lnTo>
                    <a:pt x="1021222" y="103355"/>
                  </a:lnTo>
                  <a:lnTo>
                    <a:pt x="1059909" y="87481"/>
                  </a:lnTo>
                  <a:lnTo>
                    <a:pt x="1099128" y="74482"/>
                  </a:lnTo>
                  <a:lnTo>
                    <a:pt x="1140566" y="63779"/>
                  </a:lnTo>
                  <a:lnTo>
                    <a:pt x="1185290" y="54921"/>
                  </a:lnTo>
                  <a:lnTo>
                    <a:pt x="1233003" y="47653"/>
                  </a:lnTo>
                  <a:lnTo>
                    <a:pt x="1281225" y="41908"/>
                  </a:lnTo>
                  <a:lnTo>
                    <a:pt x="1325050" y="37729"/>
                  </a:lnTo>
                  <a:lnTo>
                    <a:pt x="1358588" y="35113"/>
                  </a:lnTo>
                  <a:lnTo>
                    <a:pt x="1378138" y="33842"/>
                  </a:lnTo>
                  <a:lnTo>
                    <a:pt x="1384957" y="33467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3720" y="87"/>
                  </a:lnTo>
                  <a:lnTo>
                    <a:pt x="1372960" y="713"/>
                  </a:lnTo>
                  <a:lnTo>
                    <a:pt x="1348397" y="2411"/>
                  </a:lnTo>
                  <a:lnTo>
                    <a:pt x="1310670" y="5560"/>
                  </a:lnTo>
                  <a:lnTo>
                    <a:pt x="1264642" y="10290"/>
                  </a:lnTo>
                  <a:lnTo>
                    <a:pt x="1216155" y="16567"/>
                  </a:lnTo>
                  <a:lnTo>
                    <a:pt x="1169328" y="24372"/>
                  </a:lnTo>
                  <a:lnTo>
                    <a:pt x="1125802" y="33833"/>
                  </a:lnTo>
                  <a:lnTo>
                    <a:pt x="1085302" y="45276"/>
                  </a:lnTo>
                  <a:lnTo>
                    <a:pt x="1046473" y="59207"/>
                  </a:lnTo>
                  <a:lnTo>
                    <a:pt x="1007552" y="76217"/>
                  </a:lnTo>
                  <a:lnTo>
                    <a:pt x="981363" y="89182"/>
                  </a:lnTo>
                  <a:lnTo>
                    <a:pt x="948665" y="106710"/>
                  </a:lnTo>
                  <a:lnTo>
                    <a:pt x="914130" y="126480"/>
                  </a:lnTo>
                  <a:lnTo>
                    <a:pt x="877511" y="148495"/>
                  </a:lnTo>
                  <a:lnTo>
                    <a:pt x="838779" y="172630"/>
                  </a:lnTo>
                  <a:lnTo>
                    <a:pt x="798124" y="198613"/>
                  </a:lnTo>
                  <a:lnTo>
                    <a:pt x="755933" y="226035"/>
                  </a:lnTo>
                  <a:lnTo>
                    <a:pt x="712760" y="254363"/>
                  </a:lnTo>
                  <a:lnTo>
                    <a:pt x="669265" y="282986"/>
                  </a:lnTo>
                  <a:lnTo>
                    <a:pt x="626147" y="311265"/>
                  </a:lnTo>
                  <a:lnTo>
                    <a:pt x="584059" y="338591"/>
                  </a:lnTo>
                  <a:lnTo>
                    <a:pt x="543544" y="364442"/>
                  </a:lnTo>
                  <a:lnTo>
                    <a:pt x="504975" y="388417"/>
                  </a:lnTo>
                  <a:lnTo>
                    <a:pt x="468523" y="410257"/>
                  </a:lnTo>
                  <a:lnTo>
                    <a:pt x="434145" y="429849"/>
                  </a:lnTo>
                  <a:lnTo>
                    <a:pt x="404090" y="445912"/>
                  </a:lnTo>
                  <a:lnTo>
                    <a:pt x="364232" y="465183"/>
                  </a:lnTo>
                  <a:lnTo>
                    <a:pt x="325544" y="481057"/>
                  </a:lnTo>
                  <a:lnTo>
                    <a:pt x="286325" y="494056"/>
                  </a:lnTo>
                  <a:lnTo>
                    <a:pt x="244887" y="504759"/>
                  </a:lnTo>
                  <a:lnTo>
                    <a:pt x="200164" y="513617"/>
                  </a:lnTo>
                  <a:lnTo>
                    <a:pt x="152450" y="520885"/>
                  </a:lnTo>
                  <a:lnTo>
                    <a:pt x="104229" y="526630"/>
                  </a:lnTo>
                  <a:lnTo>
                    <a:pt x="60404" y="530809"/>
                  </a:lnTo>
                  <a:lnTo>
                    <a:pt x="26865" y="533425"/>
                  </a:lnTo>
                  <a:lnTo>
                    <a:pt x="7316" y="534696"/>
                  </a:lnTo>
                  <a:lnTo>
                    <a:pt x="497" y="535071"/>
                  </a:lnTo>
                  <a:lnTo>
                    <a:pt x="0" y="535095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2050472" y="5626714"/>
              <a:ext cx="1385454" cy="200660"/>
            </a:xfrm>
            <a:custGeom>
              <a:avLst/>
              <a:pathLst>
                <a:path w="1385454" h="200660">
                  <a:moveTo>
                    <a:pt x="0" y="33443"/>
                  </a:moveTo>
                  <a:lnTo>
                    <a:pt x="1789" y="33471"/>
                  </a:lnTo>
                  <a:lnTo>
                    <a:pt x="12869" y="33673"/>
                  </a:lnTo>
                  <a:lnTo>
                    <a:pt x="38087" y="34221"/>
                  </a:lnTo>
                  <a:lnTo>
                    <a:pt x="76637" y="35234"/>
                  </a:lnTo>
                  <a:lnTo>
                    <a:pt x="123406" y="36752"/>
                  </a:lnTo>
                  <a:lnTo>
                    <a:pt x="172402" y="38763"/>
                  </a:lnTo>
                  <a:lnTo>
                    <a:pt x="219525" y="41263"/>
                  </a:lnTo>
                  <a:lnTo>
                    <a:pt x="263243" y="44297"/>
                  </a:lnTo>
                  <a:lnTo>
                    <a:pt x="303958" y="47977"/>
                  </a:lnTo>
                  <a:lnTo>
                    <a:pt x="343132" y="52468"/>
                  </a:lnTo>
                  <a:lnTo>
                    <a:pt x="382594" y="57961"/>
                  </a:lnTo>
                  <a:lnTo>
                    <a:pt x="404090" y="61313"/>
                  </a:lnTo>
                  <a:lnTo>
                    <a:pt x="439288" y="67225"/>
                  </a:lnTo>
                  <a:lnTo>
                    <a:pt x="476633" y="73947"/>
                  </a:lnTo>
                  <a:lnTo>
                    <a:pt x="516401" y="81475"/>
                  </a:lnTo>
                  <a:lnTo>
                    <a:pt x="558577" y="89749"/>
                  </a:lnTo>
                  <a:lnTo>
                    <a:pt x="602859" y="98651"/>
                  </a:lnTo>
                  <a:lnTo>
                    <a:pt x="648694" y="108004"/>
                  </a:lnTo>
                  <a:lnTo>
                    <a:pt x="695331" y="117587"/>
                  </a:lnTo>
                  <a:lnTo>
                    <a:pt x="741921" y="127157"/>
                  </a:lnTo>
                  <a:lnTo>
                    <a:pt x="787617" y="136470"/>
                  </a:lnTo>
                  <a:lnTo>
                    <a:pt x="831688" y="145310"/>
                  </a:lnTo>
                  <a:lnTo>
                    <a:pt x="873605" y="153506"/>
                  </a:lnTo>
                  <a:lnTo>
                    <a:pt x="913099" y="160946"/>
                  </a:lnTo>
                  <a:lnTo>
                    <a:pt x="950185" y="167577"/>
                  </a:lnTo>
                  <a:lnTo>
                    <a:pt x="981363" y="172791"/>
                  </a:lnTo>
                  <a:lnTo>
                    <a:pt x="1021641" y="178872"/>
                  </a:lnTo>
                  <a:lnTo>
                    <a:pt x="1060741" y="183870"/>
                  </a:lnTo>
                  <a:lnTo>
                    <a:pt x="1100423" y="187954"/>
                  </a:lnTo>
                  <a:lnTo>
                    <a:pt x="1142420" y="191311"/>
                  </a:lnTo>
                  <a:lnTo>
                    <a:pt x="1187792" y="194083"/>
                  </a:lnTo>
                  <a:lnTo>
                    <a:pt x="1236142" y="196350"/>
                  </a:lnTo>
                  <a:lnTo>
                    <a:pt x="1284753" y="198131"/>
                  </a:lnTo>
                  <a:lnTo>
                    <a:pt x="1328420" y="199410"/>
                  </a:lnTo>
                  <a:lnTo>
                    <a:pt x="1361116" y="200194"/>
                  </a:lnTo>
                  <a:lnTo>
                    <a:pt x="1379408" y="200559"/>
                  </a:lnTo>
                  <a:lnTo>
                    <a:pt x="1385178" y="200656"/>
                  </a:lnTo>
                  <a:lnTo>
                    <a:pt x="1385454" y="200660"/>
                  </a:lnTo>
                  <a:lnTo>
                    <a:pt x="1385454" y="167217"/>
                  </a:lnTo>
                  <a:lnTo>
                    <a:pt x="1383665" y="167189"/>
                  </a:lnTo>
                  <a:lnTo>
                    <a:pt x="1372584" y="166987"/>
                  </a:lnTo>
                  <a:lnTo>
                    <a:pt x="1347367" y="166439"/>
                  </a:lnTo>
                  <a:lnTo>
                    <a:pt x="1308816" y="165426"/>
                  </a:lnTo>
                  <a:lnTo>
                    <a:pt x="1262048" y="163908"/>
                  </a:lnTo>
                  <a:lnTo>
                    <a:pt x="1213051" y="161897"/>
                  </a:lnTo>
                  <a:lnTo>
                    <a:pt x="1165928" y="159397"/>
                  </a:lnTo>
                  <a:lnTo>
                    <a:pt x="1122210" y="156362"/>
                  </a:lnTo>
                  <a:lnTo>
                    <a:pt x="1081496" y="152683"/>
                  </a:lnTo>
                  <a:lnTo>
                    <a:pt x="1042321" y="148192"/>
                  </a:lnTo>
                  <a:lnTo>
                    <a:pt x="1002860" y="142698"/>
                  </a:lnTo>
                  <a:lnTo>
                    <a:pt x="981363" y="139347"/>
                  </a:lnTo>
                  <a:lnTo>
                    <a:pt x="946166" y="133435"/>
                  </a:lnTo>
                  <a:lnTo>
                    <a:pt x="908821" y="126713"/>
                  </a:lnTo>
                  <a:lnTo>
                    <a:pt x="869053" y="119185"/>
                  </a:lnTo>
                  <a:lnTo>
                    <a:pt x="826877" y="110911"/>
                  </a:lnTo>
                  <a:lnTo>
                    <a:pt x="782594" y="102009"/>
                  </a:lnTo>
                  <a:lnTo>
                    <a:pt x="736760" y="92656"/>
                  </a:lnTo>
                  <a:lnTo>
                    <a:pt x="690122" y="83072"/>
                  </a:lnTo>
                  <a:lnTo>
                    <a:pt x="643533" y="73502"/>
                  </a:lnTo>
                  <a:lnTo>
                    <a:pt x="597837" y="64189"/>
                  </a:lnTo>
                  <a:lnTo>
                    <a:pt x="553766" y="55350"/>
                  </a:lnTo>
                  <a:lnTo>
                    <a:pt x="511849" y="47154"/>
                  </a:lnTo>
                  <a:lnTo>
                    <a:pt x="472355" y="39714"/>
                  </a:lnTo>
                  <a:lnTo>
                    <a:pt x="435269" y="33083"/>
                  </a:lnTo>
                  <a:lnTo>
                    <a:pt x="404090" y="27869"/>
                  </a:lnTo>
                  <a:lnTo>
                    <a:pt x="363812" y="21788"/>
                  </a:lnTo>
                  <a:lnTo>
                    <a:pt x="324712" y="16790"/>
                  </a:lnTo>
                  <a:lnTo>
                    <a:pt x="285030" y="12706"/>
                  </a:lnTo>
                  <a:lnTo>
                    <a:pt x="243034" y="9349"/>
                  </a:lnTo>
                  <a:lnTo>
                    <a:pt x="197661" y="6577"/>
                  </a:lnTo>
                  <a:lnTo>
                    <a:pt x="149311" y="4310"/>
                  </a:lnTo>
                  <a:lnTo>
                    <a:pt x="100701" y="2529"/>
                  </a:lnTo>
                  <a:lnTo>
                    <a:pt x="57034" y="1250"/>
                  </a:lnTo>
                  <a:lnTo>
                    <a:pt x="24337" y="466"/>
                  </a:lnTo>
                  <a:lnTo>
                    <a:pt x="6045" y="101"/>
                  </a:lnTo>
                  <a:lnTo>
                    <a:pt x="275" y="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2050472" y="3452888"/>
              <a:ext cx="1385454" cy="1805947"/>
            </a:xfrm>
            <a:custGeom>
              <a:avLst/>
              <a:pathLst>
                <a:path w="1385454" h="1805947">
                  <a:moveTo>
                    <a:pt x="0" y="1805947"/>
                  </a:moveTo>
                  <a:lnTo>
                    <a:pt x="1056" y="1805775"/>
                  </a:lnTo>
                  <a:lnTo>
                    <a:pt x="7761" y="1804538"/>
                  </a:lnTo>
                  <a:lnTo>
                    <a:pt x="23713" y="1801142"/>
                  </a:lnTo>
                  <a:lnTo>
                    <a:pt x="49811" y="1794665"/>
                  </a:lnTo>
                  <a:lnTo>
                    <a:pt x="84281" y="1784573"/>
                  </a:lnTo>
                  <a:lnTo>
                    <a:pt x="123729" y="1770746"/>
                  </a:lnTo>
                  <a:lnTo>
                    <a:pt x="164666" y="1753283"/>
                  </a:lnTo>
                  <a:lnTo>
                    <a:pt x="204581" y="1732235"/>
                  </a:lnTo>
                  <a:lnTo>
                    <a:pt x="242254" y="1707416"/>
                  </a:lnTo>
                  <a:lnTo>
                    <a:pt x="277544" y="1678310"/>
                  </a:lnTo>
                  <a:lnTo>
                    <a:pt x="311025" y="1644068"/>
                  </a:lnTo>
                  <a:lnTo>
                    <a:pt x="343650" y="1603584"/>
                  </a:lnTo>
                  <a:lnTo>
                    <a:pt x="376496" y="1555675"/>
                  </a:lnTo>
                  <a:lnTo>
                    <a:pt x="404090" y="1510530"/>
                  </a:lnTo>
                  <a:lnTo>
                    <a:pt x="427409" y="1469564"/>
                  </a:lnTo>
                  <a:lnTo>
                    <a:pt x="451622" y="1424796"/>
                  </a:lnTo>
                  <a:lnTo>
                    <a:pt x="476859" y="1376161"/>
                  </a:lnTo>
                  <a:lnTo>
                    <a:pt x="503185" y="1323696"/>
                  </a:lnTo>
                  <a:lnTo>
                    <a:pt x="530610" y="1267558"/>
                  </a:lnTo>
                  <a:lnTo>
                    <a:pt x="559085" y="1208032"/>
                  </a:lnTo>
                  <a:lnTo>
                    <a:pt x="588504" y="1145528"/>
                  </a:lnTo>
                  <a:lnTo>
                    <a:pt x="618713" y="1080581"/>
                  </a:lnTo>
                  <a:lnTo>
                    <a:pt x="649510" y="1013831"/>
                  </a:lnTo>
                  <a:lnTo>
                    <a:pt x="680661" y="946002"/>
                  </a:lnTo>
                  <a:lnTo>
                    <a:pt x="711913" y="877867"/>
                  </a:lnTo>
                  <a:lnTo>
                    <a:pt x="743006" y="810217"/>
                  </a:lnTo>
                  <a:lnTo>
                    <a:pt x="773688" y="743817"/>
                  </a:lnTo>
                  <a:lnTo>
                    <a:pt x="803733" y="679374"/>
                  </a:lnTo>
                  <a:lnTo>
                    <a:pt x="832949" y="617506"/>
                  </a:lnTo>
                  <a:lnTo>
                    <a:pt x="861192" y="558721"/>
                  </a:lnTo>
                  <a:lnTo>
                    <a:pt x="888369" y="503401"/>
                  </a:lnTo>
                  <a:lnTo>
                    <a:pt x="914443" y="451800"/>
                  </a:lnTo>
                  <a:lnTo>
                    <a:pt x="939439" y="404046"/>
                  </a:lnTo>
                  <a:lnTo>
                    <a:pt x="963435" y="360155"/>
                  </a:lnTo>
                  <a:lnTo>
                    <a:pt x="981363" y="328860"/>
                  </a:lnTo>
                  <a:lnTo>
                    <a:pt x="1015096" y="274247"/>
                  </a:lnTo>
                  <a:lnTo>
                    <a:pt x="1047822" y="227793"/>
                  </a:lnTo>
                  <a:lnTo>
                    <a:pt x="1080524" y="188554"/>
                  </a:lnTo>
                  <a:lnTo>
                    <a:pt x="1114275" y="155340"/>
                  </a:lnTo>
                  <a:lnTo>
                    <a:pt x="1149979" y="127081"/>
                  </a:lnTo>
                  <a:lnTo>
                    <a:pt x="1188105" y="102988"/>
                  </a:lnTo>
                  <a:lnTo>
                    <a:pt x="1228338" y="82608"/>
                  </a:lnTo>
                  <a:lnTo>
                    <a:pt x="1269227" y="65809"/>
                  </a:lnTo>
                  <a:lnTo>
                    <a:pt x="1308034" y="52668"/>
                  </a:lnTo>
                  <a:lnTo>
                    <a:pt x="1341183" y="43265"/>
                  </a:lnTo>
                  <a:lnTo>
                    <a:pt x="1365468" y="37411"/>
                  </a:lnTo>
                  <a:lnTo>
                    <a:pt x="1379556" y="34492"/>
                  </a:lnTo>
                  <a:lnTo>
                    <a:pt x="1384873" y="33536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4397" y="172"/>
                  </a:lnTo>
                  <a:lnTo>
                    <a:pt x="1377693" y="1409"/>
                  </a:lnTo>
                  <a:lnTo>
                    <a:pt x="1361741" y="4805"/>
                  </a:lnTo>
                  <a:lnTo>
                    <a:pt x="1335642" y="11282"/>
                  </a:lnTo>
                  <a:lnTo>
                    <a:pt x="1301173" y="21373"/>
                  </a:lnTo>
                  <a:lnTo>
                    <a:pt x="1261724" y="35200"/>
                  </a:lnTo>
                  <a:lnTo>
                    <a:pt x="1220787" y="52664"/>
                  </a:lnTo>
                  <a:lnTo>
                    <a:pt x="1180872" y="73711"/>
                  </a:lnTo>
                  <a:lnTo>
                    <a:pt x="1143200" y="98530"/>
                  </a:lnTo>
                  <a:lnTo>
                    <a:pt x="1107909" y="127637"/>
                  </a:lnTo>
                  <a:lnTo>
                    <a:pt x="1074429" y="161878"/>
                  </a:lnTo>
                  <a:lnTo>
                    <a:pt x="1041804" y="202362"/>
                  </a:lnTo>
                  <a:lnTo>
                    <a:pt x="1008958" y="250271"/>
                  </a:lnTo>
                  <a:lnTo>
                    <a:pt x="981363" y="295417"/>
                  </a:lnTo>
                  <a:lnTo>
                    <a:pt x="958045" y="336383"/>
                  </a:lnTo>
                  <a:lnTo>
                    <a:pt x="933831" y="381150"/>
                  </a:lnTo>
                  <a:lnTo>
                    <a:pt x="908595" y="429786"/>
                  </a:lnTo>
                  <a:lnTo>
                    <a:pt x="882269" y="482251"/>
                  </a:lnTo>
                  <a:lnTo>
                    <a:pt x="854844" y="538388"/>
                  </a:lnTo>
                  <a:lnTo>
                    <a:pt x="826369" y="597914"/>
                  </a:lnTo>
                  <a:lnTo>
                    <a:pt x="796949" y="660418"/>
                  </a:lnTo>
                  <a:lnTo>
                    <a:pt x="766741" y="725366"/>
                  </a:lnTo>
                  <a:lnTo>
                    <a:pt x="735944" y="792116"/>
                  </a:lnTo>
                  <a:lnTo>
                    <a:pt x="704792" y="859945"/>
                  </a:lnTo>
                  <a:lnTo>
                    <a:pt x="673540" y="928079"/>
                  </a:lnTo>
                  <a:lnTo>
                    <a:pt x="642448" y="995729"/>
                  </a:lnTo>
                  <a:lnTo>
                    <a:pt x="611765" y="1062129"/>
                  </a:lnTo>
                  <a:lnTo>
                    <a:pt x="581720" y="1126572"/>
                  </a:lnTo>
                  <a:lnTo>
                    <a:pt x="552504" y="1188440"/>
                  </a:lnTo>
                  <a:lnTo>
                    <a:pt x="524262" y="1247226"/>
                  </a:lnTo>
                  <a:lnTo>
                    <a:pt x="497085" y="1302546"/>
                  </a:lnTo>
                  <a:lnTo>
                    <a:pt x="471010" y="1354147"/>
                  </a:lnTo>
                  <a:lnTo>
                    <a:pt x="446015" y="1401900"/>
                  </a:lnTo>
                  <a:lnTo>
                    <a:pt x="422019" y="1445791"/>
                  </a:lnTo>
                  <a:lnTo>
                    <a:pt x="404090" y="1477086"/>
                  </a:lnTo>
                  <a:lnTo>
                    <a:pt x="370358" y="1531699"/>
                  </a:lnTo>
                  <a:lnTo>
                    <a:pt x="337631" y="1578153"/>
                  </a:lnTo>
                  <a:lnTo>
                    <a:pt x="304929" y="1617392"/>
                  </a:lnTo>
                  <a:lnTo>
                    <a:pt x="271178" y="1650607"/>
                  </a:lnTo>
                  <a:lnTo>
                    <a:pt x="235474" y="1678866"/>
                  </a:lnTo>
                  <a:lnTo>
                    <a:pt x="197349" y="1702959"/>
                  </a:lnTo>
                  <a:lnTo>
                    <a:pt x="157115" y="1723338"/>
                  </a:lnTo>
                  <a:lnTo>
                    <a:pt x="116227" y="1740138"/>
                  </a:lnTo>
                  <a:lnTo>
                    <a:pt x="77420" y="1753279"/>
                  </a:lnTo>
                  <a:lnTo>
                    <a:pt x="44270" y="1762682"/>
                  </a:lnTo>
                  <a:lnTo>
                    <a:pt x="19985" y="1768535"/>
                  </a:lnTo>
                  <a:lnTo>
                    <a:pt x="5898" y="1771454"/>
                  </a:lnTo>
                  <a:lnTo>
                    <a:pt x="580" y="1772411"/>
                  </a:lnTo>
                  <a:lnTo>
                    <a:pt x="0" y="1772504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2050472" y="3486331"/>
              <a:ext cx="1385454" cy="1805947"/>
            </a:xfrm>
            <a:custGeom>
              <a:avLst/>
              <a:pathLst>
                <a:path w="1385454" h="1805947">
                  <a:moveTo>
                    <a:pt x="0" y="1805947"/>
                  </a:moveTo>
                  <a:lnTo>
                    <a:pt x="1056" y="1805775"/>
                  </a:lnTo>
                  <a:lnTo>
                    <a:pt x="7761" y="1804538"/>
                  </a:lnTo>
                  <a:lnTo>
                    <a:pt x="23713" y="1801142"/>
                  </a:lnTo>
                  <a:lnTo>
                    <a:pt x="49811" y="1794665"/>
                  </a:lnTo>
                  <a:lnTo>
                    <a:pt x="84281" y="1784573"/>
                  </a:lnTo>
                  <a:lnTo>
                    <a:pt x="123729" y="1770746"/>
                  </a:lnTo>
                  <a:lnTo>
                    <a:pt x="164666" y="1753283"/>
                  </a:lnTo>
                  <a:lnTo>
                    <a:pt x="204581" y="1732235"/>
                  </a:lnTo>
                  <a:lnTo>
                    <a:pt x="242254" y="1707416"/>
                  </a:lnTo>
                  <a:lnTo>
                    <a:pt x="277544" y="1678310"/>
                  </a:lnTo>
                  <a:lnTo>
                    <a:pt x="311025" y="1644068"/>
                  </a:lnTo>
                  <a:lnTo>
                    <a:pt x="343650" y="1603584"/>
                  </a:lnTo>
                  <a:lnTo>
                    <a:pt x="376496" y="1555675"/>
                  </a:lnTo>
                  <a:lnTo>
                    <a:pt x="404090" y="1510530"/>
                  </a:lnTo>
                  <a:lnTo>
                    <a:pt x="427409" y="1469564"/>
                  </a:lnTo>
                  <a:lnTo>
                    <a:pt x="451622" y="1424796"/>
                  </a:lnTo>
                  <a:lnTo>
                    <a:pt x="476859" y="1376161"/>
                  </a:lnTo>
                  <a:lnTo>
                    <a:pt x="503185" y="1323696"/>
                  </a:lnTo>
                  <a:lnTo>
                    <a:pt x="530610" y="1267558"/>
                  </a:lnTo>
                  <a:lnTo>
                    <a:pt x="559085" y="1208032"/>
                  </a:lnTo>
                  <a:lnTo>
                    <a:pt x="588504" y="1145528"/>
                  </a:lnTo>
                  <a:lnTo>
                    <a:pt x="618713" y="1080581"/>
                  </a:lnTo>
                  <a:lnTo>
                    <a:pt x="649510" y="1013831"/>
                  </a:lnTo>
                  <a:lnTo>
                    <a:pt x="680661" y="946002"/>
                  </a:lnTo>
                  <a:lnTo>
                    <a:pt x="711913" y="877867"/>
                  </a:lnTo>
                  <a:lnTo>
                    <a:pt x="743006" y="810217"/>
                  </a:lnTo>
                  <a:lnTo>
                    <a:pt x="773688" y="743817"/>
                  </a:lnTo>
                  <a:lnTo>
                    <a:pt x="803733" y="679374"/>
                  </a:lnTo>
                  <a:lnTo>
                    <a:pt x="832949" y="617506"/>
                  </a:lnTo>
                  <a:lnTo>
                    <a:pt x="861192" y="558721"/>
                  </a:lnTo>
                  <a:lnTo>
                    <a:pt x="888369" y="503401"/>
                  </a:lnTo>
                  <a:lnTo>
                    <a:pt x="914443" y="451800"/>
                  </a:lnTo>
                  <a:lnTo>
                    <a:pt x="939439" y="404046"/>
                  </a:lnTo>
                  <a:lnTo>
                    <a:pt x="963435" y="360155"/>
                  </a:lnTo>
                  <a:lnTo>
                    <a:pt x="981363" y="328860"/>
                  </a:lnTo>
                  <a:lnTo>
                    <a:pt x="1015096" y="274247"/>
                  </a:lnTo>
                  <a:lnTo>
                    <a:pt x="1047822" y="227793"/>
                  </a:lnTo>
                  <a:lnTo>
                    <a:pt x="1080524" y="188554"/>
                  </a:lnTo>
                  <a:lnTo>
                    <a:pt x="1114275" y="155340"/>
                  </a:lnTo>
                  <a:lnTo>
                    <a:pt x="1149979" y="127081"/>
                  </a:lnTo>
                  <a:lnTo>
                    <a:pt x="1188105" y="102988"/>
                  </a:lnTo>
                  <a:lnTo>
                    <a:pt x="1228338" y="82608"/>
                  </a:lnTo>
                  <a:lnTo>
                    <a:pt x="1269227" y="65809"/>
                  </a:lnTo>
                  <a:lnTo>
                    <a:pt x="1308034" y="52668"/>
                  </a:lnTo>
                  <a:lnTo>
                    <a:pt x="1341183" y="43265"/>
                  </a:lnTo>
                  <a:lnTo>
                    <a:pt x="1365468" y="37411"/>
                  </a:lnTo>
                  <a:lnTo>
                    <a:pt x="1379556" y="34492"/>
                  </a:lnTo>
                  <a:lnTo>
                    <a:pt x="1384873" y="33536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4397" y="172"/>
                  </a:lnTo>
                  <a:lnTo>
                    <a:pt x="1377693" y="1409"/>
                  </a:lnTo>
                  <a:lnTo>
                    <a:pt x="1361741" y="4805"/>
                  </a:lnTo>
                  <a:lnTo>
                    <a:pt x="1335642" y="11282"/>
                  </a:lnTo>
                  <a:lnTo>
                    <a:pt x="1301173" y="21373"/>
                  </a:lnTo>
                  <a:lnTo>
                    <a:pt x="1261724" y="35200"/>
                  </a:lnTo>
                  <a:lnTo>
                    <a:pt x="1220787" y="52664"/>
                  </a:lnTo>
                  <a:lnTo>
                    <a:pt x="1180872" y="73711"/>
                  </a:lnTo>
                  <a:lnTo>
                    <a:pt x="1143200" y="98530"/>
                  </a:lnTo>
                  <a:lnTo>
                    <a:pt x="1107909" y="127637"/>
                  </a:lnTo>
                  <a:lnTo>
                    <a:pt x="1074429" y="161878"/>
                  </a:lnTo>
                  <a:lnTo>
                    <a:pt x="1041804" y="202362"/>
                  </a:lnTo>
                  <a:lnTo>
                    <a:pt x="1008958" y="250271"/>
                  </a:lnTo>
                  <a:lnTo>
                    <a:pt x="981363" y="295417"/>
                  </a:lnTo>
                  <a:lnTo>
                    <a:pt x="958045" y="336383"/>
                  </a:lnTo>
                  <a:lnTo>
                    <a:pt x="933831" y="381150"/>
                  </a:lnTo>
                  <a:lnTo>
                    <a:pt x="908595" y="429786"/>
                  </a:lnTo>
                  <a:lnTo>
                    <a:pt x="882269" y="482251"/>
                  </a:lnTo>
                  <a:lnTo>
                    <a:pt x="854844" y="538388"/>
                  </a:lnTo>
                  <a:lnTo>
                    <a:pt x="826369" y="597914"/>
                  </a:lnTo>
                  <a:lnTo>
                    <a:pt x="796949" y="660418"/>
                  </a:lnTo>
                  <a:lnTo>
                    <a:pt x="766741" y="725366"/>
                  </a:lnTo>
                  <a:lnTo>
                    <a:pt x="735944" y="792116"/>
                  </a:lnTo>
                  <a:lnTo>
                    <a:pt x="704792" y="859945"/>
                  </a:lnTo>
                  <a:lnTo>
                    <a:pt x="673540" y="928079"/>
                  </a:lnTo>
                  <a:lnTo>
                    <a:pt x="642448" y="995729"/>
                  </a:lnTo>
                  <a:lnTo>
                    <a:pt x="611765" y="1062129"/>
                  </a:lnTo>
                  <a:lnTo>
                    <a:pt x="581720" y="1126572"/>
                  </a:lnTo>
                  <a:lnTo>
                    <a:pt x="552504" y="1188440"/>
                  </a:lnTo>
                  <a:lnTo>
                    <a:pt x="524262" y="1247226"/>
                  </a:lnTo>
                  <a:lnTo>
                    <a:pt x="497085" y="1302546"/>
                  </a:lnTo>
                  <a:lnTo>
                    <a:pt x="471010" y="1354147"/>
                  </a:lnTo>
                  <a:lnTo>
                    <a:pt x="446015" y="1401900"/>
                  </a:lnTo>
                  <a:lnTo>
                    <a:pt x="422019" y="1445791"/>
                  </a:lnTo>
                  <a:lnTo>
                    <a:pt x="404090" y="1477086"/>
                  </a:lnTo>
                  <a:lnTo>
                    <a:pt x="370358" y="1531699"/>
                  </a:lnTo>
                  <a:lnTo>
                    <a:pt x="337631" y="1578153"/>
                  </a:lnTo>
                  <a:lnTo>
                    <a:pt x="304929" y="1617392"/>
                  </a:lnTo>
                  <a:lnTo>
                    <a:pt x="271178" y="1650607"/>
                  </a:lnTo>
                  <a:lnTo>
                    <a:pt x="235474" y="1678866"/>
                  </a:lnTo>
                  <a:lnTo>
                    <a:pt x="197349" y="1702959"/>
                  </a:lnTo>
                  <a:lnTo>
                    <a:pt x="157115" y="1723338"/>
                  </a:lnTo>
                  <a:lnTo>
                    <a:pt x="116227" y="1740138"/>
                  </a:lnTo>
                  <a:lnTo>
                    <a:pt x="77420" y="1753279"/>
                  </a:lnTo>
                  <a:lnTo>
                    <a:pt x="44270" y="1762682"/>
                  </a:lnTo>
                  <a:lnTo>
                    <a:pt x="19985" y="1768535"/>
                  </a:lnTo>
                  <a:lnTo>
                    <a:pt x="5898" y="1771454"/>
                  </a:lnTo>
                  <a:lnTo>
                    <a:pt x="580" y="1772411"/>
                  </a:lnTo>
                  <a:lnTo>
                    <a:pt x="0" y="1772504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2050472" y="4991288"/>
              <a:ext cx="1385454" cy="568539"/>
            </a:xfrm>
            <a:custGeom>
              <a:avLst/>
              <a:pathLst>
                <a:path w="1385454" h="568539">
                  <a:moveTo>
                    <a:pt x="0" y="568539"/>
                  </a:moveTo>
                  <a:lnTo>
                    <a:pt x="1734" y="568452"/>
                  </a:lnTo>
                  <a:lnTo>
                    <a:pt x="12494" y="567825"/>
                  </a:lnTo>
                  <a:lnTo>
                    <a:pt x="37056" y="566127"/>
                  </a:lnTo>
                  <a:lnTo>
                    <a:pt x="74783" y="562978"/>
                  </a:lnTo>
                  <a:lnTo>
                    <a:pt x="120812" y="558248"/>
                  </a:lnTo>
                  <a:lnTo>
                    <a:pt x="169299" y="551971"/>
                  </a:lnTo>
                  <a:lnTo>
                    <a:pt x="216126" y="544166"/>
                  </a:lnTo>
                  <a:lnTo>
                    <a:pt x="259652" y="534705"/>
                  </a:lnTo>
                  <a:lnTo>
                    <a:pt x="300151" y="523262"/>
                  </a:lnTo>
                  <a:lnTo>
                    <a:pt x="338980" y="509331"/>
                  </a:lnTo>
                  <a:lnTo>
                    <a:pt x="377901" y="492321"/>
                  </a:lnTo>
                  <a:lnTo>
                    <a:pt x="404090" y="479356"/>
                  </a:lnTo>
                  <a:lnTo>
                    <a:pt x="436788" y="461828"/>
                  </a:lnTo>
                  <a:lnTo>
                    <a:pt x="471323" y="442058"/>
                  </a:lnTo>
                  <a:lnTo>
                    <a:pt x="507943" y="420043"/>
                  </a:lnTo>
                  <a:lnTo>
                    <a:pt x="546674" y="395909"/>
                  </a:lnTo>
                  <a:lnTo>
                    <a:pt x="587330" y="369925"/>
                  </a:lnTo>
                  <a:lnTo>
                    <a:pt x="629520" y="342503"/>
                  </a:lnTo>
                  <a:lnTo>
                    <a:pt x="672694" y="314175"/>
                  </a:lnTo>
                  <a:lnTo>
                    <a:pt x="716188" y="285552"/>
                  </a:lnTo>
                  <a:lnTo>
                    <a:pt x="759307" y="257273"/>
                  </a:lnTo>
                  <a:lnTo>
                    <a:pt x="801395" y="229947"/>
                  </a:lnTo>
                  <a:lnTo>
                    <a:pt x="841910" y="204096"/>
                  </a:lnTo>
                  <a:lnTo>
                    <a:pt x="880479" y="180121"/>
                  </a:lnTo>
                  <a:lnTo>
                    <a:pt x="916930" y="158281"/>
                  </a:lnTo>
                  <a:lnTo>
                    <a:pt x="951308" y="138689"/>
                  </a:lnTo>
                  <a:lnTo>
                    <a:pt x="981363" y="122626"/>
                  </a:lnTo>
                  <a:lnTo>
                    <a:pt x="1021222" y="103355"/>
                  </a:lnTo>
                  <a:lnTo>
                    <a:pt x="1059909" y="87481"/>
                  </a:lnTo>
                  <a:lnTo>
                    <a:pt x="1099128" y="74482"/>
                  </a:lnTo>
                  <a:lnTo>
                    <a:pt x="1140566" y="63779"/>
                  </a:lnTo>
                  <a:lnTo>
                    <a:pt x="1185290" y="54921"/>
                  </a:lnTo>
                  <a:lnTo>
                    <a:pt x="1233003" y="47653"/>
                  </a:lnTo>
                  <a:lnTo>
                    <a:pt x="1281225" y="41908"/>
                  </a:lnTo>
                  <a:lnTo>
                    <a:pt x="1325050" y="37729"/>
                  </a:lnTo>
                  <a:lnTo>
                    <a:pt x="1358588" y="35113"/>
                  </a:lnTo>
                  <a:lnTo>
                    <a:pt x="1378138" y="33842"/>
                  </a:lnTo>
                  <a:lnTo>
                    <a:pt x="1384957" y="33467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3720" y="87"/>
                  </a:lnTo>
                  <a:lnTo>
                    <a:pt x="1372960" y="713"/>
                  </a:lnTo>
                  <a:lnTo>
                    <a:pt x="1348397" y="2411"/>
                  </a:lnTo>
                  <a:lnTo>
                    <a:pt x="1310670" y="5560"/>
                  </a:lnTo>
                  <a:lnTo>
                    <a:pt x="1264642" y="10290"/>
                  </a:lnTo>
                  <a:lnTo>
                    <a:pt x="1216155" y="16567"/>
                  </a:lnTo>
                  <a:lnTo>
                    <a:pt x="1169328" y="24372"/>
                  </a:lnTo>
                  <a:lnTo>
                    <a:pt x="1125802" y="33833"/>
                  </a:lnTo>
                  <a:lnTo>
                    <a:pt x="1085302" y="45276"/>
                  </a:lnTo>
                  <a:lnTo>
                    <a:pt x="1046473" y="59207"/>
                  </a:lnTo>
                  <a:lnTo>
                    <a:pt x="1007552" y="76217"/>
                  </a:lnTo>
                  <a:lnTo>
                    <a:pt x="981363" y="89182"/>
                  </a:lnTo>
                  <a:lnTo>
                    <a:pt x="948665" y="106710"/>
                  </a:lnTo>
                  <a:lnTo>
                    <a:pt x="914130" y="126480"/>
                  </a:lnTo>
                  <a:lnTo>
                    <a:pt x="877511" y="148495"/>
                  </a:lnTo>
                  <a:lnTo>
                    <a:pt x="838779" y="172630"/>
                  </a:lnTo>
                  <a:lnTo>
                    <a:pt x="798124" y="198613"/>
                  </a:lnTo>
                  <a:lnTo>
                    <a:pt x="755933" y="226035"/>
                  </a:lnTo>
                  <a:lnTo>
                    <a:pt x="712760" y="254363"/>
                  </a:lnTo>
                  <a:lnTo>
                    <a:pt x="669265" y="282986"/>
                  </a:lnTo>
                  <a:lnTo>
                    <a:pt x="626147" y="311265"/>
                  </a:lnTo>
                  <a:lnTo>
                    <a:pt x="584059" y="338591"/>
                  </a:lnTo>
                  <a:lnTo>
                    <a:pt x="543544" y="364442"/>
                  </a:lnTo>
                  <a:lnTo>
                    <a:pt x="504975" y="388417"/>
                  </a:lnTo>
                  <a:lnTo>
                    <a:pt x="468523" y="410257"/>
                  </a:lnTo>
                  <a:lnTo>
                    <a:pt x="434145" y="429849"/>
                  </a:lnTo>
                  <a:lnTo>
                    <a:pt x="404090" y="445912"/>
                  </a:lnTo>
                  <a:lnTo>
                    <a:pt x="364232" y="465183"/>
                  </a:lnTo>
                  <a:lnTo>
                    <a:pt x="325544" y="481057"/>
                  </a:lnTo>
                  <a:lnTo>
                    <a:pt x="286325" y="494056"/>
                  </a:lnTo>
                  <a:lnTo>
                    <a:pt x="244887" y="504759"/>
                  </a:lnTo>
                  <a:lnTo>
                    <a:pt x="200164" y="513617"/>
                  </a:lnTo>
                  <a:lnTo>
                    <a:pt x="152450" y="520885"/>
                  </a:lnTo>
                  <a:lnTo>
                    <a:pt x="104229" y="526630"/>
                  </a:lnTo>
                  <a:lnTo>
                    <a:pt x="60404" y="530809"/>
                  </a:lnTo>
                  <a:lnTo>
                    <a:pt x="26865" y="533425"/>
                  </a:lnTo>
                  <a:lnTo>
                    <a:pt x="7316" y="534696"/>
                  </a:lnTo>
                  <a:lnTo>
                    <a:pt x="497" y="535071"/>
                  </a:lnTo>
                  <a:lnTo>
                    <a:pt x="0" y="535095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2050472" y="5024731"/>
              <a:ext cx="1385454" cy="1103634"/>
            </a:xfrm>
            <a:custGeom>
              <a:avLst/>
              <a:pathLst>
                <a:path w="1385454" h="1103634">
                  <a:moveTo>
                    <a:pt x="0" y="1103634"/>
                  </a:moveTo>
                  <a:lnTo>
                    <a:pt x="1577" y="1103476"/>
                  </a:lnTo>
                  <a:lnTo>
                    <a:pt x="11412" y="1102342"/>
                  </a:lnTo>
                  <a:lnTo>
                    <a:pt x="34069" y="1099256"/>
                  </a:lnTo>
                  <a:lnTo>
                    <a:pt x="69350" y="1093498"/>
                  </a:lnTo>
                  <a:lnTo>
                    <a:pt x="113121" y="1084783"/>
                  </a:lnTo>
                  <a:lnTo>
                    <a:pt x="160001" y="1073152"/>
                  </a:lnTo>
                  <a:lnTo>
                    <a:pt x="205874" y="1058668"/>
                  </a:lnTo>
                  <a:lnTo>
                    <a:pt x="248804" y="1041169"/>
                  </a:lnTo>
                  <a:lnTo>
                    <a:pt x="288700" y="1020151"/>
                  </a:lnTo>
                  <a:lnTo>
                    <a:pt x="326598" y="994774"/>
                  </a:lnTo>
                  <a:lnTo>
                    <a:pt x="364044" y="963979"/>
                  </a:lnTo>
                  <a:lnTo>
                    <a:pt x="402584" y="926818"/>
                  </a:lnTo>
                  <a:lnTo>
                    <a:pt x="404090" y="925269"/>
                  </a:lnTo>
                  <a:lnTo>
                    <a:pt x="432105" y="895392"/>
                  </a:lnTo>
                  <a:lnTo>
                    <a:pt x="461442" y="862210"/>
                  </a:lnTo>
                  <a:lnTo>
                    <a:pt x="492290" y="825687"/>
                  </a:lnTo>
                  <a:lnTo>
                    <a:pt x="524714" y="785922"/>
                  </a:lnTo>
                  <a:lnTo>
                    <a:pt x="558662" y="743167"/>
                  </a:lnTo>
                  <a:lnTo>
                    <a:pt x="593963" y="697835"/>
                  </a:lnTo>
                  <a:lnTo>
                    <a:pt x="630344" y="650486"/>
                  </a:lnTo>
                  <a:lnTo>
                    <a:pt x="667445" y="601810"/>
                  </a:lnTo>
                  <a:lnTo>
                    <a:pt x="704846" y="552585"/>
                  </a:lnTo>
                  <a:lnTo>
                    <a:pt x="742102" y="503623"/>
                  </a:lnTo>
                  <a:lnTo>
                    <a:pt x="778782" y="455723"/>
                  </a:lnTo>
                  <a:lnTo>
                    <a:pt x="814500" y="409609"/>
                  </a:lnTo>
                  <a:lnTo>
                    <a:pt x="848949" y="365891"/>
                  </a:lnTo>
                  <a:lnTo>
                    <a:pt x="881922" y="325036"/>
                  </a:lnTo>
                  <a:lnTo>
                    <a:pt x="913324" y="287352"/>
                  </a:lnTo>
                  <a:lnTo>
                    <a:pt x="943178" y="252991"/>
                  </a:lnTo>
                  <a:lnTo>
                    <a:pt x="971630" y="221962"/>
                  </a:lnTo>
                  <a:lnTo>
                    <a:pt x="981363" y="211808"/>
                  </a:lnTo>
                  <a:lnTo>
                    <a:pt x="1019969" y="174394"/>
                  </a:lnTo>
                  <a:lnTo>
                    <a:pt x="1057430" y="143371"/>
                  </a:lnTo>
                  <a:lnTo>
                    <a:pt x="1095281" y="117807"/>
                  </a:lnTo>
                  <a:lnTo>
                    <a:pt x="1135077" y="96640"/>
                  </a:lnTo>
                  <a:lnTo>
                    <a:pt x="1177884" y="79019"/>
                  </a:lnTo>
                  <a:lnTo>
                    <a:pt x="1223666" y="64425"/>
                  </a:lnTo>
                  <a:lnTo>
                    <a:pt x="1270570" y="52685"/>
                  </a:lnTo>
                  <a:lnTo>
                    <a:pt x="1314556" y="43857"/>
                  </a:lnTo>
                  <a:lnTo>
                    <a:pt x="1350254" y="37988"/>
                  </a:lnTo>
                  <a:lnTo>
                    <a:pt x="1373427" y="34811"/>
                  </a:lnTo>
                  <a:lnTo>
                    <a:pt x="1383695" y="33620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3876" y="157"/>
                  </a:lnTo>
                  <a:lnTo>
                    <a:pt x="1374041" y="1292"/>
                  </a:lnTo>
                  <a:lnTo>
                    <a:pt x="1351385" y="4378"/>
                  </a:lnTo>
                  <a:lnTo>
                    <a:pt x="1316103" y="10136"/>
                  </a:lnTo>
                  <a:lnTo>
                    <a:pt x="1272332" y="18850"/>
                  </a:lnTo>
                  <a:lnTo>
                    <a:pt x="1225452" y="30482"/>
                  </a:lnTo>
                  <a:lnTo>
                    <a:pt x="1179580" y="44965"/>
                  </a:lnTo>
                  <a:lnTo>
                    <a:pt x="1136649" y="62464"/>
                  </a:lnTo>
                  <a:lnTo>
                    <a:pt x="1096753" y="83483"/>
                  </a:lnTo>
                  <a:lnTo>
                    <a:pt x="1058856" y="108860"/>
                  </a:lnTo>
                  <a:lnTo>
                    <a:pt x="1021410" y="139655"/>
                  </a:lnTo>
                  <a:lnTo>
                    <a:pt x="982870" y="176816"/>
                  </a:lnTo>
                  <a:lnTo>
                    <a:pt x="981363" y="178365"/>
                  </a:lnTo>
                  <a:lnTo>
                    <a:pt x="953349" y="208242"/>
                  </a:lnTo>
                  <a:lnTo>
                    <a:pt x="924011" y="241424"/>
                  </a:lnTo>
                  <a:lnTo>
                    <a:pt x="893164" y="277947"/>
                  </a:lnTo>
                  <a:lnTo>
                    <a:pt x="860739" y="317712"/>
                  </a:lnTo>
                  <a:lnTo>
                    <a:pt x="826792" y="360466"/>
                  </a:lnTo>
                  <a:lnTo>
                    <a:pt x="791490" y="405799"/>
                  </a:lnTo>
                  <a:lnTo>
                    <a:pt x="755109" y="453148"/>
                  </a:lnTo>
                  <a:lnTo>
                    <a:pt x="718008" y="501823"/>
                  </a:lnTo>
                  <a:lnTo>
                    <a:pt x="680608" y="551049"/>
                  </a:lnTo>
                  <a:lnTo>
                    <a:pt x="643351" y="600010"/>
                  </a:lnTo>
                  <a:lnTo>
                    <a:pt x="606672" y="647910"/>
                  </a:lnTo>
                  <a:lnTo>
                    <a:pt x="570953" y="694025"/>
                  </a:lnTo>
                  <a:lnTo>
                    <a:pt x="536504" y="737742"/>
                  </a:lnTo>
                  <a:lnTo>
                    <a:pt x="503531" y="778597"/>
                  </a:lnTo>
                  <a:lnTo>
                    <a:pt x="472130" y="816281"/>
                  </a:lnTo>
                  <a:lnTo>
                    <a:pt x="442275" y="850642"/>
                  </a:lnTo>
                  <a:lnTo>
                    <a:pt x="413824" y="881671"/>
                  </a:lnTo>
                  <a:lnTo>
                    <a:pt x="404090" y="891825"/>
                  </a:lnTo>
                  <a:lnTo>
                    <a:pt x="365485" y="929240"/>
                  </a:lnTo>
                  <a:lnTo>
                    <a:pt x="328023" y="960262"/>
                  </a:lnTo>
                  <a:lnTo>
                    <a:pt x="290173" y="985826"/>
                  </a:lnTo>
                  <a:lnTo>
                    <a:pt x="250377" y="1006993"/>
                  </a:lnTo>
                  <a:lnTo>
                    <a:pt x="207570" y="1024615"/>
                  </a:lnTo>
                  <a:lnTo>
                    <a:pt x="161788" y="1039208"/>
                  </a:lnTo>
                  <a:lnTo>
                    <a:pt x="114884" y="1050949"/>
                  </a:lnTo>
                  <a:lnTo>
                    <a:pt x="70898" y="1059777"/>
                  </a:lnTo>
                  <a:lnTo>
                    <a:pt x="35199" y="1065645"/>
                  </a:lnTo>
                  <a:lnTo>
                    <a:pt x="12027" y="1068822"/>
                  </a:lnTo>
                  <a:lnTo>
                    <a:pt x="1758" y="1070014"/>
                  </a:lnTo>
                  <a:lnTo>
                    <a:pt x="0" y="1070191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2050472" y="5827374"/>
              <a:ext cx="1385454" cy="434765"/>
            </a:xfrm>
            <a:custGeom>
              <a:avLst/>
              <a:pathLst>
                <a:path w="1385454" h="434765">
                  <a:moveTo>
                    <a:pt x="0" y="434765"/>
                  </a:moveTo>
                  <a:lnTo>
                    <a:pt x="1760" y="434698"/>
                  </a:lnTo>
                  <a:lnTo>
                    <a:pt x="12672" y="434221"/>
                  </a:lnTo>
                  <a:lnTo>
                    <a:pt x="37547" y="432928"/>
                  </a:lnTo>
                  <a:lnTo>
                    <a:pt x="75668" y="430533"/>
                  </a:lnTo>
                  <a:lnTo>
                    <a:pt x="122051" y="426940"/>
                  </a:lnTo>
                  <a:lnTo>
                    <a:pt x="170784" y="422176"/>
                  </a:lnTo>
                  <a:lnTo>
                    <a:pt x="217754" y="416252"/>
                  </a:lnTo>
                  <a:lnTo>
                    <a:pt x="261372" y="409068"/>
                  </a:lnTo>
                  <a:lnTo>
                    <a:pt x="301973" y="400368"/>
                  </a:lnTo>
                  <a:lnTo>
                    <a:pt x="340965" y="389763"/>
                  </a:lnTo>
                  <a:lnTo>
                    <a:pt x="380142" y="376802"/>
                  </a:lnTo>
                  <a:lnTo>
                    <a:pt x="404090" y="367878"/>
                  </a:lnTo>
                  <a:lnTo>
                    <a:pt x="437888" y="354273"/>
                  </a:lnTo>
                  <a:lnTo>
                    <a:pt x="473656" y="338874"/>
                  </a:lnTo>
                  <a:lnTo>
                    <a:pt x="511655" y="321683"/>
                  </a:lnTo>
                  <a:lnTo>
                    <a:pt x="551895" y="302813"/>
                  </a:lnTo>
                  <a:lnTo>
                    <a:pt x="594144" y="282502"/>
                  </a:lnTo>
                  <a:lnTo>
                    <a:pt x="637943" y="261105"/>
                  </a:lnTo>
                  <a:lnTo>
                    <a:pt x="682658" y="239074"/>
                  </a:lnTo>
                  <a:lnTo>
                    <a:pt x="727546" y="216925"/>
                  </a:lnTo>
                  <a:lnTo>
                    <a:pt x="771842" y="195184"/>
                  </a:lnTo>
                  <a:lnTo>
                    <a:pt x="814854" y="174335"/>
                  </a:lnTo>
                  <a:lnTo>
                    <a:pt x="856037" y="154783"/>
                  </a:lnTo>
                  <a:lnTo>
                    <a:pt x="895054" y="136818"/>
                  </a:lnTo>
                  <a:lnTo>
                    <a:pt x="931805" y="120610"/>
                  </a:lnTo>
                  <a:lnTo>
                    <a:pt x="966436" y="106208"/>
                  </a:lnTo>
                  <a:lnTo>
                    <a:pt x="981363" y="100330"/>
                  </a:lnTo>
                  <a:lnTo>
                    <a:pt x="1021422" y="85809"/>
                  </a:lnTo>
                  <a:lnTo>
                    <a:pt x="1060307" y="73861"/>
                  </a:lnTo>
                  <a:lnTo>
                    <a:pt x="1099747" y="64087"/>
                  </a:lnTo>
                  <a:lnTo>
                    <a:pt x="1141452" y="56045"/>
                  </a:lnTo>
                  <a:lnTo>
                    <a:pt x="1186485" y="49397"/>
                  </a:lnTo>
                  <a:lnTo>
                    <a:pt x="1234504" y="43950"/>
                  </a:lnTo>
                  <a:lnTo>
                    <a:pt x="1282915" y="39658"/>
                  </a:lnTo>
                  <a:lnTo>
                    <a:pt x="1326671" y="36554"/>
                  </a:lnTo>
                  <a:lnTo>
                    <a:pt x="1359814" y="34631"/>
                  </a:lnTo>
                  <a:lnTo>
                    <a:pt x="1378764" y="33715"/>
                  </a:lnTo>
                  <a:lnTo>
                    <a:pt x="1385073" y="33457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3694" y="66"/>
                  </a:lnTo>
                  <a:lnTo>
                    <a:pt x="1372781" y="543"/>
                  </a:lnTo>
                  <a:lnTo>
                    <a:pt x="1347906" y="1836"/>
                  </a:lnTo>
                  <a:lnTo>
                    <a:pt x="1309786" y="4231"/>
                  </a:lnTo>
                  <a:lnTo>
                    <a:pt x="1263402" y="7824"/>
                  </a:lnTo>
                  <a:lnTo>
                    <a:pt x="1214670" y="12589"/>
                  </a:lnTo>
                  <a:lnTo>
                    <a:pt x="1167700" y="18512"/>
                  </a:lnTo>
                  <a:lnTo>
                    <a:pt x="1124081" y="25696"/>
                  </a:lnTo>
                  <a:lnTo>
                    <a:pt x="1083480" y="34396"/>
                  </a:lnTo>
                  <a:lnTo>
                    <a:pt x="1044488" y="45001"/>
                  </a:lnTo>
                  <a:lnTo>
                    <a:pt x="1005312" y="57962"/>
                  </a:lnTo>
                  <a:lnTo>
                    <a:pt x="981363" y="66886"/>
                  </a:lnTo>
                  <a:lnTo>
                    <a:pt x="947566" y="80491"/>
                  </a:lnTo>
                  <a:lnTo>
                    <a:pt x="911798" y="95890"/>
                  </a:lnTo>
                  <a:lnTo>
                    <a:pt x="873799" y="113081"/>
                  </a:lnTo>
                  <a:lnTo>
                    <a:pt x="833558" y="131951"/>
                  </a:lnTo>
                  <a:lnTo>
                    <a:pt x="791310" y="152262"/>
                  </a:lnTo>
                  <a:lnTo>
                    <a:pt x="747510" y="173660"/>
                  </a:lnTo>
                  <a:lnTo>
                    <a:pt x="702795" y="195690"/>
                  </a:lnTo>
                  <a:lnTo>
                    <a:pt x="657908" y="217839"/>
                  </a:lnTo>
                  <a:lnTo>
                    <a:pt x="613611" y="239580"/>
                  </a:lnTo>
                  <a:lnTo>
                    <a:pt x="570599" y="260429"/>
                  </a:lnTo>
                  <a:lnTo>
                    <a:pt x="529416" y="279981"/>
                  </a:lnTo>
                  <a:lnTo>
                    <a:pt x="490399" y="297946"/>
                  </a:lnTo>
                  <a:lnTo>
                    <a:pt x="453649" y="314154"/>
                  </a:lnTo>
                  <a:lnTo>
                    <a:pt x="419017" y="328557"/>
                  </a:lnTo>
                  <a:lnTo>
                    <a:pt x="404090" y="334434"/>
                  </a:lnTo>
                  <a:lnTo>
                    <a:pt x="364031" y="348955"/>
                  </a:lnTo>
                  <a:lnTo>
                    <a:pt x="325146" y="360903"/>
                  </a:lnTo>
                  <a:lnTo>
                    <a:pt x="285707" y="370678"/>
                  </a:lnTo>
                  <a:lnTo>
                    <a:pt x="244002" y="378719"/>
                  </a:lnTo>
                  <a:lnTo>
                    <a:pt x="198968" y="385367"/>
                  </a:lnTo>
                  <a:lnTo>
                    <a:pt x="150950" y="390814"/>
                  </a:lnTo>
                  <a:lnTo>
                    <a:pt x="102539" y="395106"/>
                  </a:lnTo>
                  <a:lnTo>
                    <a:pt x="58782" y="398210"/>
                  </a:lnTo>
                  <a:lnTo>
                    <a:pt x="25639" y="400133"/>
                  </a:lnTo>
                  <a:lnTo>
                    <a:pt x="6690" y="401049"/>
                  </a:lnTo>
                  <a:lnTo>
                    <a:pt x="380" y="401308"/>
                  </a:lnTo>
                  <a:lnTo>
                    <a:pt x="0" y="401321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2050472" y="5860818"/>
              <a:ext cx="1385454" cy="434765"/>
            </a:xfrm>
            <a:custGeom>
              <a:avLst/>
              <a:pathLst>
                <a:path w="1385454" h="434765">
                  <a:moveTo>
                    <a:pt x="0" y="434765"/>
                  </a:moveTo>
                  <a:lnTo>
                    <a:pt x="1760" y="434698"/>
                  </a:lnTo>
                  <a:lnTo>
                    <a:pt x="12672" y="434221"/>
                  </a:lnTo>
                  <a:lnTo>
                    <a:pt x="37547" y="432928"/>
                  </a:lnTo>
                  <a:lnTo>
                    <a:pt x="75668" y="430533"/>
                  </a:lnTo>
                  <a:lnTo>
                    <a:pt x="122051" y="426940"/>
                  </a:lnTo>
                  <a:lnTo>
                    <a:pt x="170784" y="422176"/>
                  </a:lnTo>
                  <a:lnTo>
                    <a:pt x="217754" y="416252"/>
                  </a:lnTo>
                  <a:lnTo>
                    <a:pt x="261372" y="409068"/>
                  </a:lnTo>
                  <a:lnTo>
                    <a:pt x="301973" y="400368"/>
                  </a:lnTo>
                  <a:lnTo>
                    <a:pt x="340965" y="389763"/>
                  </a:lnTo>
                  <a:lnTo>
                    <a:pt x="380142" y="376802"/>
                  </a:lnTo>
                  <a:lnTo>
                    <a:pt x="404090" y="367878"/>
                  </a:lnTo>
                  <a:lnTo>
                    <a:pt x="437888" y="354273"/>
                  </a:lnTo>
                  <a:lnTo>
                    <a:pt x="473656" y="338874"/>
                  </a:lnTo>
                  <a:lnTo>
                    <a:pt x="511655" y="321683"/>
                  </a:lnTo>
                  <a:lnTo>
                    <a:pt x="551895" y="302813"/>
                  </a:lnTo>
                  <a:lnTo>
                    <a:pt x="594144" y="282502"/>
                  </a:lnTo>
                  <a:lnTo>
                    <a:pt x="637943" y="261105"/>
                  </a:lnTo>
                  <a:lnTo>
                    <a:pt x="682658" y="239074"/>
                  </a:lnTo>
                  <a:lnTo>
                    <a:pt x="727546" y="216925"/>
                  </a:lnTo>
                  <a:lnTo>
                    <a:pt x="771842" y="195184"/>
                  </a:lnTo>
                  <a:lnTo>
                    <a:pt x="814854" y="174335"/>
                  </a:lnTo>
                  <a:lnTo>
                    <a:pt x="856037" y="154783"/>
                  </a:lnTo>
                  <a:lnTo>
                    <a:pt x="895054" y="136818"/>
                  </a:lnTo>
                  <a:lnTo>
                    <a:pt x="931805" y="120610"/>
                  </a:lnTo>
                  <a:lnTo>
                    <a:pt x="966436" y="106208"/>
                  </a:lnTo>
                  <a:lnTo>
                    <a:pt x="981363" y="100330"/>
                  </a:lnTo>
                  <a:lnTo>
                    <a:pt x="1021422" y="85809"/>
                  </a:lnTo>
                  <a:lnTo>
                    <a:pt x="1060307" y="73861"/>
                  </a:lnTo>
                  <a:lnTo>
                    <a:pt x="1099747" y="64087"/>
                  </a:lnTo>
                  <a:lnTo>
                    <a:pt x="1141452" y="56045"/>
                  </a:lnTo>
                  <a:lnTo>
                    <a:pt x="1186485" y="49397"/>
                  </a:lnTo>
                  <a:lnTo>
                    <a:pt x="1234504" y="43950"/>
                  </a:lnTo>
                  <a:lnTo>
                    <a:pt x="1282915" y="39658"/>
                  </a:lnTo>
                  <a:lnTo>
                    <a:pt x="1326671" y="36554"/>
                  </a:lnTo>
                  <a:lnTo>
                    <a:pt x="1359814" y="34631"/>
                  </a:lnTo>
                  <a:lnTo>
                    <a:pt x="1378764" y="33715"/>
                  </a:lnTo>
                  <a:lnTo>
                    <a:pt x="1385073" y="33457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3694" y="66"/>
                  </a:lnTo>
                  <a:lnTo>
                    <a:pt x="1372781" y="543"/>
                  </a:lnTo>
                  <a:lnTo>
                    <a:pt x="1347906" y="1836"/>
                  </a:lnTo>
                  <a:lnTo>
                    <a:pt x="1309786" y="4231"/>
                  </a:lnTo>
                  <a:lnTo>
                    <a:pt x="1263402" y="7824"/>
                  </a:lnTo>
                  <a:lnTo>
                    <a:pt x="1214670" y="12589"/>
                  </a:lnTo>
                  <a:lnTo>
                    <a:pt x="1167700" y="18512"/>
                  </a:lnTo>
                  <a:lnTo>
                    <a:pt x="1124081" y="25696"/>
                  </a:lnTo>
                  <a:lnTo>
                    <a:pt x="1083480" y="34396"/>
                  </a:lnTo>
                  <a:lnTo>
                    <a:pt x="1044488" y="45001"/>
                  </a:lnTo>
                  <a:lnTo>
                    <a:pt x="1005312" y="57962"/>
                  </a:lnTo>
                  <a:lnTo>
                    <a:pt x="981363" y="66886"/>
                  </a:lnTo>
                  <a:lnTo>
                    <a:pt x="947566" y="80491"/>
                  </a:lnTo>
                  <a:lnTo>
                    <a:pt x="911798" y="95890"/>
                  </a:lnTo>
                  <a:lnTo>
                    <a:pt x="873799" y="113081"/>
                  </a:lnTo>
                  <a:lnTo>
                    <a:pt x="833558" y="131951"/>
                  </a:lnTo>
                  <a:lnTo>
                    <a:pt x="791310" y="152262"/>
                  </a:lnTo>
                  <a:lnTo>
                    <a:pt x="747510" y="173660"/>
                  </a:lnTo>
                  <a:lnTo>
                    <a:pt x="702795" y="195690"/>
                  </a:lnTo>
                  <a:lnTo>
                    <a:pt x="657908" y="217839"/>
                  </a:lnTo>
                  <a:lnTo>
                    <a:pt x="613611" y="239580"/>
                  </a:lnTo>
                  <a:lnTo>
                    <a:pt x="570599" y="260429"/>
                  </a:lnTo>
                  <a:lnTo>
                    <a:pt x="529416" y="279981"/>
                  </a:lnTo>
                  <a:lnTo>
                    <a:pt x="490399" y="297946"/>
                  </a:lnTo>
                  <a:lnTo>
                    <a:pt x="453649" y="314154"/>
                  </a:lnTo>
                  <a:lnTo>
                    <a:pt x="419017" y="328557"/>
                  </a:lnTo>
                  <a:lnTo>
                    <a:pt x="404090" y="334434"/>
                  </a:lnTo>
                  <a:lnTo>
                    <a:pt x="364031" y="348955"/>
                  </a:lnTo>
                  <a:lnTo>
                    <a:pt x="325146" y="360903"/>
                  </a:lnTo>
                  <a:lnTo>
                    <a:pt x="285707" y="370678"/>
                  </a:lnTo>
                  <a:lnTo>
                    <a:pt x="244002" y="378719"/>
                  </a:lnTo>
                  <a:lnTo>
                    <a:pt x="198968" y="385367"/>
                  </a:lnTo>
                  <a:lnTo>
                    <a:pt x="150950" y="390814"/>
                  </a:lnTo>
                  <a:lnTo>
                    <a:pt x="102539" y="395106"/>
                  </a:lnTo>
                  <a:lnTo>
                    <a:pt x="58782" y="398210"/>
                  </a:lnTo>
                  <a:lnTo>
                    <a:pt x="25639" y="400133"/>
                  </a:lnTo>
                  <a:lnTo>
                    <a:pt x="6690" y="401049"/>
                  </a:lnTo>
                  <a:lnTo>
                    <a:pt x="380" y="401308"/>
                  </a:lnTo>
                  <a:lnTo>
                    <a:pt x="0" y="401321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2050472" y="3519775"/>
              <a:ext cx="1385454" cy="2441373"/>
            </a:xfrm>
            <a:custGeom>
              <a:avLst/>
              <a:pathLst>
                <a:path w="1385454" h="2441373">
                  <a:moveTo>
                    <a:pt x="0" y="2441373"/>
                  </a:moveTo>
                  <a:lnTo>
                    <a:pt x="886" y="2441178"/>
                  </a:lnTo>
                  <a:lnTo>
                    <a:pt x="6551" y="2439777"/>
                  </a:lnTo>
                  <a:lnTo>
                    <a:pt x="20183" y="2435923"/>
                  </a:lnTo>
                  <a:lnTo>
                    <a:pt x="42882" y="2428518"/>
                  </a:lnTo>
                  <a:lnTo>
                    <a:pt x="73566" y="2416854"/>
                  </a:lnTo>
                  <a:lnTo>
                    <a:pt x="109612" y="2400687"/>
                  </a:lnTo>
                  <a:lnTo>
                    <a:pt x="147990" y="2380086"/>
                  </a:lnTo>
                  <a:lnTo>
                    <a:pt x="186221" y="2355169"/>
                  </a:lnTo>
                  <a:lnTo>
                    <a:pt x="222820" y="2325861"/>
                  </a:lnTo>
                  <a:lnTo>
                    <a:pt x="257263" y="2291769"/>
                  </a:lnTo>
                  <a:lnTo>
                    <a:pt x="289743" y="2252134"/>
                  </a:lnTo>
                  <a:lnTo>
                    <a:pt x="320893" y="2205863"/>
                  </a:lnTo>
                  <a:lnTo>
                    <a:pt x="351571" y="2151635"/>
                  </a:lnTo>
                  <a:lnTo>
                    <a:pt x="382669" y="2088145"/>
                  </a:lnTo>
                  <a:lnTo>
                    <a:pt x="404090" y="2040051"/>
                  </a:lnTo>
                  <a:lnTo>
                    <a:pt x="424519" y="1991461"/>
                  </a:lnTo>
                  <a:lnTo>
                    <a:pt x="445625" y="1938903"/>
                  </a:lnTo>
                  <a:lnTo>
                    <a:pt x="467500" y="1882300"/>
                  </a:lnTo>
                  <a:lnTo>
                    <a:pt x="490202" y="1821655"/>
                  </a:lnTo>
                  <a:lnTo>
                    <a:pt x="513754" y="1757065"/>
                  </a:lnTo>
                  <a:lnTo>
                    <a:pt x="538145" y="1688726"/>
                  </a:lnTo>
                  <a:lnTo>
                    <a:pt x="563329" y="1616938"/>
                  </a:lnTo>
                  <a:lnTo>
                    <a:pt x="589226" y="1542103"/>
                  </a:lnTo>
                  <a:lnTo>
                    <a:pt x="615729" y="1464722"/>
                  </a:lnTo>
                  <a:lnTo>
                    <a:pt x="642702" y="1385382"/>
                  </a:lnTo>
                  <a:lnTo>
                    <a:pt x="669990" y="1304737"/>
                  </a:lnTo>
                  <a:lnTo>
                    <a:pt x="697425" y="1223492"/>
                  </a:lnTo>
                  <a:lnTo>
                    <a:pt x="724829" y="1142372"/>
                  </a:lnTo>
                  <a:lnTo>
                    <a:pt x="752028" y="1062096"/>
                  </a:lnTo>
                  <a:lnTo>
                    <a:pt x="778857" y="983356"/>
                  </a:lnTo>
                  <a:lnTo>
                    <a:pt x="805166" y="906784"/>
                  </a:lnTo>
                  <a:lnTo>
                    <a:pt x="830830" y="832941"/>
                  </a:lnTo>
                  <a:lnTo>
                    <a:pt x="855749" y="762293"/>
                  </a:lnTo>
                  <a:lnTo>
                    <a:pt x="879857" y="695209"/>
                  </a:lnTo>
                  <a:lnTo>
                    <a:pt x="903118" y="631952"/>
                  </a:lnTo>
                  <a:lnTo>
                    <a:pt x="925532" y="572685"/>
                  </a:lnTo>
                  <a:lnTo>
                    <a:pt x="947135" y="517470"/>
                  </a:lnTo>
                  <a:lnTo>
                    <a:pt x="967997" y="466282"/>
                  </a:lnTo>
                  <a:lnTo>
                    <a:pt x="981363" y="434765"/>
                  </a:lnTo>
                  <a:lnTo>
                    <a:pt x="1013167" y="364582"/>
                  </a:lnTo>
                  <a:lnTo>
                    <a:pt x="1044033" y="304281"/>
                  </a:lnTo>
                  <a:lnTo>
                    <a:pt x="1074765" y="252837"/>
                  </a:lnTo>
                  <a:lnTo>
                    <a:pt x="1106268" y="208899"/>
                  </a:lnTo>
                  <a:lnTo>
                    <a:pt x="1139343" y="171203"/>
                  </a:lnTo>
                  <a:lnTo>
                    <a:pt x="1174508" y="138759"/>
                  </a:lnTo>
                  <a:lnTo>
                    <a:pt x="1211748" y="110930"/>
                  </a:lnTo>
                  <a:lnTo>
                    <a:pt x="1250243" y="87435"/>
                  </a:lnTo>
                  <a:lnTo>
                    <a:pt x="1288166" y="68285"/>
                  </a:lnTo>
                  <a:lnTo>
                    <a:pt x="1322778" y="53610"/>
                  </a:lnTo>
                  <a:lnTo>
                    <a:pt x="1351056" y="43403"/>
                  </a:lnTo>
                  <a:lnTo>
                    <a:pt x="1370776" y="37273"/>
                  </a:lnTo>
                  <a:lnTo>
                    <a:pt x="1381540" y="34364"/>
                  </a:lnTo>
                  <a:lnTo>
                    <a:pt x="1385181" y="33501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4567" y="194"/>
                  </a:lnTo>
                  <a:lnTo>
                    <a:pt x="1378903" y="1595"/>
                  </a:lnTo>
                  <a:lnTo>
                    <a:pt x="1365271" y="5449"/>
                  </a:lnTo>
                  <a:lnTo>
                    <a:pt x="1342571" y="12855"/>
                  </a:lnTo>
                  <a:lnTo>
                    <a:pt x="1311888" y="24519"/>
                  </a:lnTo>
                  <a:lnTo>
                    <a:pt x="1275841" y="40686"/>
                  </a:lnTo>
                  <a:lnTo>
                    <a:pt x="1237464" y="61286"/>
                  </a:lnTo>
                  <a:lnTo>
                    <a:pt x="1199233" y="86204"/>
                  </a:lnTo>
                  <a:lnTo>
                    <a:pt x="1162634" y="115511"/>
                  </a:lnTo>
                  <a:lnTo>
                    <a:pt x="1128190" y="149603"/>
                  </a:lnTo>
                  <a:lnTo>
                    <a:pt x="1095710" y="189239"/>
                  </a:lnTo>
                  <a:lnTo>
                    <a:pt x="1064560" y="235510"/>
                  </a:lnTo>
                  <a:lnTo>
                    <a:pt x="1033883" y="289737"/>
                  </a:lnTo>
                  <a:lnTo>
                    <a:pt x="1002785" y="353228"/>
                  </a:lnTo>
                  <a:lnTo>
                    <a:pt x="981363" y="401321"/>
                  </a:lnTo>
                  <a:lnTo>
                    <a:pt x="960934" y="449911"/>
                  </a:lnTo>
                  <a:lnTo>
                    <a:pt x="939829" y="502469"/>
                  </a:lnTo>
                  <a:lnTo>
                    <a:pt x="917954" y="559073"/>
                  </a:lnTo>
                  <a:lnTo>
                    <a:pt x="895252" y="619718"/>
                  </a:lnTo>
                  <a:lnTo>
                    <a:pt x="871699" y="684307"/>
                  </a:lnTo>
                  <a:lnTo>
                    <a:pt x="847308" y="752646"/>
                  </a:lnTo>
                  <a:lnTo>
                    <a:pt x="822125" y="824434"/>
                  </a:lnTo>
                  <a:lnTo>
                    <a:pt x="796228" y="899269"/>
                  </a:lnTo>
                  <a:lnTo>
                    <a:pt x="769725" y="976650"/>
                  </a:lnTo>
                  <a:lnTo>
                    <a:pt x="742752" y="1055991"/>
                  </a:lnTo>
                  <a:lnTo>
                    <a:pt x="715463" y="1136635"/>
                  </a:lnTo>
                  <a:lnTo>
                    <a:pt x="688029" y="1217880"/>
                  </a:lnTo>
                  <a:lnTo>
                    <a:pt x="660625" y="1299001"/>
                  </a:lnTo>
                  <a:lnTo>
                    <a:pt x="633426" y="1379276"/>
                  </a:lnTo>
                  <a:lnTo>
                    <a:pt x="606597" y="1458017"/>
                  </a:lnTo>
                  <a:lnTo>
                    <a:pt x="580288" y="1534588"/>
                  </a:lnTo>
                  <a:lnTo>
                    <a:pt x="554624" y="1608432"/>
                  </a:lnTo>
                  <a:lnTo>
                    <a:pt x="529704" y="1679080"/>
                  </a:lnTo>
                  <a:lnTo>
                    <a:pt x="505597" y="1746164"/>
                  </a:lnTo>
                  <a:lnTo>
                    <a:pt x="482336" y="1809420"/>
                  </a:lnTo>
                  <a:lnTo>
                    <a:pt x="459921" y="1868688"/>
                  </a:lnTo>
                  <a:lnTo>
                    <a:pt x="438318" y="1923903"/>
                  </a:lnTo>
                  <a:lnTo>
                    <a:pt x="417457" y="1975090"/>
                  </a:lnTo>
                  <a:lnTo>
                    <a:pt x="404090" y="2006608"/>
                  </a:lnTo>
                  <a:lnTo>
                    <a:pt x="372287" y="2076791"/>
                  </a:lnTo>
                  <a:lnTo>
                    <a:pt x="341421" y="2137092"/>
                  </a:lnTo>
                  <a:lnTo>
                    <a:pt x="310688" y="2188535"/>
                  </a:lnTo>
                  <a:lnTo>
                    <a:pt x="279186" y="2232473"/>
                  </a:lnTo>
                  <a:lnTo>
                    <a:pt x="246110" y="2270170"/>
                  </a:lnTo>
                  <a:lnTo>
                    <a:pt x="210946" y="2302613"/>
                  </a:lnTo>
                  <a:lnTo>
                    <a:pt x="173706" y="2330442"/>
                  </a:lnTo>
                  <a:lnTo>
                    <a:pt x="135210" y="2353937"/>
                  </a:lnTo>
                  <a:lnTo>
                    <a:pt x="97288" y="2373088"/>
                  </a:lnTo>
                  <a:lnTo>
                    <a:pt x="62676" y="2387763"/>
                  </a:lnTo>
                  <a:lnTo>
                    <a:pt x="34397" y="2397970"/>
                  </a:lnTo>
                  <a:lnTo>
                    <a:pt x="14678" y="2404099"/>
                  </a:lnTo>
                  <a:lnTo>
                    <a:pt x="3913" y="2407008"/>
                  </a:lnTo>
                  <a:lnTo>
                    <a:pt x="272" y="2407871"/>
                  </a:lnTo>
                  <a:lnTo>
                    <a:pt x="0" y="2407929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2050472" y="5894261"/>
              <a:ext cx="1385454" cy="434765"/>
            </a:xfrm>
            <a:custGeom>
              <a:avLst/>
              <a:pathLst>
                <a:path w="1385454" h="434765">
                  <a:moveTo>
                    <a:pt x="0" y="434765"/>
                  </a:moveTo>
                  <a:lnTo>
                    <a:pt x="1760" y="434698"/>
                  </a:lnTo>
                  <a:lnTo>
                    <a:pt x="12672" y="434221"/>
                  </a:lnTo>
                  <a:lnTo>
                    <a:pt x="37547" y="432928"/>
                  </a:lnTo>
                  <a:lnTo>
                    <a:pt x="75668" y="430533"/>
                  </a:lnTo>
                  <a:lnTo>
                    <a:pt x="122051" y="426940"/>
                  </a:lnTo>
                  <a:lnTo>
                    <a:pt x="170784" y="422176"/>
                  </a:lnTo>
                  <a:lnTo>
                    <a:pt x="217754" y="416252"/>
                  </a:lnTo>
                  <a:lnTo>
                    <a:pt x="261372" y="409068"/>
                  </a:lnTo>
                  <a:lnTo>
                    <a:pt x="301973" y="400368"/>
                  </a:lnTo>
                  <a:lnTo>
                    <a:pt x="340965" y="389763"/>
                  </a:lnTo>
                  <a:lnTo>
                    <a:pt x="380142" y="376802"/>
                  </a:lnTo>
                  <a:lnTo>
                    <a:pt x="404090" y="367878"/>
                  </a:lnTo>
                  <a:lnTo>
                    <a:pt x="437888" y="354273"/>
                  </a:lnTo>
                  <a:lnTo>
                    <a:pt x="473656" y="338874"/>
                  </a:lnTo>
                  <a:lnTo>
                    <a:pt x="511655" y="321683"/>
                  </a:lnTo>
                  <a:lnTo>
                    <a:pt x="551895" y="302813"/>
                  </a:lnTo>
                  <a:lnTo>
                    <a:pt x="594144" y="282502"/>
                  </a:lnTo>
                  <a:lnTo>
                    <a:pt x="637943" y="261105"/>
                  </a:lnTo>
                  <a:lnTo>
                    <a:pt x="682658" y="239074"/>
                  </a:lnTo>
                  <a:lnTo>
                    <a:pt x="727546" y="216925"/>
                  </a:lnTo>
                  <a:lnTo>
                    <a:pt x="771842" y="195184"/>
                  </a:lnTo>
                  <a:lnTo>
                    <a:pt x="814854" y="174335"/>
                  </a:lnTo>
                  <a:lnTo>
                    <a:pt x="856037" y="154783"/>
                  </a:lnTo>
                  <a:lnTo>
                    <a:pt x="895054" y="136818"/>
                  </a:lnTo>
                  <a:lnTo>
                    <a:pt x="931805" y="120610"/>
                  </a:lnTo>
                  <a:lnTo>
                    <a:pt x="966436" y="106208"/>
                  </a:lnTo>
                  <a:lnTo>
                    <a:pt x="981363" y="100330"/>
                  </a:lnTo>
                  <a:lnTo>
                    <a:pt x="1021422" y="85809"/>
                  </a:lnTo>
                  <a:lnTo>
                    <a:pt x="1060307" y="73861"/>
                  </a:lnTo>
                  <a:lnTo>
                    <a:pt x="1099747" y="64087"/>
                  </a:lnTo>
                  <a:lnTo>
                    <a:pt x="1141452" y="56045"/>
                  </a:lnTo>
                  <a:lnTo>
                    <a:pt x="1186485" y="49397"/>
                  </a:lnTo>
                  <a:lnTo>
                    <a:pt x="1234504" y="43950"/>
                  </a:lnTo>
                  <a:lnTo>
                    <a:pt x="1282915" y="39658"/>
                  </a:lnTo>
                  <a:lnTo>
                    <a:pt x="1326671" y="36554"/>
                  </a:lnTo>
                  <a:lnTo>
                    <a:pt x="1359814" y="34631"/>
                  </a:lnTo>
                  <a:lnTo>
                    <a:pt x="1378764" y="33715"/>
                  </a:lnTo>
                  <a:lnTo>
                    <a:pt x="1385073" y="33457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3694" y="66"/>
                  </a:lnTo>
                  <a:lnTo>
                    <a:pt x="1372781" y="543"/>
                  </a:lnTo>
                  <a:lnTo>
                    <a:pt x="1347906" y="1836"/>
                  </a:lnTo>
                  <a:lnTo>
                    <a:pt x="1309786" y="4231"/>
                  </a:lnTo>
                  <a:lnTo>
                    <a:pt x="1263402" y="7824"/>
                  </a:lnTo>
                  <a:lnTo>
                    <a:pt x="1214670" y="12589"/>
                  </a:lnTo>
                  <a:lnTo>
                    <a:pt x="1167700" y="18512"/>
                  </a:lnTo>
                  <a:lnTo>
                    <a:pt x="1124081" y="25696"/>
                  </a:lnTo>
                  <a:lnTo>
                    <a:pt x="1083480" y="34396"/>
                  </a:lnTo>
                  <a:lnTo>
                    <a:pt x="1044488" y="45001"/>
                  </a:lnTo>
                  <a:lnTo>
                    <a:pt x="1005312" y="57962"/>
                  </a:lnTo>
                  <a:lnTo>
                    <a:pt x="981363" y="66886"/>
                  </a:lnTo>
                  <a:lnTo>
                    <a:pt x="947566" y="80491"/>
                  </a:lnTo>
                  <a:lnTo>
                    <a:pt x="911798" y="95890"/>
                  </a:lnTo>
                  <a:lnTo>
                    <a:pt x="873799" y="113081"/>
                  </a:lnTo>
                  <a:lnTo>
                    <a:pt x="833558" y="131951"/>
                  </a:lnTo>
                  <a:lnTo>
                    <a:pt x="791310" y="152262"/>
                  </a:lnTo>
                  <a:lnTo>
                    <a:pt x="747510" y="173660"/>
                  </a:lnTo>
                  <a:lnTo>
                    <a:pt x="702795" y="195690"/>
                  </a:lnTo>
                  <a:lnTo>
                    <a:pt x="657908" y="217839"/>
                  </a:lnTo>
                  <a:lnTo>
                    <a:pt x="613611" y="239580"/>
                  </a:lnTo>
                  <a:lnTo>
                    <a:pt x="570599" y="260429"/>
                  </a:lnTo>
                  <a:lnTo>
                    <a:pt x="529416" y="279981"/>
                  </a:lnTo>
                  <a:lnTo>
                    <a:pt x="490399" y="297946"/>
                  </a:lnTo>
                  <a:lnTo>
                    <a:pt x="453649" y="314154"/>
                  </a:lnTo>
                  <a:lnTo>
                    <a:pt x="419017" y="328557"/>
                  </a:lnTo>
                  <a:lnTo>
                    <a:pt x="404090" y="334434"/>
                  </a:lnTo>
                  <a:lnTo>
                    <a:pt x="364031" y="348955"/>
                  </a:lnTo>
                  <a:lnTo>
                    <a:pt x="325146" y="360903"/>
                  </a:lnTo>
                  <a:lnTo>
                    <a:pt x="285707" y="370678"/>
                  </a:lnTo>
                  <a:lnTo>
                    <a:pt x="244002" y="378719"/>
                  </a:lnTo>
                  <a:lnTo>
                    <a:pt x="198968" y="385367"/>
                  </a:lnTo>
                  <a:lnTo>
                    <a:pt x="150950" y="390814"/>
                  </a:lnTo>
                  <a:lnTo>
                    <a:pt x="102539" y="395106"/>
                  </a:lnTo>
                  <a:lnTo>
                    <a:pt x="58782" y="398210"/>
                  </a:lnTo>
                  <a:lnTo>
                    <a:pt x="25639" y="400133"/>
                  </a:lnTo>
                  <a:lnTo>
                    <a:pt x="6690" y="401049"/>
                  </a:lnTo>
                  <a:lnTo>
                    <a:pt x="380" y="401308"/>
                  </a:lnTo>
                  <a:lnTo>
                    <a:pt x="0" y="401321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2050472" y="3553218"/>
              <a:ext cx="1385454" cy="2441373"/>
            </a:xfrm>
            <a:custGeom>
              <a:avLst/>
              <a:pathLst>
                <a:path w="1385454" h="2441373">
                  <a:moveTo>
                    <a:pt x="0" y="2441373"/>
                  </a:moveTo>
                  <a:lnTo>
                    <a:pt x="886" y="2441178"/>
                  </a:lnTo>
                  <a:lnTo>
                    <a:pt x="6551" y="2439777"/>
                  </a:lnTo>
                  <a:lnTo>
                    <a:pt x="20183" y="2435923"/>
                  </a:lnTo>
                  <a:lnTo>
                    <a:pt x="42882" y="2428518"/>
                  </a:lnTo>
                  <a:lnTo>
                    <a:pt x="73566" y="2416854"/>
                  </a:lnTo>
                  <a:lnTo>
                    <a:pt x="109612" y="2400687"/>
                  </a:lnTo>
                  <a:lnTo>
                    <a:pt x="147990" y="2380086"/>
                  </a:lnTo>
                  <a:lnTo>
                    <a:pt x="186221" y="2355169"/>
                  </a:lnTo>
                  <a:lnTo>
                    <a:pt x="222820" y="2325861"/>
                  </a:lnTo>
                  <a:lnTo>
                    <a:pt x="257263" y="2291769"/>
                  </a:lnTo>
                  <a:lnTo>
                    <a:pt x="289743" y="2252134"/>
                  </a:lnTo>
                  <a:lnTo>
                    <a:pt x="320893" y="2205863"/>
                  </a:lnTo>
                  <a:lnTo>
                    <a:pt x="351571" y="2151635"/>
                  </a:lnTo>
                  <a:lnTo>
                    <a:pt x="382669" y="2088145"/>
                  </a:lnTo>
                  <a:lnTo>
                    <a:pt x="404090" y="2040051"/>
                  </a:lnTo>
                  <a:lnTo>
                    <a:pt x="424519" y="1991461"/>
                  </a:lnTo>
                  <a:lnTo>
                    <a:pt x="445625" y="1938903"/>
                  </a:lnTo>
                  <a:lnTo>
                    <a:pt x="467500" y="1882300"/>
                  </a:lnTo>
                  <a:lnTo>
                    <a:pt x="490202" y="1821655"/>
                  </a:lnTo>
                  <a:lnTo>
                    <a:pt x="513754" y="1757065"/>
                  </a:lnTo>
                  <a:lnTo>
                    <a:pt x="538145" y="1688726"/>
                  </a:lnTo>
                  <a:lnTo>
                    <a:pt x="563329" y="1616938"/>
                  </a:lnTo>
                  <a:lnTo>
                    <a:pt x="589226" y="1542103"/>
                  </a:lnTo>
                  <a:lnTo>
                    <a:pt x="615729" y="1464722"/>
                  </a:lnTo>
                  <a:lnTo>
                    <a:pt x="642702" y="1385382"/>
                  </a:lnTo>
                  <a:lnTo>
                    <a:pt x="669990" y="1304737"/>
                  </a:lnTo>
                  <a:lnTo>
                    <a:pt x="697425" y="1223492"/>
                  </a:lnTo>
                  <a:lnTo>
                    <a:pt x="724829" y="1142372"/>
                  </a:lnTo>
                  <a:lnTo>
                    <a:pt x="752028" y="1062096"/>
                  </a:lnTo>
                  <a:lnTo>
                    <a:pt x="778857" y="983356"/>
                  </a:lnTo>
                  <a:lnTo>
                    <a:pt x="805166" y="906784"/>
                  </a:lnTo>
                  <a:lnTo>
                    <a:pt x="830830" y="832941"/>
                  </a:lnTo>
                  <a:lnTo>
                    <a:pt x="855749" y="762293"/>
                  </a:lnTo>
                  <a:lnTo>
                    <a:pt x="879857" y="695209"/>
                  </a:lnTo>
                  <a:lnTo>
                    <a:pt x="903118" y="631952"/>
                  </a:lnTo>
                  <a:lnTo>
                    <a:pt x="925532" y="572685"/>
                  </a:lnTo>
                  <a:lnTo>
                    <a:pt x="947135" y="517470"/>
                  </a:lnTo>
                  <a:lnTo>
                    <a:pt x="967997" y="466282"/>
                  </a:lnTo>
                  <a:lnTo>
                    <a:pt x="981363" y="434765"/>
                  </a:lnTo>
                  <a:lnTo>
                    <a:pt x="1013167" y="364582"/>
                  </a:lnTo>
                  <a:lnTo>
                    <a:pt x="1044033" y="304281"/>
                  </a:lnTo>
                  <a:lnTo>
                    <a:pt x="1074765" y="252837"/>
                  </a:lnTo>
                  <a:lnTo>
                    <a:pt x="1106268" y="208899"/>
                  </a:lnTo>
                  <a:lnTo>
                    <a:pt x="1139343" y="171203"/>
                  </a:lnTo>
                  <a:lnTo>
                    <a:pt x="1174508" y="138759"/>
                  </a:lnTo>
                  <a:lnTo>
                    <a:pt x="1211748" y="110930"/>
                  </a:lnTo>
                  <a:lnTo>
                    <a:pt x="1250243" y="87435"/>
                  </a:lnTo>
                  <a:lnTo>
                    <a:pt x="1288166" y="68285"/>
                  </a:lnTo>
                  <a:lnTo>
                    <a:pt x="1322778" y="53610"/>
                  </a:lnTo>
                  <a:lnTo>
                    <a:pt x="1351056" y="43403"/>
                  </a:lnTo>
                  <a:lnTo>
                    <a:pt x="1370776" y="37273"/>
                  </a:lnTo>
                  <a:lnTo>
                    <a:pt x="1381540" y="34364"/>
                  </a:lnTo>
                  <a:lnTo>
                    <a:pt x="1385181" y="33501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4567" y="194"/>
                  </a:lnTo>
                  <a:lnTo>
                    <a:pt x="1378903" y="1595"/>
                  </a:lnTo>
                  <a:lnTo>
                    <a:pt x="1365271" y="5449"/>
                  </a:lnTo>
                  <a:lnTo>
                    <a:pt x="1342571" y="12855"/>
                  </a:lnTo>
                  <a:lnTo>
                    <a:pt x="1311888" y="24519"/>
                  </a:lnTo>
                  <a:lnTo>
                    <a:pt x="1275841" y="40686"/>
                  </a:lnTo>
                  <a:lnTo>
                    <a:pt x="1237464" y="61286"/>
                  </a:lnTo>
                  <a:lnTo>
                    <a:pt x="1199233" y="86204"/>
                  </a:lnTo>
                  <a:lnTo>
                    <a:pt x="1162634" y="115511"/>
                  </a:lnTo>
                  <a:lnTo>
                    <a:pt x="1128190" y="149603"/>
                  </a:lnTo>
                  <a:lnTo>
                    <a:pt x="1095710" y="189239"/>
                  </a:lnTo>
                  <a:lnTo>
                    <a:pt x="1064560" y="235510"/>
                  </a:lnTo>
                  <a:lnTo>
                    <a:pt x="1033883" y="289737"/>
                  </a:lnTo>
                  <a:lnTo>
                    <a:pt x="1002785" y="353228"/>
                  </a:lnTo>
                  <a:lnTo>
                    <a:pt x="981363" y="401321"/>
                  </a:lnTo>
                  <a:lnTo>
                    <a:pt x="960934" y="449911"/>
                  </a:lnTo>
                  <a:lnTo>
                    <a:pt x="939829" y="502469"/>
                  </a:lnTo>
                  <a:lnTo>
                    <a:pt x="917954" y="559073"/>
                  </a:lnTo>
                  <a:lnTo>
                    <a:pt x="895252" y="619718"/>
                  </a:lnTo>
                  <a:lnTo>
                    <a:pt x="871699" y="684307"/>
                  </a:lnTo>
                  <a:lnTo>
                    <a:pt x="847308" y="752646"/>
                  </a:lnTo>
                  <a:lnTo>
                    <a:pt x="822125" y="824434"/>
                  </a:lnTo>
                  <a:lnTo>
                    <a:pt x="796228" y="899269"/>
                  </a:lnTo>
                  <a:lnTo>
                    <a:pt x="769725" y="976650"/>
                  </a:lnTo>
                  <a:lnTo>
                    <a:pt x="742752" y="1055991"/>
                  </a:lnTo>
                  <a:lnTo>
                    <a:pt x="715463" y="1136635"/>
                  </a:lnTo>
                  <a:lnTo>
                    <a:pt x="688029" y="1217880"/>
                  </a:lnTo>
                  <a:lnTo>
                    <a:pt x="660625" y="1299001"/>
                  </a:lnTo>
                  <a:lnTo>
                    <a:pt x="633426" y="1379276"/>
                  </a:lnTo>
                  <a:lnTo>
                    <a:pt x="606597" y="1458017"/>
                  </a:lnTo>
                  <a:lnTo>
                    <a:pt x="580288" y="1534588"/>
                  </a:lnTo>
                  <a:lnTo>
                    <a:pt x="554624" y="1608432"/>
                  </a:lnTo>
                  <a:lnTo>
                    <a:pt x="529704" y="1679080"/>
                  </a:lnTo>
                  <a:lnTo>
                    <a:pt x="505597" y="1746164"/>
                  </a:lnTo>
                  <a:lnTo>
                    <a:pt x="482336" y="1809420"/>
                  </a:lnTo>
                  <a:lnTo>
                    <a:pt x="459921" y="1868688"/>
                  </a:lnTo>
                  <a:lnTo>
                    <a:pt x="438318" y="1923903"/>
                  </a:lnTo>
                  <a:lnTo>
                    <a:pt x="417457" y="1975090"/>
                  </a:lnTo>
                  <a:lnTo>
                    <a:pt x="404090" y="2006608"/>
                  </a:lnTo>
                  <a:lnTo>
                    <a:pt x="372287" y="2076791"/>
                  </a:lnTo>
                  <a:lnTo>
                    <a:pt x="341421" y="2137092"/>
                  </a:lnTo>
                  <a:lnTo>
                    <a:pt x="310688" y="2188535"/>
                  </a:lnTo>
                  <a:lnTo>
                    <a:pt x="279186" y="2232473"/>
                  </a:lnTo>
                  <a:lnTo>
                    <a:pt x="246110" y="2270170"/>
                  </a:lnTo>
                  <a:lnTo>
                    <a:pt x="210946" y="2302613"/>
                  </a:lnTo>
                  <a:lnTo>
                    <a:pt x="173706" y="2330442"/>
                  </a:lnTo>
                  <a:lnTo>
                    <a:pt x="135210" y="2353937"/>
                  </a:lnTo>
                  <a:lnTo>
                    <a:pt x="97288" y="2373088"/>
                  </a:lnTo>
                  <a:lnTo>
                    <a:pt x="62676" y="2387763"/>
                  </a:lnTo>
                  <a:lnTo>
                    <a:pt x="34397" y="2397970"/>
                  </a:lnTo>
                  <a:lnTo>
                    <a:pt x="14678" y="2404099"/>
                  </a:lnTo>
                  <a:lnTo>
                    <a:pt x="3913" y="2407008"/>
                  </a:lnTo>
                  <a:lnTo>
                    <a:pt x="272" y="2407871"/>
                  </a:lnTo>
                  <a:lnTo>
                    <a:pt x="0" y="2407929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2050472" y="6462800"/>
              <a:ext cx="1385454" cy="133773"/>
            </a:xfrm>
            <a:custGeom>
              <a:avLst/>
              <a:pathLst>
                <a:path w="1385454" h="133773">
                  <a:moveTo>
                    <a:pt x="0" y="33443"/>
                  </a:moveTo>
                  <a:lnTo>
                    <a:pt x="1793" y="33460"/>
                  </a:lnTo>
                  <a:lnTo>
                    <a:pt x="12896" y="33581"/>
                  </a:lnTo>
                  <a:lnTo>
                    <a:pt x="38161" y="33911"/>
                  </a:lnTo>
                  <a:lnTo>
                    <a:pt x="76770" y="34520"/>
                  </a:lnTo>
                  <a:lnTo>
                    <a:pt x="123591" y="35432"/>
                  </a:lnTo>
                  <a:lnTo>
                    <a:pt x="172623" y="36641"/>
                  </a:lnTo>
                  <a:lnTo>
                    <a:pt x="219767" y="38144"/>
                  </a:lnTo>
                  <a:lnTo>
                    <a:pt x="263499" y="39968"/>
                  </a:lnTo>
                  <a:lnTo>
                    <a:pt x="304229" y="42180"/>
                  </a:lnTo>
                  <a:lnTo>
                    <a:pt x="343428" y="44881"/>
                  </a:lnTo>
                  <a:lnTo>
                    <a:pt x="382929" y="48184"/>
                  </a:lnTo>
                  <a:lnTo>
                    <a:pt x="404090" y="50165"/>
                  </a:lnTo>
                  <a:lnTo>
                    <a:pt x="439499" y="53734"/>
                  </a:lnTo>
                  <a:lnTo>
                    <a:pt x="477083" y="57795"/>
                  </a:lnTo>
                  <a:lnTo>
                    <a:pt x="517119" y="62345"/>
                  </a:lnTo>
                  <a:lnTo>
                    <a:pt x="559588" y="67347"/>
                  </a:lnTo>
                  <a:lnTo>
                    <a:pt x="604178" y="72728"/>
                  </a:lnTo>
                  <a:lnTo>
                    <a:pt x="650318" y="78379"/>
                  </a:lnTo>
                  <a:lnTo>
                    <a:pt x="697242" y="84165"/>
                  </a:lnTo>
                  <a:lnTo>
                    <a:pt x="744081" y="89937"/>
                  </a:lnTo>
                  <a:lnTo>
                    <a:pt x="789978" y="95546"/>
                  </a:lnTo>
                  <a:lnTo>
                    <a:pt x="834197" y="100862"/>
                  </a:lnTo>
                  <a:lnTo>
                    <a:pt x="876215" y="105781"/>
                  </a:lnTo>
                  <a:lnTo>
                    <a:pt x="915773" y="110239"/>
                  </a:lnTo>
                  <a:lnTo>
                    <a:pt x="952907" y="114205"/>
                  </a:lnTo>
                  <a:lnTo>
                    <a:pt x="981363" y="117052"/>
                  </a:lnTo>
                  <a:lnTo>
                    <a:pt x="1021671" y="120703"/>
                  </a:lnTo>
                  <a:lnTo>
                    <a:pt x="1060801" y="123703"/>
                  </a:lnTo>
                  <a:lnTo>
                    <a:pt x="1100516" y="126155"/>
                  </a:lnTo>
                  <a:lnTo>
                    <a:pt x="1142552" y="128169"/>
                  </a:lnTo>
                  <a:lnTo>
                    <a:pt x="1187971" y="129833"/>
                  </a:lnTo>
                  <a:lnTo>
                    <a:pt x="1236366" y="131193"/>
                  </a:lnTo>
                  <a:lnTo>
                    <a:pt x="1285003" y="132261"/>
                  </a:lnTo>
                  <a:lnTo>
                    <a:pt x="1328657" y="133027"/>
                  </a:lnTo>
                  <a:lnTo>
                    <a:pt x="1361291" y="133496"/>
                  </a:lnTo>
                  <a:lnTo>
                    <a:pt x="1379493" y="133713"/>
                  </a:lnTo>
                  <a:lnTo>
                    <a:pt x="1385191" y="133771"/>
                  </a:lnTo>
                  <a:lnTo>
                    <a:pt x="1385454" y="133773"/>
                  </a:lnTo>
                  <a:lnTo>
                    <a:pt x="1385454" y="100330"/>
                  </a:lnTo>
                  <a:lnTo>
                    <a:pt x="1383661" y="100313"/>
                  </a:lnTo>
                  <a:lnTo>
                    <a:pt x="1372557" y="100191"/>
                  </a:lnTo>
                  <a:lnTo>
                    <a:pt x="1347293" y="99862"/>
                  </a:lnTo>
                  <a:lnTo>
                    <a:pt x="1308684" y="99253"/>
                  </a:lnTo>
                  <a:lnTo>
                    <a:pt x="1261863" y="98340"/>
                  </a:lnTo>
                  <a:lnTo>
                    <a:pt x="1212830" y="97132"/>
                  </a:lnTo>
                  <a:lnTo>
                    <a:pt x="1165687" y="95629"/>
                  </a:lnTo>
                  <a:lnTo>
                    <a:pt x="1121955" y="93805"/>
                  </a:lnTo>
                  <a:lnTo>
                    <a:pt x="1081225" y="91593"/>
                  </a:lnTo>
                  <a:lnTo>
                    <a:pt x="1042025" y="88892"/>
                  </a:lnTo>
                  <a:lnTo>
                    <a:pt x="1002525" y="85589"/>
                  </a:lnTo>
                  <a:lnTo>
                    <a:pt x="981363" y="83608"/>
                  </a:lnTo>
                  <a:lnTo>
                    <a:pt x="945954" y="80039"/>
                  </a:lnTo>
                  <a:lnTo>
                    <a:pt x="908371" y="75978"/>
                  </a:lnTo>
                  <a:lnTo>
                    <a:pt x="868334" y="71428"/>
                  </a:lnTo>
                  <a:lnTo>
                    <a:pt x="825865" y="66426"/>
                  </a:lnTo>
                  <a:lnTo>
                    <a:pt x="781276" y="61045"/>
                  </a:lnTo>
                  <a:lnTo>
                    <a:pt x="735135" y="55394"/>
                  </a:lnTo>
                  <a:lnTo>
                    <a:pt x="688212" y="49607"/>
                  </a:lnTo>
                  <a:lnTo>
                    <a:pt x="641373" y="43836"/>
                  </a:lnTo>
                  <a:lnTo>
                    <a:pt x="595476" y="38227"/>
                  </a:lnTo>
                  <a:lnTo>
                    <a:pt x="551256" y="32911"/>
                  </a:lnTo>
                  <a:lnTo>
                    <a:pt x="509239" y="27992"/>
                  </a:lnTo>
                  <a:lnTo>
                    <a:pt x="469681" y="23534"/>
                  </a:lnTo>
                  <a:lnTo>
                    <a:pt x="432546" y="19568"/>
                  </a:lnTo>
                  <a:lnTo>
                    <a:pt x="404090" y="16721"/>
                  </a:lnTo>
                  <a:lnTo>
                    <a:pt x="363782" y="13070"/>
                  </a:lnTo>
                  <a:lnTo>
                    <a:pt x="324653" y="10070"/>
                  </a:lnTo>
                  <a:lnTo>
                    <a:pt x="284938" y="7618"/>
                  </a:lnTo>
                  <a:lnTo>
                    <a:pt x="242901" y="5604"/>
                  </a:lnTo>
                  <a:lnTo>
                    <a:pt x="197482" y="3940"/>
                  </a:lnTo>
                  <a:lnTo>
                    <a:pt x="149088" y="2580"/>
                  </a:lnTo>
                  <a:lnTo>
                    <a:pt x="100450" y="1512"/>
                  </a:lnTo>
                  <a:lnTo>
                    <a:pt x="56796" y="746"/>
                  </a:lnTo>
                  <a:lnTo>
                    <a:pt x="24162" y="277"/>
                  </a:lnTo>
                  <a:lnTo>
                    <a:pt x="5961" y="60"/>
                  </a:lnTo>
                  <a:lnTo>
                    <a:pt x="262" y="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2050472" y="5058175"/>
              <a:ext cx="1385454" cy="1103634"/>
            </a:xfrm>
            <a:custGeom>
              <a:avLst/>
              <a:pathLst>
                <a:path w="1385454" h="1103634">
                  <a:moveTo>
                    <a:pt x="0" y="1103634"/>
                  </a:moveTo>
                  <a:lnTo>
                    <a:pt x="1577" y="1103476"/>
                  </a:lnTo>
                  <a:lnTo>
                    <a:pt x="11412" y="1102342"/>
                  </a:lnTo>
                  <a:lnTo>
                    <a:pt x="34069" y="1099256"/>
                  </a:lnTo>
                  <a:lnTo>
                    <a:pt x="69350" y="1093498"/>
                  </a:lnTo>
                  <a:lnTo>
                    <a:pt x="113121" y="1084783"/>
                  </a:lnTo>
                  <a:lnTo>
                    <a:pt x="160001" y="1073152"/>
                  </a:lnTo>
                  <a:lnTo>
                    <a:pt x="205874" y="1058668"/>
                  </a:lnTo>
                  <a:lnTo>
                    <a:pt x="248804" y="1041169"/>
                  </a:lnTo>
                  <a:lnTo>
                    <a:pt x="288700" y="1020151"/>
                  </a:lnTo>
                  <a:lnTo>
                    <a:pt x="326598" y="994774"/>
                  </a:lnTo>
                  <a:lnTo>
                    <a:pt x="364044" y="963979"/>
                  </a:lnTo>
                  <a:lnTo>
                    <a:pt x="402584" y="926818"/>
                  </a:lnTo>
                  <a:lnTo>
                    <a:pt x="404090" y="925269"/>
                  </a:lnTo>
                  <a:lnTo>
                    <a:pt x="432105" y="895392"/>
                  </a:lnTo>
                  <a:lnTo>
                    <a:pt x="461442" y="862210"/>
                  </a:lnTo>
                  <a:lnTo>
                    <a:pt x="492290" y="825687"/>
                  </a:lnTo>
                  <a:lnTo>
                    <a:pt x="524714" y="785922"/>
                  </a:lnTo>
                  <a:lnTo>
                    <a:pt x="558662" y="743167"/>
                  </a:lnTo>
                  <a:lnTo>
                    <a:pt x="593963" y="697835"/>
                  </a:lnTo>
                  <a:lnTo>
                    <a:pt x="630344" y="650486"/>
                  </a:lnTo>
                  <a:lnTo>
                    <a:pt x="667445" y="601810"/>
                  </a:lnTo>
                  <a:lnTo>
                    <a:pt x="704846" y="552585"/>
                  </a:lnTo>
                  <a:lnTo>
                    <a:pt x="742102" y="503623"/>
                  </a:lnTo>
                  <a:lnTo>
                    <a:pt x="778782" y="455723"/>
                  </a:lnTo>
                  <a:lnTo>
                    <a:pt x="814500" y="409609"/>
                  </a:lnTo>
                  <a:lnTo>
                    <a:pt x="848949" y="365891"/>
                  </a:lnTo>
                  <a:lnTo>
                    <a:pt x="881922" y="325036"/>
                  </a:lnTo>
                  <a:lnTo>
                    <a:pt x="913324" y="287352"/>
                  </a:lnTo>
                  <a:lnTo>
                    <a:pt x="943178" y="252991"/>
                  </a:lnTo>
                  <a:lnTo>
                    <a:pt x="971630" y="221962"/>
                  </a:lnTo>
                  <a:lnTo>
                    <a:pt x="981363" y="211808"/>
                  </a:lnTo>
                  <a:lnTo>
                    <a:pt x="1019969" y="174394"/>
                  </a:lnTo>
                  <a:lnTo>
                    <a:pt x="1057430" y="143371"/>
                  </a:lnTo>
                  <a:lnTo>
                    <a:pt x="1095281" y="117807"/>
                  </a:lnTo>
                  <a:lnTo>
                    <a:pt x="1135077" y="96640"/>
                  </a:lnTo>
                  <a:lnTo>
                    <a:pt x="1177884" y="79019"/>
                  </a:lnTo>
                  <a:lnTo>
                    <a:pt x="1223666" y="64425"/>
                  </a:lnTo>
                  <a:lnTo>
                    <a:pt x="1270570" y="52685"/>
                  </a:lnTo>
                  <a:lnTo>
                    <a:pt x="1314556" y="43857"/>
                  </a:lnTo>
                  <a:lnTo>
                    <a:pt x="1350254" y="37988"/>
                  </a:lnTo>
                  <a:lnTo>
                    <a:pt x="1373427" y="34811"/>
                  </a:lnTo>
                  <a:lnTo>
                    <a:pt x="1383695" y="33620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3876" y="157"/>
                  </a:lnTo>
                  <a:lnTo>
                    <a:pt x="1374041" y="1292"/>
                  </a:lnTo>
                  <a:lnTo>
                    <a:pt x="1351385" y="4378"/>
                  </a:lnTo>
                  <a:lnTo>
                    <a:pt x="1316103" y="10136"/>
                  </a:lnTo>
                  <a:lnTo>
                    <a:pt x="1272332" y="18850"/>
                  </a:lnTo>
                  <a:lnTo>
                    <a:pt x="1225452" y="30482"/>
                  </a:lnTo>
                  <a:lnTo>
                    <a:pt x="1179580" y="44965"/>
                  </a:lnTo>
                  <a:lnTo>
                    <a:pt x="1136649" y="62464"/>
                  </a:lnTo>
                  <a:lnTo>
                    <a:pt x="1096753" y="83483"/>
                  </a:lnTo>
                  <a:lnTo>
                    <a:pt x="1058856" y="108860"/>
                  </a:lnTo>
                  <a:lnTo>
                    <a:pt x="1021410" y="139655"/>
                  </a:lnTo>
                  <a:lnTo>
                    <a:pt x="982870" y="176816"/>
                  </a:lnTo>
                  <a:lnTo>
                    <a:pt x="981363" y="178365"/>
                  </a:lnTo>
                  <a:lnTo>
                    <a:pt x="953349" y="208242"/>
                  </a:lnTo>
                  <a:lnTo>
                    <a:pt x="924011" y="241424"/>
                  </a:lnTo>
                  <a:lnTo>
                    <a:pt x="893164" y="277947"/>
                  </a:lnTo>
                  <a:lnTo>
                    <a:pt x="860739" y="317712"/>
                  </a:lnTo>
                  <a:lnTo>
                    <a:pt x="826792" y="360466"/>
                  </a:lnTo>
                  <a:lnTo>
                    <a:pt x="791490" y="405799"/>
                  </a:lnTo>
                  <a:lnTo>
                    <a:pt x="755109" y="453148"/>
                  </a:lnTo>
                  <a:lnTo>
                    <a:pt x="718008" y="501823"/>
                  </a:lnTo>
                  <a:lnTo>
                    <a:pt x="680608" y="551049"/>
                  </a:lnTo>
                  <a:lnTo>
                    <a:pt x="643351" y="600010"/>
                  </a:lnTo>
                  <a:lnTo>
                    <a:pt x="606672" y="647910"/>
                  </a:lnTo>
                  <a:lnTo>
                    <a:pt x="570953" y="694025"/>
                  </a:lnTo>
                  <a:lnTo>
                    <a:pt x="536504" y="737742"/>
                  </a:lnTo>
                  <a:lnTo>
                    <a:pt x="503531" y="778597"/>
                  </a:lnTo>
                  <a:lnTo>
                    <a:pt x="472130" y="816281"/>
                  </a:lnTo>
                  <a:lnTo>
                    <a:pt x="442275" y="850642"/>
                  </a:lnTo>
                  <a:lnTo>
                    <a:pt x="413824" y="881671"/>
                  </a:lnTo>
                  <a:lnTo>
                    <a:pt x="404090" y="891825"/>
                  </a:lnTo>
                  <a:lnTo>
                    <a:pt x="365485" y="929240"/>
                  </a:lnTo>
                  <a:lnTo>
                    <a:pt x="328023" y="960262"/>
                  </a:lnTo>
                  <a:lnTo>
                    <a:pt x="290173" y="985826"/>
                  </a:lnTo>
                  <a:lnTo>
                    <a:pt x="250377" y="1006993"/>
                  </a:lnTo>
                  <a:lnTo>
                    <a:pt x="207570" y="1024615"/>
                  </a:lnTo>
                  <a:lnTo>
                    <a:pt x="161788" y="1039208"/>
                  </a:lnTo>
                  <a:lnTo>
                    <a:pt x="114884" y="1050949"/>
                  </a:lnTo>
                  <a:lnTo>
                    <a:pt x="70898" y="1059777"/>
                  </a:lnTo>
                  <a:lnTo>
                    <a:pt x="35199" y="1065645"/>
                  </a:lnTo>
                  <a:lnTo>
                    <a:pt x="12027" y="1068822"/>
                  </a:lnTo>
                  <a:lnTo>
                    <a:pt x="1758" y="1070014"/>
                  </a:lnTo>
                  <a:lnTo>
                    <a:pt x="0" y="1070191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2050472" y="5927705"/>
              <a:ext cx="1385454" cy="434765"/>
            </a:xfrm>
            <a:custGeom>
              <a:avLst/>
              <a:pathLst>
                <a:path w="1385454" h="434765">
                  <a:moveTo>
                    <a:pt x="0" y="434765"/>
                  </a:moveTo>
                  <a:lnTo>
                    <a:pt x="1760" y="434698"/>
                  </a:lnTo>
                  <a:lnTo>
                    <a:pt x="12672" y="434221"/>
                  </a:lnTo>
                  <a:lnTo>
                    <a:pt x="37547" y="432928"/>
                  </a:lnTo>
                  <a:lnTo>
                    <a:pt x="75668" y="430533"/>
                  </a:lnTo>
                  <a:lnTo>
                    <a:pt x="122051" y="426940"/>
                  </a:lnTo>
                  <a:lnTo>
                    <a:pt x="170784" y="422176"/>
                  </a:lnTo>
                  <a:lnTo>
                    <a:pt x="217754" y="416252"/>
                  </a:lnTo>
                  <a:lnTo>
                    <a:pt x="261372" y="409068"/>
                  </a:lnTo>
                  <a:lnTo>
                    <a:pt x="301973" y="400368"/>
                  </a:lnTo>
                  <a:lnTo>
                    <a:pt x="340965" y="389763"/>
                  </a:lnTo>
                  <a:lnTo>
                    <a:pt x="380142" y="376802"/>
                  </a:lnTo>
                  <a:lnTo>
                    <a:pt x="404090" y="367878"/>
                  </a:lnTo>
                  <a:lnTo>
                    <a:pt x="437888" y="354273"/>
                  </a:lnTo>
                  <a:lnTo>
                    <a:pt x="473656" y="338874"/>
                  </a:lnTo>
                  <a:lnTo>
                    <a:pt x="511655" y="321683"/>
                  </a:lnTo>
                  <a:lnTo>
                    <a:pt x="551895" y="302813"/>
                  </a:lnTo>
                  <a:lnTo>
                    <a:pt x="594144" y="282502"/>
                  </a:lnTo>
                  <a:lnTo>
                    <a:pt x="637943" y="261105"/>
                  </a:lnTo>
                  <a:lnTo>
                    <a:pt x="682658" y="239074"/>
                  </a:lnTo>
                  <a:lnTo>
                    <a:pt x="727546" y="216925"/>
                  </a:lnTo>
                  <a:lnTo>
                    <a:pt x="771842" y="195184"/>
                  </a:lnTo>
                  <a:lnTo>
                    <a:pt x="814854" y="174335"/>
                  </a:lnTo>
                  <a:lnTo>
                    <a:pt x="856037" y="154783"/>
                  </a:lnTo>
                  <a:lnTo>
                    <a:pt x="895054" y="136818"/>
                  </a:lnTo>
                  <a:lnTo>
                    <a:pt x="931805" y="120610"/>
                  </a:lnTo>
                  <a:lnTo>
                    <a:pt x="966436" y="106208"/>
                  </a:lnTo>
                  <a:lnTo>
                    <a:pt x="981363" y="100330"/>
                  </a:lnTo>
                  <a:lnTo>
                    <a:pt x="1021422" y="85809"/>
                  </a:lnTo>
                  <a:lnTo>
                    <a:pt x="1060307" y="73861"/>
                  </a:lnTo>
                  <a:lnTo>
                    <a:pt x="1099747" y="64087"/>
                  </a:lnTo>
                  <a:lnTo>
                    <a:pt x="1141452" y="56045"/>
                  </a:lnTo>
                  <a:lnTo>
                    <a:pt x="1186485" y="49397"/>
                  </a:lnTo>
                  <a:lnTo>
                    <a:pt x="1234504" y="43950"/>
                  </a:lnTo>
                  <a:lnTo>
                    <a:pt x="1282915" y="39658"/>
                  </a:lnTo>
                  <a:lnTo>
                    <a:pt x="1326671" y="36554"/>
                  </a:lnTo>
                  <a:lnTo>
                    <a:pt x="1359814" y="34631"/>
                  </a:lnTo>
                  <a:lnTo>
                    <a:pt x="1378764" y="33715"/>
                  </a:lnTo>
                  <a:lnTo>
                    <a:pt x="1385073" y="33457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3694" y="66"/>
                  </a:lnTo>
                  <a:lnTo>
                    <a:pt x="1372781" y="543"/>
                  </a:lnTo>
                  <a:lnTo>
                    <a:pt x="1347906" y="1836"/>
                  </a:lnTo>
                  <a:lnTo>
                    <a:pt x="1309786" y="4231"/>
                  </a:lnTo>
                  <a:lnTo>
                    <a:pt x="1263402" y="7824"/>
                  </a:lnTo>
                  <a:lnTo>
                    <a:pt x="1214670" y="12589"/>
                  </a:lnTo>
                  <a:lnTo>
                    <a:pt x="1167700" y="18512"/>
                  </a:lnTo>
                  <a:lnTo>
                    <a:pt x="1124081" y="25696"/>
                  </a:lnTo>
                  <a:lnTo>
                    <a:pt x="1083480" y="34396"/>
                  </a:lnTo>
                  <a:lnTo>
                    <a:pt x="1044488" y="45001"/>
                  </a:lnTo>
                  <a:lnTo>
                    <a:pt x="1005312" y="57962"/>
                  </a:lnTo>
                  <a:lnTo>
                    <a:pt x="981363" y="66886"/>
                  </a:lnTo>
                  <a:lnTo>
                    <a:pt x="947566" y="80491"/>
                  </a:lnTo>
                  <a:lnTo>
                    <a:pt x="911798" y="95890"/>
                  </a:lnTo>
                  <a:lnTo>
                    <a:pt x="873799" y="113081"/>
                  </a:lnTo>
                  <a:lnTo>
                    <a:pt x="833558" y="131951"/>
                  </a:lnTo>
                  <a:lnTo>
                    <a:pt x="791310" y="152262"/>
                  </a:lnTo>
                  <a:lnTo>
                    <a:pt x="747510" y="173660"/>
                  </a:lnTo>
                  <a:lnTo>
                    <a:pt x="702795" y="195690"/>
                  </a:lnTo>
                  <a:lnTo>
                    <a:pt x="657908" y="217839"/>
                  </a:lnTo>
                  <a:lnTo>
                    <a:pt x="613611" y="239580"/>
                  </a:lnTo>
                  <a:lnTo>
                    <a:pt x="570599" y="260429"/>
                  </a:lnTo>
                  <a:lnTo>
                    <a:pt x="529416" y="279981"/>
                  </a:lnTo>
                  <a:lnTo>
                    <a:pt x="490399" y="297946"/>
                  </a:lnTo>
                  <a:lnTo>
                    <a:pt x="453649" y="314154"/>
                  </a:lnTo>
                  <a:lnTo>
                    <a:pt x="419017" y="328557"/>
                  </a:lnTo>
                  <a:lnTo>
                    <a:pt x="404090" y="334434"/>
                  </a:lnTo>
                  <a:lnTo>
                    <a:pt x="364031" y="348955"/>
                  </a:lnTo>
                  <a:lnTo>
                    <a:pt x="325146" y="360903"/>
                  </a:lnTo>
                  <a:lnTo>
                    <a:pt x="285707" y="370678"/>
                  </a:lnTo>
                  <a:lnTo>
                    <a:pt x="244002" y="378719"/>
                  </a:lnTo>
                  <a:lnTo>
                    <a:pt x="198968" y="385367"/>
                  </a:lnTo>
                  <a:lnTo>
                    <a:pt x="150950" y="390814"/>
                  </a:lnTo>
                  <a:lnTo>
                    <a:pt x="102539" y="395106"/>
                  </a:lnTo>
                  <a:lnTo>
                    <a:pt x="58782" y="398210"/>
                  </a:lnTo>
                  <a:lnTo>
                    <a:pt x="25639" y="400133"/>
                  </a:lnTo>
                  <a:lnTo>
                    <a:pt x="6690" y="401049"/>
                  </a:lnTo>
                  <a:lnTo>
                    <a:pt x="380" y="401308"/>
                  </a:lnTo>
                  <a:lnTo>
                    <a:pt x="0" y="401321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2050472" y="3586662"/>
              <a:ext cx="1385454" cy="2441373"/>
            </a:xfrm>
            <a:custGeom>
              <a:avLst/>
              <a:pathLst>
                <a:path w="1385454" h="2441373">
                  <a:moveTo>
                    <a:pt x="0" y="2441373"/>
                  </a:moveTo>
                  <a:lnTo>
                    <a:pt x="886" y="2441178"/>
                  </a:lnTo>
                  <a:lnTo>
                    <a:pt x="6551" y="2439777"/>
                  </a:lnTo>
                  <a:lnTo>
                    <a:pt x="20183" y="2435923"/>
                  </a:lnTo>
                  <a:lnTo>
                    <a:pt x="42882" y="2428518"/>
                  </a:lnTo>
                  <a:lnTo>
                    <a:pt x="73566" y="2416854"/>
                  </a:lnTo>
                  <a:lnTo>
                    <a:pt x="109612" y="2400687"/>
                  </a:lnTo>
                  <a:lnTo>
                    <a:pt x="147990" y="2380086"/>
                  </a:lnTo>
                  <a:lnTo>
                    <a:pt x="186221" y="2355169"/>
                  </a:lnTo>
                  <a:lnTo>
                    <a:pt x="222820" y="2325861"/>
                  </a:lnTo>
                  <a:lnTo>
                    <a:pt x="257263" y="2291769"/>
                  </a:lnTo>
                  <a:lnTo>
                    <a:pt x="289743" y="2252134"/>
                  </a:lnTo>
                  <a:lnTo>
                    <a:pt x="320893" y="2205863"/>
                  </a:lnTo>
                  <a:lnTo>
                    <a:pt x="351571" y="2151635"/>
                  </a:lnTo>
                  <a:lnTo>
                    <a:pt x="382669" y="2088145"/>
                  </a:lnTo>
                  <a:lnTo>
                    <a:pt x="404090" y="2040051"/>
                  </a:lnTo>
                  <a:lnTo>
                    <a:pt x="424519" y="1991461"/>
                  </a:lnTo>
                  <a:lnTo>
                    <a:pt x="445625" y="1938903"/>
                  </a:lnTo>
                  <a:lnTo>
                    <a:pt x="467500" y="1882300"/>
                  </a:lnTo>
                  <a:lnTo>
                    <a:pt x="490202" y="1821655"/>
                  </a:lnTo>
                  <a:lnTo>
                    <a:pt x="513754" y="1757065"/>
                  </a:lnTo>
                  <a:lnTo>
                    <a:pt x="538145" y="1688726"/>
                  </a:lnTo>
                  <a:lnTo>
                    <a:pt x="563329" y="1616938"/>
                  </a:lnTo>
                  <a:lnTo>
                    <a:pt x="589226" y="1542103"/>
                  </a:lnTo>
                  <a:lnTo>
                    <a:pt x="615729" y="1464722"/>
                  </a:lnTo>
                  <a:lnTo>
                    <a:pt x="642702" y="1385382"/>
                  </a:lnTo>
                  <a:lnTo>
                    <a:pt x="669990" y="1304737"/>
                  </a:lnTo>
                  <a:lnTo>
                    <a:pt x="697425" y="1223492"/>
                  </a:lnTo>
                  <a:lnTo>
                    <a:pt x="724829" y="1142372"/>
                  </a:lnTo>
                  <a:lnTo>
                    <a:pt x="752028" y="1062096"/>
                  </a:lnTo>
                  <a:lnTo>
                    <a:pt x="778857" y="983356"/>
                  </a:lnTo>
                  <a:lnTo>
                    <a:pt x="805166" y="906784"/>
                  </a:lnTo>
                  <a:lnTo>
                    <a:pt x="830830" y="832941"/>
                  </a:lnTo>
                  <a:lnTo>
                    <a:pt x="855749" y="762293"/>
                  </a:lnTo>
                  <a:lnTo>
                    <a:pt x="879857" y="695209"/>
                  </a:lnTo>
                  <a:lnTo>
                    <a:pt x="903118" y="631952"/>
                  </a:lnTo>
                  <a:lnTo>
                    <a:pt x="925532" y="572685"/>
                  </a:lnTo>
                  <a:lnTo>
                    <a:pt x="947135" y="517470"/>
                  </a:lnTo>
                  <a:lnTo>
                    <a:pt x="967997" y="466282"/>
                  </a:lnTo>
                  <a:lnTo>
                    <a:pt x="981363" y="434765"/>
                  </a:lnTo>
                  <a:lnTo>
                    <a:pt x="1013167" y="364582"/>
                  </a:lnTo>
                  <a:lnTo>
                    <a:pt x="1044033" y="304281"/>
                  </a:lnTo>
                  <a:lnTo>
                    <a:pt x="1074765" y="252837"/>
                  </a:lnTo>
                  <a:lnTo>
                    <a:pt x="1106268" y="208899"/>
                  </a:lnTo>
                  <a:lnTo>
                    <a:pt x="1139343" y="171203"/>
                  </a:lnTo>
                  <a:lnTo>
                    <a:pt x="1174508" y="138759"/>
                  </a:lnTo>
                  <a:lnTo>
                    <a:pt x="1211748" y="110930"/>
                  </a:lnTo>
                  <a:lnTo>
                    <a:pt x="1250243" y="87435"/>
                  </a:lnTo>
                  <a:lnTo>
                    <a:pt x="1288166" y="68285"/>
                  </a:lnTo>
                  <a:lnTo>
                    <a:pt x="1322778" y="53610"/>
                  </a:lnTo>
                  <a:lnTo>
                    <a:pt x="1351056" y="43403"/>
                  </a:lnTo>
                  <a:lnTo>
                    <a:pt x="1370776" y="37273"/>
                  </a:lnTo>
                  <a:lnTo>
                    <a:pt x="1381540" y="34364"/>
                  </a:lnTo>
                  <a:lnTo>
                    <a:pt x="1385181" y="33501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4567" y="194"/>
                  </a:lnTo>
                  <a:lnTo>
                    <a:pt x="1378903" y="1595"/>
                  </a:lnTo>
                  <a:lnTo>
                    <a:pt x="1365271" y="5449"/>
                  </a:lnTo>
                  <a:lnTo>
                    <a:pt x="1342571" y="12855"/>
                  </a:lnTo>
                  <a:lnTo>
                    <a:pt x="1311888" y="24519"/>
                  </a:lnTo>
                  <a:lnTo>
                    <a:pt x="1275841" y="40686"/>
                  </a:lnTo>
                  <a:lnTo>
                    <a:pt x="1237464" y="61286"/>
                  </a:lnTo>
                  <a:lnTo>
                    <a:pt x="1199233" y="86204"/>
                  </a:lnTo>
                  <a:lnTo>
                    <a:pt x="1162634" y="115511"/>
                  </a:lnTo>
                  <a:lnTo>
                    <a:pt x="1128190" y="149603"/>
                  </a:lnTo>
                  <a:lnTo>
                    <a:pt x="1095710" y="189239"/>
                  </a:lnTo>
                  <a:lnTo>
                    <a:pt x="1064560" y="235510"/>
                  </a:lnTo>
                  <a:lnTo>
                    <a:pt x="1033883" y="289737"/>
                  </a:lnTo>
                  <a:lnTo>
                    <a:pt x="1002785" y="353228"/>
                  </a:lnTo>
                  <a:lnTo>
                    <a:pt x="981363" y="401321"/>
                  </a:lnTo>
                  <a:lnTo>
                    <a:pt x="960934" y="449911"/>
                  </a:lnTo>
                  <a:lnTo>
                    <a:pt x="939829" y="502469"/>
                  </a:lnTo>
                  <a:lnTo>
                    <a:pt x="917954" y="559073"/>
                  </a:lnTo>
                  <a:lnTo>
                    <a:pt x="895252" y="619718"/>
                  </a:lnTo>
                  <a:lnTo>
                    <a:pt x="871699" y="684307"/>
                  </a:lnTo>
                  <a:lnTo>
                    <a:pt x="847308" y="752646"/>
                  </a:lnTo>
                  <a:lnTo>
                    <a:pt x="822125" y="824434"/>
                  </a:lnTo>
                  <a:lnTo>
                    <a:pt x="796228" y="899269"/>
                  </a:lnTo>
                  <a:lnTo>
                    <a:pt x="769725" y="976650"/>
                  </a:lnTo>
                  <a:lnTo>
                    <a:pt x="742752" y="1055991"/>
                  </a:lnTo>
                  <a:lnTo>
                    <a:pt x="715463" y="1136635"/>
                  </a:lnTo>
                  <a:lnTo>
                    <a:pt x="688029" y="1217880"/>
                  </a:lnTo>
                  <a:lnTo>
                    <a:pt x="660625" y="1299001"/>
                  </a:lnTo>
                  <a:lnTo>
                    <a:pt x="633426" y="1379276"/>
                  </a:lnTo>
                  <a:lnTo>
                    <a:pt x="606597" y="1458017"/>
                  </a:lnTo>
                  <a:lnTo>
                    <a:pt x="580288" y="1534588"/>
                  </a:lnTo>
                  <a:lnTo>
                    <a:pt x="554624" y="1608432"/>
                  </a:lnTo>
                  <a:lnTo>
                    <a:pt x="529704" y="1679080"/>
                  </a:lnTo>
                  <a:lnTo>
                    <a:pt x="505597" y="1746164"/>
                  </a:lnTo>
                  <a:lnTo>
                    <a:pt x="482336" y="1809420"/>
                  </a:lnTo>
                  <a:lnTo>
                    <a:pt x="459921" y="1868688"/>
                  </a:lnTo>
                  <a:lnTo>
                    <a:pt x="438318" y="1923903"/>
                  </a:lnTo>
                  <a:lnTo>
                    <a:pt x="417457" y="1975090"/>
                  </a:lnTo>
                  <a:lnTo>
                    <a:pt x="404090" y="2006608"/>
                  </a:lnTo>
                  <a:lnTo>
                    <a:pt x="372287" y="2076791"/>
                  </a:lnTo>
                  <a:lnTo>
                    <a:pt x="341421" y="2137092"/>
                  </a:lnTo>
                  <a:lnTo>
                    <a:pt x="310688" y="2188535"/>
                  </a:lnTo>
                  <a:lnTo>
                    <a:pt x="279186" y="2232473"/>
                  </a:lnTo>
                  <a:lnTo>
                    <a:pt x="246110" y="2270170"/>
                  </a:lnTo>
                  <a:lnTo>
                    <a:pt x="210946" y="2302613"/>
                  </a:lnTo>
                  <a:lnTo>
                    <a:pt x="173706" y="2330442"/>
                  </a:lnTo>
                  <a:lnTo>
                    <a:pt x="135210" y="2353937"/>
                  </a:lnTo>
                  <a:lnTo>
                    <a:pt x="97288" y="2373088"/>
                  </a:lnTo>
                  <a:lnTo>
                    <a:pt x="62676" y="2387763"/>
                  </a:lnTo>
                  <a:lnTo>
                    <a:pt x="34397" y="2397970"/>
                  </a:lnTo>
                  <a:lnTo>
                    <a:pt x="14678" y="2404099"/>
                  </a:lnTo>
                  <a:lnTo>
                    <a:pt x="3913" y="2407008"/>
                  </a:lnTo>
                  <a:lnTo>
                    <a:pt x="272" y="2407871"/>
                  </a:lnTo>
                  <a:lnTo>
                    <a:pt x="0" y="2407929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2050472" y="6496244"/>
              <a:ext cx="1385454" cy="133773"/>
            </a:xfrm>
            <a:custGeom>
              <a:avLst/>
              <a:pathLst>
                <a:path w="1385454" h="133773">
                  <a:moveTo>
                    <a:pt x="0" y="33443"/>
                  </a:moveTo>
                  <a:lnTo>
                    <a:pt x="1793" y="33460"/>
                  </a:lnTo>
                  <a:lnTo>
                    <a:pt x="12896" y="33581"/>
                  </a:lnTo>
                  <a:lnTo>
                    <a:pt x="38161" y="33911"/>
                  </a:lnTo>
                  <a:lnTo>
                    <a:pt x="76770" y="34520"/>
                  </a:lnTo>
                  <a:lnTo>
                    <a:pt x="123591" y="35432"/>
                  </a:lnTo>
                  <a:lnTo>
                    <a:pt x="172623" y="36641"/>
                  </a:lnTo>
                  <a:lnTo>
                    <a:pt x="219767" y="38144"/>
                  </a:lnTo>
                  <a:lnTo>
                    <a:pt x="263499" y="39968"/>
                  </a:lnTo>
                  <a:lnTo>
                    <a:pt x="304229" y="42180"/>
                  </a:lnTo>
                  <a:lnTo>
                    <a:pt x="343428" y="44881"/>
                  </a:lnTo>
                  <a:lnTo>
                    <a:pt x="382929" y="48184"/>
                  </a:lnTo>
                  <a:lnTo>
                    <a:pt x="404090" y="50165"/>
                  </a:lnTo>
                  <a:lnTo>
                    <a:pt x="439499" y="53734"/>
                  </a:lnTo>
                  <a:lnTo>
                    <a:pt x="477083" y="57795"/>
                  </a:lnTo>
                  <a:lnTo>
                    <a:pt x="517119" y="62345"/>
                  </a:lnTo>
                  <a:lnTo>
                    <a:pt x="559588" y="67347"/>
                  </a:lnTo>
                  <a:lnTo>
                    <a:pt x="604178" y="72728"/>
                  </a:lnTo>
                  <a:lnTo>
                    <a:pt x="650318" y="78379"/>
                  </a:lnTo>
                  <a:lnTo>
                    <a:pt x="697242" y="84165"/>
                  </a:lnTo>
                  <a:lnTo>
                    <a:pt x="744081" y="89937"/>
                  </a:lnTo>
                  <a:lnTo>
                    <a:pt x="789978" y="95546"/>
                  </a:lnTo>
                  <a:lnTo>
                    <a:pt x="834197" y="100862"/>
                  </a:lnTo>
                  <a:lnTo>
                    <a:pt x="876215" y="105781"/>
                  </a:lnTo>
                  <a:lnTo>
                    <a:pt x="915773" y="110239"/>
                  </a:lnTo>
                  <a:lnTo>
                    <a:pt x="952907" y="114205"/>
                  </a:lnTo>
                  <a:lnTo>
                    <a:pt x="981363" y="117052"/>
                  </a:lnTo>
                  <a:lnTo>
                    <a:pt x="1021671" y="120703"/>
                  </a:lnTo>
                  <a:lnTo>
                    <a:pt x="1060801" y="123703"/>
                  </a:lnTo>
                  <a:lnTo>
                    <a:pt x="1100516" y="126155"/>
                  </a:lnTo>
                  <a:lnTo>
                    <a:pt x="1142552" y="128169"/>
                  </a:lnTo>
                  <a:lnTo>
                    <a:pt x="1187971" y="129833"/>
                  </a:lnTo>
                  <a:lnTo>
                    <a:pt x="1236366" y="131193"/>
                  </a:lnTo>
                  <a:lnTo>
                    <a:pt x="1285003" y="132261"/>
                  </a:lnTo>
                  <a:lnTo>
                    <a:pt x="1328657" y="133027"/>
                  </a:lnTo>
                  <a:lnTo>
                    <a:pt x="1361291" y="133496"/>
                  </a:lnTo>
                  <a:lnTo>
                    <a:pt x="1379493" y="133713"/>
                  </a:lnTo>
                  <a:lnTo>
                    <a:pt x="1385191" y="133771"/>
                  </a:lnTo>
                  <a:lnTo>
                    <a:pt x="1385454" y="133773"/>
                  </a:lnTo>
                  <a:lnTo>
                    <a:pt x="1385454" y="100330"/>
                  </a:lnTo>
                  <a:lnTo>
                    <a:pt x="1383661" y="100313"/>
                  </a:lnTo>
                  <a:lnTo>
                    <a:pt x="1372557" y="100191"/>
                  </a:lnTo>
                  <a:lnTo>
                    <a:pt x="1347293" y="99862"/>
                  </a:lnTo>
                  <a:lnTo>
                    <a:pt x="1308684" y="99253"/>
                  </a:lnTo>
                  <a:lnTo>
                    <a:pt x="1261863" y="98340"/>
                  </a:lnTo>
                  <a:lnTo>
                    <a:pt x="1212830" y="97132"/>
                  </a:lnTo>
                  <a:lnTo>
                    <a:pt x="1165687" y="95629"/>
                  </a:lnTo>
                  <a:lnTo>
                    <a:pt x="1121955" y="93805"/>
                  </a:lnTo>
                  <a:lnTo>
                    <a:pt x="1081225" y="91593"/>
                  </a:lnTo>
                  <a:lnTo>
                    <a:pt x="1042025" y="88892"/>
                  </a:lnTo>
                  <a:lnTo>
                    <a:pt x="1002525" y="85589"/>
                  </a:lnTo>
                  <a:lnTo>
                    <a:pt x="981363" y="83608"/>
                  </a:lnTo>
                  <a:lnTo>
                    <a:pt x="945954" y="80039"/>
                  </a:lnTo>
                  <a:lnTo>
                    <a:pt x="908371" y="75978"/>
                  </a:lnTo>
                  <a:lnTo>
                    <a:pt x="868334" y="71428"/>
                  </a:lnTo>
                  <a:lnTo>
                    <a:pt x="825865" y="66426"/>
                  </a:lnTo>
                  <a:lnTo>
                    <a:pt x="781276" y="61045"/>
                  </a:lnTo>
                  <a:lnTo>
                    <a:pt x="735135" y="55394"/>
                  </a:lnTo>
                  <a:lnTo>
                    <a:pt x="688212" y="49607"/>
                  </a:lnTo>
                  <a:lnTo>
                    <a:pt x="641373" y="43836"/>
                  </a:lnTo>
                  <a:lnTo>
                    <a:pt x="595476" y="38227"/>
                  </a:lnTo>
                  <a:lnTo>
                    <a:pt x="551256" y="32911"/>
                  </a:lnTo>
                  <a:lnTo>
                    <a:pt x="509239" y="27992"/>
                  </a:lnTo>
                  <a:lnTo>
                    <a:pt x="469681" y="23534"/>
                  </a:lnTo>
                  <a:lnTo>
                    <a:pt x="432546" y="19568"/>
                  </a:lnTo>
                  <a:lnTo>
                    <a:pt x="404090" y="16721"/>
                  </a:lnTo>
                  <a:lnTo>
                    <a:pt x="363782" y="13070"/>
                  </a:lnTo>
                  <a:lnTo>
                    <a:pt x="324653" y="10070"/>
                  </a:lnTo>
                  <a:lnTo>
                    <a:pt x="284938" y="7618"/>
                  </a:lnTo>
                  <a:lnTo>
                    <a:pt x="242901" y="5604"/>
                  </a:lnTo>
                  <a:lnTo>
                    <a:pt x="197482" y="3940"/>
                  </a:lnTo>
                  <a:lnTo>
                    <a:pt x="149088" y="2580"/>
                  </a:lnTo>
                  <a:lnTo>
                    <a:pt x="100450" y="1512"/>
                  </a:lnTo>
                  <a:lnTo>
                    <a:pt x="56796" y="746"/>
                  </a:lnTo>
                  <a:lnTo>
                    <a:pt x="24162" y="277"/>
                  </a:lnTo>
                  <a:lnTo>
                    <a:pt x="5961" y="60"/>
                  </a:lnTo>
                  <a:lnTo>
                    <a:pt x="262" y="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2050472" y="5091618"/>
              <a:ext cx="1385454" cy="1103634"/>
            </a:xfrm>
            <a:custGeom>
              <a:avLst/>
              <a:pathLst>
                <a:path w="1385454" h="1103634">
                  <a:moveTo>
                    <a:pt x="0" y="1103634"/>
                  </a:moveTo>
                  <a:lnTo>
                    <a:pt x="1577" y="1103476"/>
                  </a:lnTo>
                  <a:lnTo>
                    <a:pt x="11412" y="1102342"/>
                  </a:lnTo>
                  <a:lnTo>
                    <a:pt x="34069" y="1099256"/>
                  </a:lnTo>
                  <a:lnTo>
                    <a:pt x="69350" y="1093498"/>
                  </a:lnTo>
                  <a:lnTo>
                    <a:pt x="113121" y="1084783"/>
                  </a:lnTo>
                  <a:lnTo>
                    <a:pt x="160001" y="1073152"/>
                  </a:lnTo>
                  <a:lnTo>
                    <a:pt x="205874" y="1058668"/>
                  </a:lnTo>
                  <a:lnTo>
                    <a:pt x="248804" y="1041169"/>
                  </a:lnTo>
                  <a:lnTo>
                    <a:pt x="288700" y="1020151"/>
                  </a:lnTo>
                  <a:lnTo>
                    <a:pt x="326598" y="994774"/>
                  </a:lnTo>
                  <a:lnTo>
                    <a:pt x="364044" y="963979"/>
                  </a:lnTo>
                  <a:lnTo>
                    <a:pt x="402584" y="926818"/>
                  </a:lnTo>
                  <a:lnTo>
                    <a:pt x="404090" y="925269"/>
                  </a:lnTo>
                  <a:lnTo>
                    <a:pt x="432105" y="895392"/>
                  </a:lnTo>
                  <a:lnTo>
                    <a:pt x="461442" y="862210"/>
                  </a:lnTo>
                  <a:lnTo>
                    <a:pt x="492290" y="825687"/>
                  </a:lnTo>
                  <a:lnTo>
                    <a:pt x="524714" y="785922"/>
                  </a:lnTo>
                  <a:lnTo>
                    <a:pt x="558662" y="743167"/>
                  </a:lnTo>
                  <a:lnTo>
                    <a:pt x="593963" y="697835"/>
                  </a:lnTo>
                  <a:lnTo>
                    <a:pt x="630344" y="650486"/>
                  </a:lnTo>
                  <a:lnTo>
                    <a:pt x="667445" y="601810"/>
                  </a:lnTo>
                  <a:lnTo>
                    <a:pt x="704846" y="552585"/>
                  </a:lnTo>
                  <a:lnTo>
                    <a:pt x="742102" y="503623"/>
                  </a:lnTo>
                  <a:lnTo>
                    <a:pt x="778782" y="455723"/>
                  </a:lnTo>
                  <a:lnTo>
                    <a:pt x="814500" y="409609"/>
                  </a:lnTo>
                  <a:lnTo>
                    <a:pt x="848949" y="365891"/>
                  </a:lnTo>
                  <a:lnTo>
                    <a:pt x="881922" y="325036"/>
                  </a:lnTo>
                  <a:lnTo>
                    <a:pt x="913324" y="287352"/>
                  </a:lnTo>
                  <a:lnTo>
                    <a:pt x="943178" y="252991"/>
                  </a:lnTo>
                  <a:lnTo>
                    <a:pt x="971630" y="221962"/>
                  </a:lnTo>
                  <a:lnTo>
                    <a:pt x="981363" y="211808"/>
                  </a:lnTo>
                  <a:lnTo>
                    <a:pt x="1019969" y="174394"/>
                  </a:lnTo>
                  <a:lnTo>
                    <a:pt x="1057430" y="143371"/>
                  </a:lnTo>
                  <a:lnTo>
                    <a:pt x="1095281" y="117807"/>
                  </a:lnTo>
                  <a:lnTo>
                    <a:pt x="1135077" y="96640"/>
                  </a:lnTo>
                  <a:lnTo>
                    <a:pt x="1177884" y="79019"/>
                  </a:lnTo>
                  <a:lnTo>
                    <a:pt x="1223666" y="64425"/>
                  </a:lnTo>
                  <a:lnTo>
                    <a:pt x="1270570" y="52685"/>
                  </a:lnTo>
                  <a:lnTo>
                    <a:pt x="1314556" y="43857"/>
                  </a:lnTo>
                  <a:lnTo>
                    <a:pt x="1350254" y="37988"/>
                  </a:lnTo>
                  <a:lnTo>
                    <a:pt x="1373427" y="34811"/>
                  </a:lnTo>
                  <a:lnTo>
                    <a:pt x="1383695" y="33620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3876" y="157"/>
                  </a:lnTo>
                  <a:lnTo>
                    <a:pt x="1374041" y="1292"/>
                  </a:lnTo>
                  <a:lnTo>
                    <a:pt x="1351385" y="4378"/>
                  </a:lnTo>
                  <a:lnTo>
                    <a:pt x="1316103" y="10136"/>
                  </a:lnTo>
                  <a:lnTo>
                    <a:pt x="1272332" y="18850"/>
                  </a:lnTo>
                  <a:lnTo>
                    <a:pt x="1225452" y="30482"/>
                  </a:lnTo>
                  <a:lnTo>
                    <a:pt x="1179580" y="44965"/>
                  </a:lnTo>
                  <a:lnTo>
                    <a:pt x="1136649" y="62464"/>
                  </a:lnTo>
                  <a:lnTo>
                    <a:pt x="1096753" y="83483"/>
                  </a:lnTo>
                  <a:lnTo>
                    <a:pt x="1058856" y="108860"/>
                  </a:lnTo>
                  <a:lnTo>
                    <a:pt x="1021410" y="139655"/>
                  </a:lnTo>
                  <a:lnTo>
                    <a:pt x="982870" y="176816"/>
                  </a:lnTo>
                  <a:lnTo>
                    <a:pt x="981363" y="178365"/>
                  </a:lnTo>
                  <a:lnTo>
                    <a:pt x="953349" y="208242"/>
                  </a:lnTo>
                  <a:lnTo>
                    <a:pt x="924011" y="241424"/>
                  </a:lnTo>
                  <a:lnTo>
                    <a:pt x="893164" y="277947"/>
                  </a:lnTo>
                  <a:lnTo>
                    <a:pt x="860739" y="317712"/>
                  </a:lnTo>
                  <a:lnTo>
                    <a:pt x="826792" y="360466"/>
                  </a:lnTo>
                  <a:lnTo>
                    <a:pt x="791490" y="405799"/>
                  </a:lnTo>
                  <a:lnTo>
                    <a:pt x="755109" y="453148"/>
                  </a:lnTo>
                  <a:lnTo>
                    <a:pt x="718008" y="501823"/>
                  </a:lnTo>
                  <a:lnTo>
                    <a:pt x="680608" y="551049"/>
                  </a:lnTo>
                  <a:lnTo>
                    <a:pt x="643351" y="600010"/>
                  </a:lnTo>
                  <a:lnTo>
                    <a:pt x="606672" y="647910"/>
                  </a:lnTo>
                  <a:lnTo>
                    <a:pt x="570953" y="694025"/>
                  </a:lnTo>
                  <a:lnTo>
                    <a:pt x="536504" y="737742"/>
                  </a:lnTo>
                  <a:lnTo>
                    <a:pt x="503531" y="778597"/>
                  </a:lnTo>
                  <a:lnTo>
                    <a:pt x="472130" y="816281"/>
                  </a:lnTo>
                  <a:lnTo>
                    <a:pt x="442275" y="850642"/>
                  </a:lnTo>
                  <a:lnTo>
                    <a:pt x="413824" y="881671"/>
                  </a:lnTo>
                  <a:lnTo>
                    <a:pt x="404090" y="891825"/>
                  </a:lnTo>
                  <a:lnTo>
                    <a:pt x="365485" y="929240"/>
                  </a:lnTo>
                  <a:lnTo>
                    <a:pt x="328023" y="960262"/>
                  </a:lnTo>
                  <a:lnTo>
                    <a:pt x="290173" y="985826"/>
                  </a:lnTo>
                  <a:lnTo>
                    <a:pt x="250377" y="1006993"/>
                  </a:lnTo>
                  <a:lnTo>
                    <a:pt x="207570" y="1024615"/>
                  </a:lnTo>
                  <a:lnTo>
                    <a:pt x="161788" y="1039208"/>
                  </a:lnTo>
                  <a:lnTo>
                    <a:pt x="114884" y="1050949"/>
                  </a:lnTo>
                  <a:lnTo>
                    <a:pt x="70898" y="1059777"/>
                  </a:lnTo>
                  <a:lnTo>
                    <a:pt x="35199" y="1065645"/>
                  </a:lnTo>
                  <a:lnTo>
                    <a:pt x="12027" y="1068822"/>
                  </a:lnTo>
                  <a:lnTo>
                    <a:pt x="1758" y="1070014"/>
                  </a:lnTo>
                  <a:lnTo>
                    <a:pt x="0" y="1070191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2050472" y="5961148"/>
              <a:ext cx="1385454" cy="434765"/>
            </a:xfrm>
            <a:custGeom>
              <a:avLst/>
              <a:pathLst>
                <a:path w="1385454" h="434765">
                  <a:moveTo>
                    <a:pt x="0" y="434765"/>
                  </a:moveTo>
                  <a:lnTo>
                    <a:pt x="1760" y="434698"/>
                  </a:lnTo>
                  <a:lnTo>
                    <a:pt x="12672" y="434221"/>
                  </a:lnTo>
                  <a:lnTo>
                    <a:pt x="37547" y="432928"/>
                  </a:lnTo>
                  <a:lnTo>
                    <a:pt x="75668" y="430533"/>
                  </a:lnTo>
                  <a:lnTo>
                    <a:pt x="122051" y="426940"/>
                  </a:lnTo>
                  <a:lnTo>
                    <a:pt x="170784" y="422176"/>
                  </a:lnTo>
                  <a:lnTo>
                    <a:pt x="217754" y="416252"/>
                  </a:lnTo>
                  <a:lnTo>
                    <a:pt x="261372" y="409068"/>
                  </a:lnTo>
                  <a:lnTo>
                    <a:pt x="301973" y="400368"/>
                  </a:lnTo>
                  <a:lnTo>
                    <a:pt x="340965" y="389763"/>
                  </a:lnTo>
                  <a:lnTo>
                    <a:pt x="380142" y="376802"/>
                  </a:lnTo>
                  <a:lnTo>
                    <a:pt x="404090" y="367878"/>
                  </a:lnTo>
                  <a:lnTo>
                    <a:pt x="437888" y="354273"/>
                  </a:lnTo>
                  <a:lnTo>
                    <a:pt x="473656" y="338874"/>
                  </a:lnTo>
                  <a:lnTo>
                    <a:pt x="511655" y="321683"/>
                  </a:lnTo>
                  <a:lnTo>
                    <a:pt x="551895" y="302813"/>
                  </a:lnTo>
                  <a:lnTo>
                    <a:pt x="594144" y="282502"/>
                  </a:lnTo>
                  <a:lnTo>
                    <a:pt x="637943" y="261105"/>
                  </a:lnTo>
                  <a:lnTo>
                    <a:pt x="682658" y="239074"/>
                  </a:lnTo>
                  <a:lnTo>
                    <a:pt x="727546" y="216925"/>
                  </a:lnTo>
                  <a:lnTo>
                    <a:pt x="771842" y="195184"/>
                  </a:lnTo>
                  <a:lnTo>
                    <a:pt x="814854" y="174335"/>
                  </a:lnTo>
                  <a:lnTo>
                    <a:pt x="856037" y="154783"/>
                  </a:lnTo>
                  <a:lnTo>
                    <a:pt x="895054" y="136818"/>
                  </a:lnTo>
                  <a:lnTo>
                    <a:pt x="931805" y="120610"/>
                  </a:lnTo>
                  <a:lnTo>
                    <a:pt x="966436" y="106208"/>
                  </a:lnTo>
                  <a:lnTo>
                    <a:pt x="981363" y="100330"/>
                  </a:lnTo>
                  <a:lnTo>
                    <a:pt x="1021422" y="85809"/>
                  </a:lnTo>
                  <a:lnTo>
                    <a:pt x="1060307" y="73861"/>
                  </a:lnTo>
                  <a:lnTo>
                    <a:pt x="1099747" y="64087"/>
                  </a:lnTo>
                  <a:lnTo>
                    <a:pt x="1141452" y="56045"/>
                  </a:lnTo>
                  <a:lnTo>
                    <a:pt x="1186485" y="49397"/>
                  </a:lnTo>
                  <a:lnTo>
                    <a:pt x="1234504" y="43950"/>
                  </a:lnTo>
                  <a:lnTo>
                    <a:pt x="1282915" y="39658"/>
                  </a:lnTo>
                  <a:lnTo>
                    <a:pt x="1326671" y="36554"/>
                  </a:lnTo>
                  <a:lnTo>
                    <a:pt x="1359814" y="34631"/>
                  </a:lnTo>
                  <a:lnTo>
                    <a:pt x="1378764" y="33715"/>
                  </a:lnTo>
                  <a:lnTo>
                    <a:pt x="1385073" y="33457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3694" y="66"/>
                  </a:lnTo>
                  <a:lnTo>
                    <a:pt x="1372781" y="543"/>
                  </a:lnTo>
                  <a:lnTo>
                    <a:pt x="1347906" y="1836"/>
                  </a:lnTo>
                  <a:lnTo>
                    <a:pt x="1309786" y="4231"/>
                  </a:lnTo>
                  <a:lnTo>
                    <a:pt x="1263402" y="7824"/>
                  </a:lnTo>
                  <a:lnTo>
                    <a:pt x="1214670" y="12589"/>
                  </a:lnTo>
                  <a:lnTo>
                    <a:pt x="1167700" y="18512"/>
                  </a:lnTo>
                  <a:lnTo>
                    <a:pt x="1124081" y="25696"/>
                  </a:lnTo>
                  <a:lnTo>
                    <a:pt x="1083480" y="34396"/>
                  </a:lnTo>
                  <a:lnTo>
                    <a:pt x="1044488" y="45001"/>
                  </a:lnTo>
                  <a:lnTo>
                    <a:pt x="1005312" y="57962"/>
                  </a:lnTo>
                  <a:lnTo>
                    <a:pt x="981363" y="66886"/>
                  </a:lnTo>
                  <a:lnTo>
                    <a:pt x="947566" y="80491"/>
                  </a:lnTo>
                  <a:lnTo>
                    <a:pt x="911798" y="95890"/>
                  </a:lnTo>
                  <a:lnTo>
                    <a:pt x="873799" y="113081"/>
                  </a:lnTo>
                  <a:lnTo>
                    <a:pt x="833558" y="131951"/>
                  </a:lnTo>
                  <a:lnTo>
                    <a:pt x="791310" y="152262"/>
                  </a:lnTo>
                  <a:lnTo>
                    <a:pt x="747510" y="173660"/>
                  </a:lnTo>
                  <a:lnTo>
                    <a:pt x="702795" y="195690"/>
                  </a:lnTo>
                  <a:lnTo>
                    <a:pt x="657908" y="217839"/>
                  </a:lnTo>
                  <a:lnTo>
                    <a:pt x="613611" y="239580"/>
                  </a:lnTo>
                  <a:lnTo>
                    <a:pt x="570599" y="260429"/>
                  </a:lnTo>
                  <a:lnTo>
                    <a:pt x="529416" y="279981"/>
                  </a:lnTo>
                  <a:lnTo>
                    <a:pt x="490399" y="297946"/>
                  </a:lnTo>
                  <a:lnTo>
                    <a:pt x="453649" y="314154"/>
                  </a:lnTo>
                  <a:lnTo>
                    <a:pt x="419017" y="328557"/>
                  </a:lnTo>
                  <a:lnTo>
                    <a:pt x="404090" y="334434"/>
                  </a:lnTo>
                  <a:lnTo>
                    <a:pt x="364031" y="348955"/>
                  </a:lnTo>
                  <a:lnTo>
                    <a:pt x="325146" y="360903"/>
                  </a:lnTo>
                  <a:lnTo>
                    <a:pt x="285707" y="370678"/>
                  </a:lnTo>
                  <a:lnTo>
                    <a:pt x="244002" y="378719"/>
                  </a:lnTo>
                  <a:lnTo>
                    <a:pt x="198968" y="385367"/>
                  </a:lnTo>
                  <a:lnTo>
                    <a:pt x="150950" y="390814"/>
                  </a:lnTo>
                  <a:lnTo>
                    <a:pt x="102539" y="395106"/>
                  </a:lnTo>
                  <a:lnTo>
                    <a:pt x="58782" y="398210"/>
                  </a:lnTo>
                  <a:lnTo>
                    <a:pt x="25639" y="400133"/>
                  </a:lnTo>
                  <a:lnTo>
                    <a:pt x="6690" y="401049"/>
                  </a:lnTo>
                  <a:lnTo>
                    <a:pt x="380" y="401308"/>
                  </a:lnTo>
                  <a:lnTo>
                    <a:pt x="0" y="401321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2050472" y="5994592"/>
              <a:ext cx="1385454" cy="434765"/>
            </a:xfrm>
            <a:custGeom>
              <a:avLst/>
              <a:pathLst>
                <a:path w="1385454" h="434765">
                  <a:moveTo>
                    <a:pt x="0" y="434765"/>
                  </a:moveTo>
                  <a:lnTo>
                    <a:pt x="1760" y="434698"/>
                  </a:lnTo>
                  <a:lnTo>
                    <a:pt x="12672" y="434221"/>
                  </a:lnTo>
                  <a:lnTo>
                    <a:pt x="37547" y="432928"/>
                  </a:lnTo>
                  <a:lnTo>
                    <a:pt x="75668" y="430533"/>
                  </a:lnTo>
                  <a:lnTo>
                    <a:pt x="122051" y="426940"/>
                  </a:lnTo>
                  <a:lnTo>
                    <a:pt x="170784" y="422176"/>
                  </a:lnTo>
                  <a:lnTo>
                    <a:pt x="217754" y="416252"/>
                  </a:lnTo>
                  <a:lnTo>
                    <a:pt x="261372" y="409068"/>
                  </a:lnTo>
                  <a:lnTo>
                    <a:pt x="301973" y="400368"/>
                  </a:lnTo>
                  <a:lnTo>
                    <a:pt x="340965" y="389763"/>
                  </a:lnTo>
                  <a:lnTo>
                    <a:pt x="380142" y="376802"/>
                  </a:lnTo>
                  <a:lnTo>
                    <a:pt x="404090" y="367878"/>
                  </a:lnTo>
                  <a:lnTo>
                    <a:pt x="437888" y="354273"/>
                  </a:lnTo>
                  <a:lnTo>
                    <a:pt x="473656" y="338874"/>
                  </a:lnTo>
                  <a:lnTo>
                    <a:pt x="511655" y="321683"/>
                  </a:lnTo>
                  <a:lnTo>
                    <a:pt x="551895" y="302813"/>
                  </a:lnTo>
                  <a:lnTo>
                    <a:pt x="594144" y="282502"/>
                  </a:lnTo>
                  <a:lnTo>
                    <a:pt x="637943" y="261105"/>
                  </a:lnTo>
                  <a:lnTo>
                    <a:pt x="682658" y="239074"/>
                  </a:lnTo>
                  <a:lnTo>
                    <a:pt x="727546" y="216925"/>
                  </a:lnTo>
                  <a:lnTo>
                    <a:pt x="771842" y="195184"/>
                  </a:lnTo>
                  <a:lnTo>
                    <a:pt x="814854" y="174335"/>
                  </a:lnTo>
                  <a:lnTo>
                    <a:pt x="856037" y="154783"/>
                  </a:lnTo>
                  <a:lnTo>
                    <a:pt x="895054" y="136818"/>
                  </a:lnTo>
                  <a:lnTo>
                    <a:pt x="931805" y="120610"/>
                  </a:lnTo>
                  <a:lnTo>
                    <a:pt x="966436" y="106208"/>
                  </a:lnTo>
                  <a:lnTo>
                    <a:pt x="981363" y="100330"/>
                  </a:lnTo>
                  <a:lnTo>
                    <a:pt x="1021422" y="85809"/>
                  </a:lnTo>
                  <a:lnTo>
                    <a:pt x="1060307" y="73861"/>
                  </a:lnTo>
                  <a:lnTo>
                    <a:pt x="1099747" y="64087"/>
                  </a:lnTo>
                  <a:lnTo>
                    <a:pt x="1141452" y="56045"/>
                  </a:lnTo>
                  <a:lnTo>
                    <a:pt x="1186485" y="49397"/>
                  </a:lnTo>
                  <a:lnTo>
                    <a:pt x="1234504" y="43950"/>
                  </a:lnTo>
                  <a:lnTo>
                    <a:pt x="1282915" y="39658"/>
                  </a:lnTo>
                  <a:lnTo>
                    <a:pt x="1326671" y="36554"/>
                  </a:lnTo>
                  <a:lnTo>
                    <a:pt x="1359814" y="34631"/>
                  </a:lnTo>
                  <a:lnTo>
                    <a:pt x="1378764" y="33715"/>
                  </a:lnTo>
                  <a:lnTo>
                    <a:pt x="1385073" y="33457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3694" y="66"/>
                  </a:lnTo>
                  <a:lnTo>
                    <a:pt x="1372781" y="543"/>
                  </a:lnTo>
                  <a:lnTo>
                    <a:pt x="1347906" y="1836"/>
                  </a:lnTo>
                  <a:lnTo>
                    <a:pt x="1309786" y="4231"/>
                  </a:lnTo>
                  <a:lnTo>
                    <a:pt x="1263402" y="7824"/>
                  </a:lnTo>
                  <a:lnTo>
                    <a:pt x="1214670" y="12589"/>
                  </a:lnTo>
                  <a:lnTo>
                    <a:pt x="1167700" y="18512"/>
                  </a:lnTo>
                  <a:lnTo>
                    <a:pt x="1124081" y="25696"/>
                  </a:lnTo>
                  <a:lnTo>
                    <a:pt x="1083480" y="34396"/>
                  </a:lnTo>
                  <a:lnTo>
                    <a:pt x="1044488" y="45001"/>
                  </a:lnTo>
                  <a:lnTo>
                    <a:pt x="1005312" y="57962"/>
                  </a:lnTo>
                  <a:lnTo>
                    <a:pt x="981363" y="66886"/>
                  </a:lnTo>
                  <a:lnTo>
                    <a:pt x="947566" y="80491"/>
                  </a:lnTo>
                  <a:lnTo>
                    <a:pt x="911798" y="95890"/>
                  </a:lnTo>
                  <a:lnTo>
                    <a:pt x="873799" y="113081"/>
                  </a:lnTo>
                  <a:lnTo>
                    <a:pt x="833558" y="131951"/>
                  </a:lnTo>
                  <a:lnTo>
                    <a:pt x="791310" y="152262"/>
                  </a:lnTo>
                  <a:lnTo>
                    <a:pt x="747510" y="173660"/>
                  </a:lnTo>
                  <a:lnTo>
                    <a:pt x="702795" y="195690"/>
                  </a:lnTo>
                  <a:lnTo>
                    <a:pt x="657908" y="217839"/>
                  </a:lnTo>
                  <a:lnTo>
                    <a:pt x="613611" y="239580"/>
                  </a:lnTo>
                  <a:lnTo>
                    <a:pt x="570599" y="260429"/>
                  </a:lnTo>
                  <a:lnTo>
                    <a:pt x="529416" y="279981"/>
                  </a:lnTo>
                  <a:lnTo>
                    <a:pt x="490399" y="297946"/>
                  </a:lnTo>
                  <a:lnTo>
                    <a:pt x="453649" y="314154"/>
                  </a:lnTo>
                  <a:lnTo>
                    <a:pt x="419017" y="328557"/>
                  </a:lnTo>
                  <a:lnTo>
                    <a:pt x="404090" y="334434"/>
                  </a:lnTo>
                  <a:lnTo>
                    <a:pt x="364031" y="348955"/>
                  </a:lnTo>
                  <a:lnTo>
                    <a:pt x="325146" y="360903"/>
                  </a:lnTo>
                  <a:lnTo>
                    <a:pt x="285707" y="370678"/>
                  </a:lnTo>
                  <a:lnTo>
                    <a:pt x="244002" y="378719"/>
                  </a:lnTo>
                  <a:lnTo>
                    <a:pt x="198968" y="385367"/>
                  </a:lnTo>
                  <a:lnTo>
                    <a:pt x="150950" y="390814"/>
                  </a:lnTo>
                  <a:lnTo>
                    <a:pt x="102539" y="395106"/>
                  </a:lnTo>
                  <a:lnTo>
                    <a:pt x="58782" y="398210"/>
                  </a:lnTo>
                  <a:lnTo>
                    <a:pt x="25639" y="400133"/>
                  </a:lnTo>
                  <a:lnTo>
                    <a:pt x="6690" y="401049"/>
                  </a:lnTo>
                  <a:lnTo>
                    <a:pt x="380" y="401308"/>
                  </a:lnTo>
                  <a:lnTo>
                    <a:pt x="0" y="401321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2050472" y="6529687"/>
              <a:ext cx="1385454" cy="133773"/>
            </a:xfrm>
            <a:custGeom>
              <a:avLst/>
              <a:pathLst>
                <a:path w="1385454" h="133773">
                  <a:moveTo>
                    <a:pt x="0" y="33443"/>
                  </a:moveTo>
                  <a:lnTo>
                    <a:pt x="1793" y="33460"/>
                  </a:lnTo>
                  <a:lnTo>
                    <a:pt x="12896" y="33581"/>
                  </a:lnTo>
                  <a:lnTo>
                    <a:pt x="38161" y="33911"/>
                  </a:lnTo>
                  <a:lnTo>
                    <a:pt x="76770" y="34520"/>
                  </a:lnTo>
                  <a:lnTo>
                    <a:pt x="123591" y="35432"/>
                  </a:lnTo>
                  <a:lnTo>
                    <a:pt x="172623" y="36641"/>
                  </a:lnTo>
                  <a:lnTo>
                    <a:pt x="219767" y="38144"/>
                  </a:lnTo>
                  <a:lnTo>
                    <a:pt x="263499" y="39968"/>
                  </a:lnTo>
                  <a:lnTo>
                    <a:pt x="304229" y="42180"/>
                  </a:lnTo>
                  <a:lnTo>
                    <a:pt x="343428" y="44881"/>
                  </a:lnTo>
                  <a:lnTo>
                    <a:pt x="382929" y="48184"/>
                  </a:lnTo>
                  <a:lnTo>
                    <a:pt x="404090" y="50165"/>
                  </a:lnTo>
                  <a:lnTo>
                    <a:pt x="439499" y="53734"/>
                  </a:lnTo>
                  <a:lnTo>
                    <a:pt x="477083" y="57795"/>
                  </a:lnTo>
                  <a:lnTo>
                    <a:pt x="517119" y="62345"/>
                  </a:lnTo>
                  <a:lnTo>
                    <a:pt x="559588" y="67347"/>
                  </a:lnTo>
                  <a:lnTo>
                    <a:pt x="604178" y="72728"/>
                  </a:lnTo>
                  <a:lnTo>
                    <a:pt x="650318" y="78379"/>
                  </a:lnTo>
                  <a:lnTo>
                    <a:pt x="697242" y="84165"/>
                  </a:lnTo>
                  <a:lnTo>
                    <a:pt x="744081" y="89937"/>
                  </a:lnTo>
                  <a:lnTo>
                    <a:pt x="789978" y="95546"/>
                  </a:lnTo>
                  <a:lnTo>
                    <a:pt x="834197" y="100862"/>
                  </a:lnTo>
                  <a:lnTo>
                    <a:pt x="876215" y="105781"/>
                  </a:lnTo>
                  <a:lnTo>
                    <a:pt x="915773" y="110239"/>
                  </a:lnTo>
                  <a:lnTo>
                    <a:pt x="952907" y="114205"/>
                  </a:lnTo>
                  <a:lnTo>
                    <a:pt x="981363" y="117052"/>
                  </a:lnTo>
                  <a:lnTo>
                    <a:pt x="1021671" y="120703"/>
                  </a:lnTo>
                  <a:lnTo>
                    <a:pt x="1060801" y="123703"/>
                  </a:lnTo>
                  <a:lnTo>
                    <a:pt x="1100516" y="126155"/>
                  </a:lnTo>
                  <a:lnTo>
                    <a:pt x="1142552" y="128169"/>
                  </a:lnTo>
                  <a:lnTo>
                    <a:pt x="1187971" y="129833"/>
                  </a:lnTo>
                  <a:lnTo>
                    <a:pt x="1236366" y="131193"/>
                  </a:lnTo>
                  <a:lnTo>
                    <a:pt x="1285003" y="132261"/>
                  </a:lnTo>
                  <a:lnTo>
                    <a:pt x="1328657" y="133027"/>
                  </a:lnTo>
                  <a:lnTo>
                    <a:pt x="1361291" y="133496"/>
                  </a:lnTo>
                  <a:lnTo>
                    <a:pt x="1379493" y="133713"/>
                  </a:lnTo>
                  <a:lnTo>
                    <a:pt x="1385191" y="133771"/>
                  </a:lnTo>
                  <a:lnTo>
                    <a:pt x="1385454" y="133773"/>
                  </a:lnTo>
                  <a:lnTo>
                    <a:pt x="1385454" y="100330"/>
                  </a:lnTo>
                  <a:lnTo>
                    <a:pt x="1383661" y="100313"/>
                  </a:lnTo>
                  <a:lnTo>
                    <a:pt x="1372557" y="100191"/>
                  </a:lnTo>
                  <a:lnTo>
                    <a:pt x="1347293" y="99862"/>
                  </a:lnTo>
                  <a:lnTo>
                    <a:pt x="1308684" y="99253"/>
                  </a:lnTo>
                  <a:lnTo>
                    <a:pt x="1261863" y="98340"/>
                  </a:lnTo>
                  <a:lnTo>
                    <a:pt x="1212830" y="97132"/>
                  </a:lnTo>
                  <a:lnTo>
                    <a:pt x="1165687" y="95629"/>
                  </a:lnTo>
                  <a:lnTo>
                    <a:pt x="1121955" y="93805"/>
                  </a:lnTo>
                  <a:lnTo>
                    <a:pt x="1081225" y="91593"/>
                  </a:lnTo>
                  <a:lnTo>
                    <a:pt x="1042025" y="88892"/>
                  </a:lnTo>
                  <a:lnTo>
                    <a:pt x="1002525" y="85589"/>
                  </a:lnTo>
                  <a:lnTo>
                    <a:pt x="981363" y="83608"/>
                  </a:lnTo>
                  <a:lnTo>
                    <a:pt x="945954" y="80039"/>
                  </a:lnTo>
                  <a:lnTo>
                    <a:pt x="908371" y="75978"/>
                  </a:lnTo>
                  <a:lnTo>
                    <a:pt x="868334" y="71428"/>
                  </a:lnTo>
                  <a:lnTo>
                    <a:pt x="825865" y="66426"/>
                  </a:lnTo>
                  <a:lnTo>
                    <a:pt x="781276" y="61045"/>
                  </a:lnTo>
                  <a:lnTo>
                    <a:pt x="735135" y="55394"/>
                  </a:lnTo>
                  <a:lnTo>
                    <a:pt x="688212" y="49607"/>
                  </a:lnTo>
                  <a:lnTo>
                    <a:pt x="641373" y="43836"/>
                  </a:lnTo>
                  <a:lnTo>
                    <a:pt x="595476" y="38227"/>
                  </a:lnTo>
                  <a:lnTo>
                    <a:pt x="551256" y="32911"/>
                  </a:lnTo>
                  <a:lnTo>
                    <a:pt x="509239" y="27992"/>
                  </a:lnTo>
                  <a:lnTo>
                    <a:pt x="469681" y="23534"/>
                  </a:lnTo>
                  <a:lnTo>
                    <a:pt x="432546" y="19568"/>
                  </a:lnTo>
                  <a:lnTo>
                    <a:pt x="404090" y="16721"/>
                  </a:lnTo>
                  <a:lnTo>
                    <a:pt x="363782" y="13070"/>
                  </a:lnTo>
                  <a:lnTo>
                    <a:pt x="324653" y="10070"/>
                  </a:lnTo>
                  <a:lnTo>
                    <a:pt x="284938" y="7618"/>
                  </a:lnTo>
                  <a:lnTo>
                    <a:pt x="242901" y="5604"/>
                  </a:lnTo>
                  <a:lnTo>
                    <a:pt x="197482" y="3940"/>
                  </a:lnTo>
                  <a:lnTo>
                    <a:pt x="149088" y="2580"/>
                  </a:lnTo>
                  <a:lnTo>
                    <a:pt x="100450" y="1512"/>
                  </a:lnTo>
                  <a:lnTo>
                    <a:pt x="56796" y="746"/>
                  </a:lnTo>
                  <a:lnTo>
                    <a:pt x="24162" y="277"/>
                  </a:lnTo>
                  <a:lnTo>
                    <a:pt x="5961" y="60"/>
                  </a:lnTo>
                  <a:lnTo>
                    <a:pt x="262" y="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2050472" y="6563131"/>
              <a:ext cx="1385454" cy="133773"/>
            </a:xfrm>
            <a:custGeom>
              <a:avLst/>
              <a:pathLst>
                <a:path w="1385454" h="133773">
                  <a:moveTo>
                    <a:pt x="0" y="33443"/>
                  </a:moveTo>
                  <a:lnTo>
                    <a:pt x="1793" y="33460"/>
                  </a:lnTo>
                  <a:lnTo>
                    <a:pt x="12896" y="33581"/>
                  </a:lnTo>
                  <a:lnTo>
                    <a:pt x="38161" y="33911"/>
                  </a:lnTo>
                  <a:lnTo>
                    <a:pt x="76770" y="34520"/>
                  </a:lnTo>
                  <a:lnTo>
                    <a:pt x="123591" y="35432"/>
                  </a:lnTo>
                  <a:lnTo>
                    <a:pt x="172623" y="36641"/>
                  </a:lnTo>
                  <a:lnTo>
                    <a:pt x="219767" y="38144"/>
                  </a:lnTo>
                  <a:lnTo>
                    <a:pt x="263499" y="39968"/>
                  </a:lnTo>
                  <a:lnTo>
                    <a:pt x="304229" y="42180"/>
                  </a:lnTo>
                  <a:lnTo>
                    <a:pt x="343428" y="44881"/>
                  </a:lnTo>
                  <a:lnTo>
                    <a:pt x="382929" y="48184"/>
                  </a:lnTo>
                  <a:lnTo>
                    <a:pt x="404090" y="50165"/>
                  </a:lnTo>
                  <a:lnTo>
                    <a:pt x="439499" y="53734"/>
                  </a:lnTo>
                  <a:lnTo>
                    <a:pt x="477083" y="57795"/>
                  </a:lnTo>
                  <a:lnTo>
                    <a:pt x="517119" y="62345"/>
                  </a:lnTo>
                  <a:lnTo>
                    <a:pt x="559588" y="67347"/>
                  </a:lnTo>
                  <a:lnTo>
                    <a:pt x="604178" y="72728"/>
                  </a:lnTo>
                  <a:lnTo>
                    <a:pt x="650318" y="78379"/>
                  </a:lnTo>
                  <a:lnTo>
                    <a:pt x="697242" y="84165"/>
                  </a:lnTo>
                  <a:lnTo>
                    <a:pt x="744081" y="89937"/>
                  </a:lnTo>
                  <a:lnTo>
                    <a:pt x="789978" y="95546"/>
                  </a:lnTo>
                  <a:lnTo>
                    <a:pt x="834197" y="100862"/>
                  </a:lnTo>
                  <a:lnTo>
                    <a:pt x="876215" y="105781"/>
                  </a:lnTo>
                  <a:lnTo>
                    <a:pt x="915773" y="110239"/>
                  </a:lnTo>
                  <a:lnTo>
                    <a:pt x="952907" y="114205"/>
                  </a:lnTo>
                  <a:lnTo>
                    <a:pt x="981363" y="117052"/>
                  </a:lnTo>
                  <a:lnTo>
                    <a:pt x="1021671" y="120703"/>
                  </a:lnTo>
                  <a:lnTo>
                    <a:pt x="1060801" y="123703"/>
                  </a:lnTo>
                  <a:lnTo>
                    <a:pt x="1100516" y="126155"/>
                  </a:lnTo>
                  <a:lnTo>
                    <a:pt x="1142552" y="128169"/>
                  </a:lnTo>
                  <a:lnTo>
                    <a:pt x="1187971" y="129833"/>
                  </a:lnTo>
                  <a:lnTo>
                    <a:pt x="1236366" y="131193"/>
                  </a:lnTo>
                  <a:lnTo>
                    <a:pt x="1285003" y="132261"/>
                  </a:lnTo>
                  <a:lnTo>
                    <a:pt x="1328657" y="133027"/>
                  </a:lnTo>
                  <a:lnTo>
                    <a:pt x="1361291" y="133496"/>
                  </a:lnTo>
                  <a:lnTo>
                    <a:pt x="1379493" y="133713"/>
                  </a:lnTo>
                  <a:lnTo>
                    <a:pt x="1385191" y="133771"/>
                  </a:lnTo>
                  <a:lnTo>
                    <a:pt x="1385454" y="133773"/>
                  </a:lnTo>
                  <a:lnTo>
                    <a:pt x="1385454" y="100330"/>
                  </a:lnTo>
                  <a:lnTo>
                    <a:pt x="1383661" y="100313"/>
                  </a:lnTo>
                  <a:lnTo>
                    <a:pt x="1372557" y="100191"/>
                  </a:lnTo>
                  <a:lnTo>
                    <a:pt x="1347293" y="99862"/>
                  </a:lnTo>
                  <a:lnTo>
                    <a:pt x="1308684" y="99253"/>
                  </a:lnTo>
                  <a:lnTo>
                    <a:pt x="1261863" y="98340"/>
                  </a:lnTo>
                  <a:lnTo>
                    <a:pt x="1212830" y="97132"/>
                  </a:lnTo>
                  <a:lnTo>
                    <a:pt x="1165687" y="95629"/>
                  </a:lnTo>
                  <a:lnTo>
                    <a:pt x="1121955" y="93805"/>
                  </a:lnTo>
                  <a:lnTo>
                    <a:pt x="1081225" y="91593"/>
                  </a:lnTo>
                  <a:lnTo>
                    <a:pt x="1042025" y="88892"/>
                  </a:lnTo>
                  <a:lnTo>
                    <a:pt x="1002525" y="85589"/>
                  </a:lnTo>
                  <a:lnTo>
                    <a:pt x="981363" y="83608"/>
                  </a:lnTo>
                  <a:lnTo>
                    <a:pt x="945954" y="80039"/>
                  </a:lnTo>
                  <a:lnTo>
                    <a:pt x="908371" y="75978"/>
                  </a:lnTo>
                  <a:lnTo>
                    <a:pt x="868334" y="71428"/>
                  </a:lnTo>
                  <a:lnTo>
                    <a:pt x="825865" y="66426"/>
                  </a:lnTo>
                  <a:lnTo>
                    <a:pt x="781276" y="61045"/>
                  </a:lnTo>
                  <a:lnTo>
                    <a:pt x="735135" y="55394"/>
                  </a:lnTo>
                  <a:lnTo>
                    <a:pt x="688212" y="49607"/>
                  </a:lnTo>
                  <a:lnTo>
                    <a:pt x="641373" y="43836"/>
                  </a:lnTo>
                  <a:lnTo>
                    <a:pt x="595476" y="38227"/>
                  </a:lnTo>
                  <a:lnTo>
                    <a:pt x="551256" y="32911"/>
                  </a:lnTo>
                  <a:lnTo>
                    <a:pt x="509239" y="27992"/>
                  </a:lnTo>
                  <a:lnTo>
                    <a:pt x="469681" y="23534"/>
                  </a:lnTo>
                  <a:lnTo>
                    <a:pt x="432546" y="19568"/>
                  </a:lnTo>
                  <a:lnTo>
                    <a:pt x="404090" y="16721"/>
                  </a:lnTo>
                  <a:lnTo>
                    <a:pt x="363782" y="13070"/>
                  </a:lnTo>
                  <a:lnTo>
                    <a:pt x="324653" y="10070"/>
                  </a:lnTo>
                  <a:lnTo>
                    <a:pt x="284938" y="7618"/>
                  </a:lnTo>
                  <a:lnTo>
                    <a:pt x="242901" y="5604"/>
                  </a:lnTo>
                  <a:lnTo>
                    <a:pt x="197482" y="3940"/>
                  </a:lnTo>
                  <a:lnTo>
                    <a:pt x="149088" y="2580"/>
                  </a:lnTo>
                  <a:lnTo>
                    <a:pt x="100450" y="1512"/>
                  </a:lnTo>
                  <a:lnTo>
                    <a:pt x="56796" y="746"/>
                  </a:lnTo>
                  <a:lnTo>
                    <a:pt x="24162" y="277"/>
                  </a:lnTo>
                  <a:lnTo>
                    <a:pt x="5961" y="60"/>
                  </a:lnTo>
                  <a:lnTo>
                    <a:pt x="262" y="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2050472" y="3620105"/>
              <a:ext cx="1385454" cy="2441373"/>
            </a:xfrm>
            <a:custGeom>
              <a:avLst/>
              <a:pathLst>
                <a:path w="1385454" h="2441373">
                  <a:moveTo>
                    <a:pt x="0" y="2441373"/>
                  </a:moveTo>
                  <a:lnTo>
                    <a:pt x="886" y="2441178"/>
                  </a:lnTo>
                  <a:lnTo>
                    <a:pt x="6551" y="2439777"/>
                  </a:lnTo>
                  <a:lnTo>
                    <a:pt x="20183" y="2435923"/>
                  </a:lnTo>
                  <a:lnTo>
                    <a:pt x="42882" y="2428518"/>
                  </a:lnTo>
                  <a:lnTo>
                    <a:pt x="73566" y="2416854"/>
                  </a:lnTo>
                  <a:lnTo>
                    <a:pt x="109612" y="2400687"/>
                  </a:lnTo>
                  <a:lnTo>
                    <a:pt x="147990" y="2380086"/>
                  </a:lnTo>
                  <a:lnTo>
                    <a:pt x="186221" y="2355169"/>
                  </a:lnTo>
                  <a:lnTo>
                    <a:pt x="222820" y="2325861"/>
                  </a:lnTo>
                  <a:lnTo>
                    <a:pt x="257263" y="2291769"/>
                  </a:lnTo>
                  <a:lnTo>
                    <a:pt x="289743" y="2252134"/>
                  </a:lnTo>
                  <a:lnTo>
                    <a:pt x="320893" y="2205863"/>
                  </a:lnTo>
                  <a:lnTo>
                    <a:pt x="351571" y="2151635"/>
                  </a:lnTo>
                  <a:lnTo>
                    <a:pt x="382669" y="2088145"/>
                  </a:lnTo>
                  <a:lnTo>
                    <a:pt x="404090" y="2040051"/>
                  </a:lnTo>
                  <a:lnTo>
                    <a:pt x="424519" y="1991461"/>
                  </a:lnTo>
                  <a:lnTo>
                    <a:pt x="445625" y="1938903"/>
                  </a:lnTo>
                  <a:lnTo>
                    <a:pt x="467500" y="1882300"/>
                  </a:lnTo>
                  <a:lnTo>
                    <a:pt x="490202" y="1821655"/>
                  </a:lnTo>
                  <a:lnTo>
                    <a:pt x="513754" y="1757065"/>
                  </a:lnTo>
                  <a:lnTo>
                    <a:pt x="538145" y="1688726"/>
                  </a:lnTo>
                  <a:lnTo>
                    <a:pt x="563329" y="1616938"/>
                  </a:lnTo>
                  <a:lnTo>
                    <a:pt x="589226" y="1542103"/>
                  </a:lnTo>
                  <a:lnTo>
                    <a:pt x="615729" y="1464722"/>
                  </a:lnTo>
                  <a:lnTo>
                    <a:pt x="642702" y="1385382"/>
                  </a:lnTo>
                  <a:lnTo>
                    <a:pt x="669990" y="1304737"/>
                  </a:lnTo>
                  <a:lnTo>
                    <a:pt x="697425" y="1223492"/>
                  </a:lnTo>
                  <a:lnTo>
                    <a:pt x="724829" y="1142372"/>
                  </a:lnTo>
                  <a:lnTo>
                    <a:pt x="752028" y="1062096"/>
                  </a:lnTo>
                  <a:lnTo>
                    <a:pt x="778857" y="983356"/>
                  </a:lnTo>
                  <a:lnTo>
                    <a:pt x="805166" y="906784"/>
                  </a:lnTo>
                  <a:lnTo>
                    <a:pt x="830830" y="832941"/>
                  </a:lnTo>
                  <a:lnTo>
                    <a:pt x="855749" y="762293"/>
                  </a:lnTo>
                  <a:lnTo>
                    <a:pt x="879857" y="695209"/>
                  </a:lnTo>
                  <a:lnTo>
                    <a:pt x="903118" y="631952"/>
                  </a:lnTo>
                  <a:lnTo>
                    <a:pt x="925532" y="572685"/>
                  </a:lnTo>
                  <a:lnTo>
                    <a:pt x="947135" y="517470"/>
                  </a:lnTo>
                  <a:lnTo>
                    <a:pt x="967997" y="466282"/>
                  </a:lnTo>
                  <a:lnTo>
                    <a:pt x="981363" y="434765"/>
                  </a:lnTo>
                  <a:lnTo>
                    <a:pt x="1013167" y="364582"/>
                  </a:lnTo>
                  <a:lnTo>
                    <a:pt x="1044033" y="304281"/>
                  </a:lnTo>
                  <a:lnTo>
                    <a:pt x="1074765" y="252837"/>
                  </a:lnTo>
                  <a:lnTo>
                    <a:pt x="1106268" y="208899"/>
                  </a:lnTo>
                  <a:lnTo>
                    <a:pt x="1139343" y="171203"/>
                  </a:lnTo>
                  <a:lnTo>
                    <a:pt x="1174508" y="138759"/>
                  </a:lnTo>
                  <a:lnTo>
                    <a:pt x="1211748" y="110930"/>
                  </a:lnTo>
                  <a:lnTo>
                    <a:pt x="1250243" y="87435"/>
                  </a:lnTo>
                  <a:lnTo>
                    <a:pt x="1288166" y="68285"/>
                  </a:lnTo>
                  <a:lnTo>
                    <a:pt x="1322778" y="53610"/>
                  </a:lnTo>
                  <a:lnTo>
                    <a:pt x="1351056" y="43403"/>
                  </a:lnTo>
                  <a:lnTo>
                    <a:pt x="1370776" y="37273"/>
                  </a:lnTo>
                  <a:lnTo>
                    <a:pt x="1381540" y="34364"/>
                  </a:lnTo>
                  <a:lnTo>
                    <a:pt x="1385181" y="33501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4567" y="194"/>
                  </a:lnTo>
                  <a:lnTo>
                    <a:pt x="1378903" y="1595"/>
                  </a:lnTo>
                  <a:lnTo>
                    <a:pt x="1365271" y="5449"/>
                  </a:lnTo>
                  <a:lnTo>
                    <a:pt x="1342571" y="12855"/>
                  </a:lnTo>
                  <a:lnTo>
                    <a:pt x="1311888" y="24519"/>
                  </a:lnTo>
                  <a:lnTo>
                    <a:pt x="1275841" y="40686"/>
                  </a:lnTo>
                  <a:lnTo>
                    <a:pt x="1237464" y="61286"/>
                  </a:lnTo>
                  <a:lnTo>
                    <a:pt x="1199233" y="86204"/>
                  </a:lnTo>
                  <a:lnTo>
                    <a:pt x="1162634" y="115511"/>
                  </a:lnTo>
                  <a:lnTo>
                    <a:pt x="1128190" y="149603"/>
                  </a:lnTo>
                  <a:lnTo>
                    <a:pt x="1095710" y="189239"/>
                  </a:lnTo>
                  <a:lnTo>
                    <a:pt x="1064560" y="235510"/>
                  </a:lnTo>
                  <a:lnTo>
                    <a:pt x="1033883" y="289737"/>
                  </a:lnTo>
                  <a:lnTo>
                    <a:pt x="1002785" y="353228"/>
                  </a:lnTo>
                  <a:lnTo>
                    <a:pt x="981363" y="401321"/>
                  </a:lnTo>
                  <a:lnTo>
                    <a:pt x="960934" y="449911"/>
                  </a:lnTo>
                  <a:lnTo>
                    <a:pt x="939829" y="502469"/>
                  </a:lnTo>
                  <a:lnTo>
                    <a:pt x="917954" y="559073"/>
                  </a:lnTo>
                  <a:lnTo>
                    <a:pt x="895252" y="619718"/>
                  </a:lnTo>
                  <a:lnTo>
                    <a:pt x="871699" y="684307"/>
                  </a:lnTo>
                  <a:lnTo>
                    <a:pt x="847308" y="752646"/>
                  </a:lnTo>
                  <a:lnTo>
                    <a:pt x="822125" y="824434"/>
                  </a:lnTo>
                  <a:lnTo>
                    <a:pt x="796228" y="899269"/>
                  </a:lnTo>
                  <a:lnTo>
                    <a:pt x="769725" y="976650"/>
                  </a:lnTo>
                  <a:lnTo>
                    <a:pt x="742752" y="1055991"/>
                  </a:lnTo>
                  <a:lnTo>
                    <a:pt x="715463" y="1136635"/>
                  </a:lnTo>
                  <a:lnTo>
                    <a:pt x="688029" y="1217880"/>
                  </a:lnTo>
                  <a:lnTo>
                    <a:pt x="660625" y="1299001"/>
                  </a:lnTo>
                  <a:lnTo>
                    <a:pt x="633426" y="1379276"/>
                  </a:lnTo>
                  <a:lnTo>
                    <a:pt x="606597" y="1458017"/>
                  </a:lnTo>
                  <a:lnTo>
                    <a:pt x="580288" y="1534588"/>
                  </a:lnTo>
                  <a:lnTo>
                    <a:pt x="554624" y="1608432"/>
                  </a:lnTo>
                  <a:lnTo>
                    <a:pt x="529704" y="1679080"/>
                  </a:lnTo>
                  <a:lnTo>
                    <a:pt x="505597" y="1746164"/>
                  </a:lnTo>
                  <a:lnTo>
                    <a:pt x="482336" y="1809420"/>
                  </a:lnTo>
                  <a:lnTo>
                    <a:pt x="459921" y="1868688"/>
                  </a:lnTo>
                  <a:lnTo>
                    <a:pt x="438318" y="1923903"/>
                  </a:lnTo>
                  <a:lnTo>
                    <a:pt x="417457" y="1975090"/>
                  </a:lnTo>
                  <a:lnTo>
                    <a:pt x="404090" y="2006608"/>
                  </a:lnTo>
                  <a:lnTo>
                    <a:pt x="372287" y="2076791"/>
                  </a:lnTo>
                  <a:lnTo>
                    <a:pt x="341421" y="2137092"/>
                  </a:lnTo>
                  <a:lnTo>
                    <a:pt x="310688" y="2188535"/>
                  </a:lnTo>
                  <a:lnTo>
                    <a:pt x="279186" y="2232473"/>
                  </a:lnTo>
                  <a:lnTo>
                    <a:pt x="246110" y="2270170"/>
                  </a:lnTo>
                  <a:lnTo>
                    <a:pt x="210946" y="2302613"/>
                  </a:lnTo>
                  <a:lnTo>
                    <a:pt x="173706" y="2330442"/>
                  </a:lnTo>
                  <a:lnTo>
                    <a:pt x="135210" y="2353937"/>
                  </a:lnTo>
                  <a:lnTo>
                    <a:pt x="97288" y="2373088"/>
                  </a:lnTo>
                  <a:lnTo>
                    <a:pt x="62676" y="2387763"/>
                  </a:lnTo>
                  <a:lnTo>
                    <a:pt x="34397" y="2397970"/>
                  </a:lnTo>
                  <a:lnTo>
                    <a:pt x="14678" y="2404099"/>
                  </a:lnTo>
                  <a:lnTo>
                    <a:pt x="3913" y="2407008"/>
                  </a:lnTo>
                  <a:lnTo>
                    <a:pt x="272" y="2407871"/>
                  </a:lnTo>
                  <a:lnTo>
                    <a:pt x="0" y="2407929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2050472" y="3653549"/>
              <a:ext cx="1385454" cy="2441373"/>
            </a:xfrm>
            <a:custGeom>
              <a:avLst/>
              <a:pathLst>
                <a:path w="1385454" h="2441373">
                  <a:moveTo>
                    <a:pt x="0" y="2441373"/>
                  </a:moveTo>
                  <a:lnTo>
                    <a:pt x="886" y="2441178"/>
                  </a:lnTo>
                  <a:lnTo>
                    <a:pt x="6551" y="2439777"/>
                  </a:lnTo>
                  <a:lnTo>
                    <a:pt x="20183" y="2435923"/>
                  </a:lnTo>
                  <a:lnTo>
                    <a:pt x="42882" y="2428518"/>
                  </a:lnTo>
                  <a:lnTo>
                    <a:pt x="73566" y="2416854"/>
                  </a:lnTo>
                  <a:lnTo>
                    <a:pt x="109612" y="2400687"/>
                  </a:lnTo>
                  <a:lnTo>
                    <a:pt x="147990" y="2380086"/>
                  </a:lnTo>
                  <a:lnTo>
                    <a:pt x="186221" y="2355169"/>
                  </a:lnTo>
                  <a:lnTo>
                    <a:pt x="222820" y="2325861"/>
                  </a:lnTo>
                  <a:lnTo>
                    <a:pt x="257263" y="2291769"/>
                  </a:lnTo>
                  <a:lnTo>
                    <a:pt x="289743" y="2252134"/>
                  </a:lnTo>
                  <a:lnTo>
                    <a:pt x="320893" y="2205863"/>
                  </a:lnTo>
                  <a:lnTo>
                    <a:pt x="351571" y="2151635"/>
                  </a:lnTo>
                  <a:lnTo>
                    <a:pt x="382669" y="2088145"/>
                  </a:lnTo>
                  <a:lnTo>
                    <a:pt x="404090" y="2040051"/>
                  </a:lnTo>
                  <a:lnTo>
                    <a:pt x="424519" y="1991461"/>
                  </a:lnTo>
                  <a:lnTo>
                    <a:pt x="445625" y="1938903"/>
                  </a:lnTo>
                  <a:lnTo>
                    <a:pt x="467500" y="1882300"/>
                  </a:lnTo>
                  <a:lnTo>
                    <a:pt x="490202" y="1821655"/>
                  </a:lnTo>
                  <a:lnTo>
                    <a:pt x="513754" y="1757065"/>
                  </a:lnTo>
                  <a:lnTo>
                    <a:pt x="538145" y="1688726"/>
                  </a:lnTo>
                  <a:lnTo>
                    <a:pt x="563329" y="1616938"/>
                  </a:lnTo>
                  <a:lnTo>
                    <a:pt x="589226" y="1542103"/>
                  </a:lnTo>
                  <a:lnTo>
                    <a:pt x="615729" y="1464722"/>
                  </a:lnTo>
                  <a:lnTo>
                    <a:pt x="642702" y="1385382"/>
                  </a:lnTo>
                  <a:lnTo>
                    <a:pt x="669990" y="1304737"/>
                  </a:lnTo>
                  <a:lnTo>
                    <a:pt x="697425" y="1223492"/>
                  </a:lnTo>
                  <a:lnTo>
                    <a:pt x="724829" y="1142372"/>
                  </a:lnTo>
                  <a:lnTo>
                    <a:pt x="752028" y="1062096"/>
                  </a:lnTo>
                  <a:lnTo>
                    <a:pt x="778857" y="983356"/>
                  </a:lnTo>
                  <a:lnTo>
                    <a:pt x="805166" y="906784"/>
                  </a:lnTo>
                  <a:lnTo>
                    <a:pt x="830830" y="832941"/>
                  </a:lnTo>
                  <a:lnTo>
                    <a:pt x="855749" y="762293"/>
                  </a:lnTo>
                  <a:lnTo>
                    <a:pt x="879857" y="695209"/>
                  </a:lnTo>
                  <a:lnTo>
                    <a:pt x="903118" y="631952"/>
                  </a:lnTo>
                  <a:lnTo>
                    <a:pt x="925532" y="572685"/>
                  </a:lnTo>
                  <a:lnTo>
                    <a:pt x="947135" y="517470"/>
                  </a:lnTo>
                  <a:lnTo>
                    <a:pt x="967997" y="466282"/>
                  </a:lnTo>
                  <a:lnTo>
                    <a:pt x="981363" y="434765"/>
                  </a:lnTo>
                  <a:lnTo>
                    <a:pt x="1013167" y="364582"/>
                  </a:lnTo>
                  <a:lnTo>
                    <a:pt x="1044033" y="304281"/>
                  </a:lnTo>
                  <a:lnTo>
                    <a:pt x="1074765" y="252837"/>
                  </a:lnTo>
                  <a:lnTo>
                    <a:pt x="1106268" y="208899"/>
                  </a:lnTo>
                  <a:lnTo>
                    <a:pt x="1139343" y="171203"/>
                  </a:lnTo>
                  <a:lnTo>
                    <a:pt x="1174508" y="138759"/>
                  </a:lnTo>
                  <a:lnTo>
                    <a:pt x="1211748" y="110930"/>
                  </a:lnTo>
                  <a:lnTo>
                    <a:pt x="1250243" y="87435"/>
                  </a:lnTo>
                  <a:lnTo>
                    <a:pt x="1288166" y="68285"/>
                  </a:lnTo>
                  <a:lnTo>
                    <a:pt x="1322778" y="53610"/>
                  </a:lnTo>
                  <a:lnTo>
                    <a:pt x="1351056" y="43403"/>
                  </a:lnTo>
                  <a:lnTo>
                    <a:pt x="1370776" y="37273"/>
                  </a:lnTo>
                  <a:lnTo>
                    <a:pt x="1381540" y="34364"/>
                  </a:lnTo>
                  <a:lnTo>
                    <a:pt x="1385181" y="33501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4567" y="194"/>
                  </a:lnTo>
                  <a:lnTo>
                    <a:pt x="1378903" y="1595"/>
                  </a:lnTo>
                  <a:lnTo>
                    <a:pt x="1365271" y="5449"/>
                  </a:lnTo>
                  <a:lnTo>
                    <a:pt x="1342571" y="12855"/>
                  </a:lnTo>
                  <a:lnTo>
                    <a:pt x="1311888" y="24519"/>
                  </a:lnTo>
                  <a:lnTo>
                    <a:pt x="1275841" y="40686"/>
                  </a:lnTo>
                  <a:lnTo>
                    <a:pt x="1237464" y="61286"/>
                  </a:lnTo>
                  <a:lnTo>
                    <a:pt x="1199233" y="86204"/>
                  </a:lnTo>
                  <a:lnTo>
                    <a:pt x="1162634" y="115511"/>
                  </a:lnTo>
                  <a:lnTo>
                    <a:pt x="1128190" y="149603"/>
                  </a:lnTo>
                  <a:lnTo>
                    <a:pt x="1095710" y="189239"/>
                  </a:lnTo>
                  <a:lnTo>
                    <a:pt x="1064560" y="235510"/>
                  </a:lnTo>
                  <a:lnTo>
                    <a:pt x="1033883" y="289737"/>
                  </a:lnTo>
                  <a:lnTo>
                    <a:pt x="1002785" y="353228"/>
                  </a:lnTo>
                  <a:lnTo>
                    <a:pt x="981363" y="401321"/>
                  </a:lnTo>
                  <a:lnTo>
                    <a:pt x="960934" y="449911"/>
                  </a:lnTo>
                  <a:lnTo>
                    <a:pt x="939829" y="502469"/>
                  </a:lnTo>
                  <a:lnTo>
                    <a:pt x="917954" y="559073"/>
                  </a:lnTo>
                  <a:lnTo>
                    <a:pt x="895252" y="619718"/>
                  </a:lnTo>
                  <a:lnTo>
                    <a:pt x="871699" y="684307"/>
                  </a:lnTo>
                  <a:lnTo>
                    <a:pt x="847308" y="752646"/>
                  </a:lnTo>
                  <a:lnTo>
                    <a:pt x="822125" y="824434"/>
                  </a:lnTo>
                  <a:lnTo>
                    <a:pt x="796228" y="899269"/>
                  </a:lnTo>
                  <a:lnTo>
                    <a:pt x="769725" y="976650"/>
                  </a:lnTo>
                  <a:lnTo>
                    <a:pt x="742752" y="1055991"/>
                  </a:lnTo>
                  <a:lnTo>
                    <a:pt x="715463" y="1136635"/>
                  </a:lnTo>
                  <a:lnTo>
                    <a:pt x="688029" y="1217880"/>
                  </a:lnTo>
                  <a:lnTo>
                    <a:pt x="660625" y="1299001"/>
                  </a:lnTo>
                  <a:lnTo>
                    <a:pt x="633426" y="1379276"/>
                  </a:lnTo>
                  <a:lnTo>
                    <a:pt x="606597" y="1458017"/>
                  </a:lnTo>
                  <a:lnTo>
                    <a:pt x="580288" y="1534588"/>
                  </a:lnTo>
                  <a:lnTo>
                    <a:pt x="554624" y="1608432"/>
                  </a:lnTo>
                  <a:lnTo>
                    <a:pt x="529704" y="1679080"/>
                  </a:lnTo>
                  <a:lnTo>
                    <a:pt x="505597" y="1746164"/>
                  </a:lnTo>
                  <a:lnTo>
                    <a:pt x="482336" y="1809420"/>
                  </a:lnTo>
                  <a:lnTo>
                    <a:pt x="459921" y="1868688"/>
                  </a:lnTo>
                  <a:lnTo>
                    <a:pt x="438318" y="1923903"/>
                  </a:lnTo>
                  <a:lnTo>
                    <a:pt x="417457" y="1975090"/>
                  </a:lnTo>
                  <a:lnTo>
                    <a:pt x="404090" y="2006608"/>
                  </a:lnTo>
                  <a:lnTo>
                    <a:pt x="372287" y="2076791"/>
                  </a:lnTo>
                  <a:lnTo>
                    <a:pt x="341421" y="2137092"/>
                  </a:lnTo>
                  <a:lnTo>
                    <a:pt x="310688" y="2188535"/>
                  </a:lnTo>
                  <a:lnTo>
                    <a:pt x="279186" y="2232473"/>
                  </a:lnTo>
                  <a:lnTo>
                    <a:pt x="246110" y="2270170"/>
                  </a:lnTo>
                  <a:lnTo>
                    <a:pt x="210946" y="2302613"/>
                  </a:lnTo>
                  <a:lnTo>
                    <a:pt x="173706" y="2330442"/>
                  </a:lnTo>
                  <a:lnTo>
                    <a:pt x="135210" y="2353937"/>
                  </a:lnTo>
                  <a:lnTo>
                    <a:pt x="97288" y="2373088"/>
                  </a:lnTo>
                  <a:lnTo>
                    <a:pt x="62676" y="2387763"/>
                  </a:lnTo>
                  <a:lnTo>
                    <a:pt x="34397" y="2397970"/>
                  </a:lnTo>
                  <a:lnTo>
                    <a:pt x="14678" y="2404099"/>
                  </a:lnTo>
                  <a:lnTo>
                    <a:pt x="3913" y="2407008"/>
                  </a:lnTo>
                  <a:lnTo>
                    <a:pt x="272" y="2407871"/>
                  </a:lnTo>
                  <a:lnTo>
                    <a:pt x="0" y="2407929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2050472" y="5125062"/>
              <a:ext cx="1385454" cy="1103634"/>
            </a:xfrm>
            <a:custGeom>
              <a:avLst/>
              <a:pathLst>
                <a:path w="1385454" h="1103634">
                  <a:moveTo>
                    <a:pt x="0" y="1103634"/>
                  </a:moveTo>
                  <a:lnTo>
                    <a:pt x="1577" y="1103476"/>
                  </a:lnTo>
                  <a:lnTo>
                    <a:pt x="11412" y="1102342"/>
                  </a:lnTo>
                  <a:lnTo>
                    <a:pt x="34069" y="1099256"/>
                  </a:lnTo>
                  <a:lnTo>
                    <a:pt x="69350" y="1093498"/>
                  </a:lnTo>
                  <a:lnTo>
                    <a:pt x="113121" y="1084783"/>
                  </a:lnTo>
                  <a:lnTo>
                    <a:pt x="160001" y="1073152"/>
                  </a:lnTo>
                  <a:lnTo>
                    <a:pt x="205874" y="1058668"/>
                  </a:lnTo>
                  <a:lnTo>
                    <a:pt x="248804" y="1041169"/>
                  </a:lnTo>
                  <a:lnTo>
                    <a:pt x="288700" y="1020151"/>
                  </a:lnTo>
                  <a:lnTo>
                    <a:pt x="326598" y="994774"/>
                  </a:lnTo>
                  <a:lnTo>
                    <a:pt x="364044" y="963979"/>
                  </a:lnTo>
                  <a:lnTo>
                    <a:pt x="402584" y="926818"/>
                  </a:lnTo>
                  <a:lnTo>
                    <a:pt x="404090" y="925269"/>
                  </a:lnTo>
                  <a:lnTo>
                    <a:pt x="432105" y="895392"/>
                  </a:lnTo>
                  <a:lnTo>
                    <a:pt x="461442" y="862210"/>
                  </a:lnTo>
                  <a:lnTo>
                    <a:pt x="492290" y="825687"/>
                  </a:lnTo>
                  <a:lnTo>
                    <a:pt x="524714" y="785922"/>
                  </a:lnTo>
                  <a:lnTo>
                    <a:pt x="558662" y="743167"/>
                  </a:lnTo>
                  <a:lnTo>
                    <a:pt x="593963" y="697835"/>
                  </a:lnTo>
                  <a:lnTo>
                    <a:pt x="630344" y="650486"/>
                  </a:lnTo>
                  <a:lnTo>
                    <a:pt x="667445" y="601810"/>
                  </a:lnTo>
                  <a:lnTo>
                    <a:pt x="704846" y="552585"/>
                  </a:lnTo>
                  <a:lnTo>
                    <a:pt x="742102" y="503623"/>
                  </a:lnTo>
                  <a:lnTo>
                    <a:pt x="778782" y="455723"/>
                  </a:lnTo>
                  <a:lnTo>
                    <a:pt x="814500" y="409609"/>
                  </a:lnTo>
                  <a:lnTo>
                    <a:pt x="848949" y="365891"/>
                  </a:lnTo>
                  <a:lnTo>
                    <a:pt x="881922" y="325036"/>
                  </a:lnTo>
                  <a:lnTo>
                    <a:pt x="913324" y="287352"/>
                  </a:lnTo>
                  <a:lnTo>
                    <a:pt x="943178" y="252991"/>
                  </a:lnTo>
                  <a:lnTo>
                    <a:pt x="971630" y="221962"/>
                  </a:lnTo>
                  <a:lnTo>
                    <a:pt x="981363" y="211808"/>
                  </a:lnTo>
                  <a:lnTo>
                    <a:pt x="1019969" y="174394"/>
                  </a:lnTo>
                  <a:lnTo>
                    <a:pt x="1057430" y="143371"/>
                  </a:lnTo>
                  <a:lnTo>
                    <a:pt x="1095281" y="117807"/>
                  </a:lnTo>
                  <a:lnTo>
                    <a:pt x="1135077" y="96640"/>
                  </a:lnTo>
                  <a:lnTo>
                    <a:pt x="1177884" y="79019"/>
                  </a:lnTo>
                  <a:lnTo>
                    <a:pt x="1223666" y="64425"/>
                  </a:lnTo>
                  <a:lnTo>
                    <a:pt x="1270570" y="52685"/>
                  </a:lnTo>
                  <a:lnTo>
                    <a:pt x="1314556" y="43857"/>
                  </a:lnTo>
                  <a:lnTo>
                    <a:pt x="1350254" y="37988"/>
                  </a:lnTo>
                  <a:lnTo>
                    <a:pt x="1373427" y="34811"/>
                  </a:lnTo>
                  <a:lnTo>
                    <a:pt x="1383695" y="33620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3876" y="157"/>
                  </a:lnTo>
                  <a:lnTo>
                    <a:pt x="1374041" y="1292"/>
                  </a:lnTo>
                  <a:lnTo>
                    <a:pt x="1351385" y="4378"/>
                  </a:lnTo>
                  <a:lnTo>
                    <a:pt x="1316103" y="10136"/>
                  </a:lnTo>
                  <a:lnTo>
                    <a:pt x="1272332" y="18850"/>
                  </a:lnTo>
                  <a:lnTo>
                    <a:pt x="1225452" y="30482"/>
                  </a:lnTo>
                  <a:lnTo>
                    <a:pt x="1179580" y="44965"/>
                  </a:lnTo>
                  <a:lnTo>
                    <a:pt x="1136649" y="62464"/>
                  </a:lnTo>
                  <a:lnTo>
                    <a:pt x="1096753" y="83483"/>
                  </a:lnTo>
                  <a:lnTo>
                    <a:pt x="1058856" y="108860"/>
                  </a:lnTo>
                  <a:lnTo>
                    <a:pt x="1021410" y="139655"/>
                  </a:lnTo>
                  <a:lnTo>
                    <a:pt x="982870" y="176816"/>
                  </a:lnTo>
                  <a:lnTo>
                    <a:pt x="981363" y="178365"/>
                  </a:lnTo>
                  <a:lnTo>
                    <a:pt x="953349" y="208242"/>
                  </a:lnTo>
                  <a:lnTo>
                    <a:pt x="924011" y="241424"/>
                  </a:lnTo>
                  <a:lnTo>
                    <a:pt x="893164" y="277947"/>
                  </a:lnTo>
                  <a:lnTo>
                    <a:pt x="860739" y="317712"/>
                  </a:lnTo>
                  <a:lnTo>
                    <a:pt x="826792" y="360466"/>
                  </a:lnTo>
                  <a:lnTo>
                    <a:pt x="791490" y="405799"/>
                  </a:lnTo>
                  <a:lnTo>
                    <a:pt x="755109" y="453148"/>
                  </a:lnTo>
                  <a:lnTo>
                    <a:pt x="718008" y="501823"/>
                  </a:lnTo>
                  <a:lnTo>
                    <a:pt x="680608" y="551049"/>
                  </a:lnTo>
                  <a:lnTo>
                    <a:pt x="643351" y="600010"/>
                  </a:lnTo>
                  <a:lnTo>
                    <a:pt x="606672" y="647910"/>
                  </a:lnTo>
                  <a:lnTo>
                    <a:pt x="570953" y="694025"/>
                  </a:lnTo>
                  <a:lnTo>
                    <a:pt x="536504" y="737742"/>
                  </a:lnTo>
                  <a:lnTo>
                    <a:pt x="503531" y="778597"/>
                  </a:lnTo>
                  <a:lnTo>
                    <a:pt x="472130" y="816281"/>
                  </a:lnTo>
                  <a:lnTo>
                    <a:pt x="442275" y="850642"/>
                  </a:lnTo>
                  <a:lnTo>
                    <a:pt x="413824" y="881671"/>
                  </a:lnTo>
                  <a:lnTo>
                    <a:pt x="404090" y="891825"/>
                  </a:lnTo>
                  <a:lnTo>
                    <a:pt x="365485" y="929240"/>
                  </a:lnTo>
                  <a:lnTo>
                    <a:pt x="328023" y="960262"/>
                  </a:lnTo>
                  <a:lnTo>
                    <a:pt x="290173" y="985826"/>
                  </a:lnTo>
                  <a:lnTo>
                    <a:pt x="250377" y="1006993"/>
                  </a:lnTo>
                  <a:lnTo>
                    <a:pt x="207570" y="1024615"/>
                  </a:lnTo>
                  <a:lnTo>
                    <a:pt x="161788" y="1039208"/>
                  </a:lnTo>
                  <a:lnTo>
                    <a:pt x="114884" y="1050949"/>
                  </a:lnTo>
                  <a:lnTo>
                    <a:pt x="70898" y="1059777"/>
                  </a:lnTo>
                  <a:lnTo>
                    <a:pt x="35199" y="1065645"/>
                  </a:lnTo>
                  <a:lnTo>
                    <a:pt x="12027" y="1068822"/>
                  </a:lnTo>
                  <a:lnTo>
                    <a:pt x="1758" y="1070014"/>
                  </a:lnTo>
                  <a:lnTo>
                    <a:pt x="0" y="1070191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2050472" y="6028035"/>
              <a:ext cx="1385454" cy="434765"/>
            </a:xfrm>
            <a:custGeom>
              <a:avLst/>
              <a:pathLst>
                <a:path w="1385454" h="434765">
                  <a:moveTo>
                    <a:pt x="0" y="434765"/>
                  </a:moveTo>
                  <a:lnTo>
                    <a:pt x="1760" y="434698"/>
                  </a:lnTo>
                  <a:lnTo>
                    <a:pt x="12672" y="434221"/>
                  </a:lnTo>
                  <a:lnTo>
                    <a:pt x="37547" y="432928"/>
                  </a:lnTo>
                  <a:lnTo>
                    <a:pt x="75668" y="430533"/>
                  </a:lnTo>
                  <a:lnTo>
                    <a:pt x="122051" y="426940"/>
                  </a:lnTo>
                  <a:lnTo>
                    <a:pt x="170784" y="422176"/>
                  </a:lnTo>
                  <a:lnTo>
                    <a:pt x="217754" y="416252"/>
                  </a:lnTo>
                  <a:lnTo>
                    <a:pt x="261372" y="409068"/>
                  </a:lnTo>
                  <a:lnTo>
                    <a:pt x="301973" y="400368"/>
                  </a:lnTo>
                  <a:lnTo>
                    <a:pt x="340965" y="389763"/>
                  </a:lnTo>
                  <a:lnTo>
                    <a:pt x="380142" y="376802"/>
                  </a:lnTo>
                  <a:lnTo>
                    <a:pt x="404090" y="367878"/>
                  </a:lnTo>
                  <a:lnTo>
                    <a:pt x="437888" y="354273"/>
                  </a:lnTo>
                  <a:lnTo>
                    <a:pt x="473656" y="338874"/>
                  </a:lnTo>
                  <a:lnTo>
                    <a:pt x="511655" y="321683"/>
                  </a:lnTo>
                  <a:lnTo>
                    <a:pt x="551895" y="302813"/>
                  </a:lnTo>
                  <a:lnTo>
                    <a:pt x="594144" y="282502"/>
                  </a:lnTo>
                  <a:lnTo>
                    <a:pt x="637943" y="261105"/>
                  </a:lnTo>
                  <a:lnTo>
                    <a:pt x="682658" y="239074"/>
                  </a:lnTo>
                  <a:lnTo>
                    <a:pt x="727546" y="216925"/>
                  </a:lnTo>
                  <a:lnTo>
                    <a:pt x="771842" y="195184"/>
                  </a:lnTo>
                  <a:lnTo>
                    <a:pt x="814854" y="174335"/>
                  </a:lnTo>
                  <a:lnTo>
                    <a:pt x="856037" y="154783"/>
                  </a:lnTo>
                  <a:lnTo>
                    <a:pt x="895054" y="136818"/>
                  </a:lnTo>
                  <a:lnTo>
                    <a:pt x="931805" y="120610"/>
                  </a:lnTo>
                  <a:lnTo>
                    <a:pt x="966436" y="106208"/>
                  </a:lnTo>
                  <a:lnTo>
                    <a:pt x="981363" y="100330"/>
                  </a:lnTo>
                  <a:lnTo>
                    <a:pt x="1021422" y="85809"/>
                  </a:lnTo>
                  <a:lnTo>
                    <a:pt x="1060307" y="73861"/>
                  </a:lnTo>
                  <a:lnTo>
                    <a:pt x="1099747" y="64087"/>
                  </a:lnTo>
                  <a:lnTo>
                    <a:pt x="1141452" y="56045"/>
                  </a:lnTo>
                  <a:lnTo>
                    <a:pt x="1186485" y="49397"/>
                  </a:lnTo>
                  <a:lnTo>
                    <a:pt x="1234504" y="43950"/>
                  </a:lnTo>
                  <a:lnTo>
                    <a:pt x="1282915" y="39658"/>
                  </a:lnTo>
                  <a:lnTo>
                    <a:pt x="1326671" y="36554"/>
                  </a:lnTo>
                  <a:lnTo>
                    <a:pt x="1359814" y="34631"/>
                  </a:lnTo>
                  <a:lnTo>
                    <a:pt x="1378764" y="33715"/>
                  </a:lnTo>
                  <a:lnTo>
                    <a:pt x="1385073" y="33457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3694" y="66"/>
                  </a:lnTo>
                  <a:lnTo>
                    <a:pt x="1372781" y="543"/>
                  </a:lnTo>
                  <a:lnTo>
                    <a:pt x="1347906" y="1836"/>
                  </a:lnTo>
                  <a:lnTo>
                    <a:pt x="1309786" y="4231"/>
                  </a:lnTo>
                  <a:lnTo>
                    <a:pt x="1263402" y="7824"/>
                  </a:lnTo>
                  <a:lnTo>
                    <a:pt x="1214670" y="12589"/>
                  </a:lnTo>
                  <a:lnTo>
                    <a:pt x="1167700" y="18512"/>
                  </a:lnTo>
                  <a:lnTo>
                    <a:pt x="1124081" y="25696"/>
                  </a:lnTo>
                  <a:lnTo>
                    <a:pt x="1083480" y="34396"/>
                  </a:lnTo>
                  <a:lnTo>
                    <a:pt x="1044488" y="45001"/>
                  </a:lnTo>
                  <a:lnTo>
                    <a:pt x="1005312" y="57962"/>
                  </a:lnTo>
                  <a:lnTo>
                    <a:pt x="981363" y="66886"/>
                  </a:lnTo>
                  <a:lnTo>
                    <a:pt x="947566" y="80491"/>
                  </a:lnTo>
                  <a:lnTo>
                    <a:pt x="911798" y="95890"/>
                  </a:lnTo>
                  <a:lnTo>
                    <a:pt x="873799" y="113081"/>
                  </a:lnTo>
                  <a:lnTo>
                    <a:pt x="833558" y="131951"/>
                  </a:lnTo>
                  <a:lnTo>
                    <a:pt x="791310" y="152262"/>
                  </a:lnTo>
                  <a:lnTo>
                    <a:pt x="747510" y="173660"/>
                  </a:lnTo>
                  <a:lnTo>
                    <a:pt x="702795" y="195690"/>
                  </a:lnTo>
                  <a:lnTo>
                    <a:pt x="657908" y="217839"/>
                  </a:lnTo>
                  <a:lnTo>
                    <a:pt x="613611" y="239580"/>
                  </a:lnTo>
                  <a:lnTo>
                    <a:pt x="570599" y="260429"/>
                  </a:lnTo>
                  <a:lnTo>
                    <a:pt x="529416" y="279981"/>
                  </a:lnTo>
                  <a:lnTo>
                    <a:pt x="490399" y="297946"/>
                  </a:lnTo>
                  <a:lnTo>
                    <a:pt x="453649" y="314154"/>
                  </a:lnTo>
                  <a:lnTo>
                    <a:pt x="419017" y="328557"/>
                  </a:lnTo>
                  <a:lnTo>
                    <a:pt x="404090" y="334434"/>
                  </a:lnTo>
                  <a:lnTo>
                    <a:pt x="364031" y="348955"/>
                  </a:lnTo>
                  <a:lnTo>
                    <a:pt x="325146" y="360903"/>
                  </a:lnTo>
                  <a:lnTo>
                    <a:pt x="285707" y="370678"/>
                  </a:lnTo>
                  <a:lnTo>
                    <a:pt x="244002" y="378719"/>
                  </a:lnTo>
                  <a:lnTo>
                    <a:pt x="198968" y="385367"/>
                  </a:lnTo>
                  <a:lnTo>
                    <a:pt x="150950" y="390814"/>
                  </a:lnTo>
                  <a:lnTo>
                    <a:pt x="102539" y="395106"/>
                  </a:lnTo>
                  <a:lnTo>
                    <a:pt x="58782" y="398210"/>
                  </a:lnTo>
                  <a:lnTo>
                    <a:pt x="25639" y="400133"/>
                  </a:lnTo>
                  <a:lnTo>
                    <a:pt x="6690" y="401049"/>
                  </a:lnTo>
                  <a:lnTo>
                    <a:pt x="380" y="401308"/>
                  </a:lnTo>
                  <a:lnTo>
                    <a:pt x="0" y="401321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2050472" y="3686992"/>
              <a:ext cx="1385454" cy="2943025"/>
            </a:xfrm>
            <a:custGeom>
              <a:avLst/>
              <a:pathLst>
                <a:path w="1385454" h="2943025">
                  <a:moveTo>
                    <a:pt x="0" y="2943025"/>
                  </a:moveTo>
                  <a:lnTo>
                    <a:pt x="770" y="2942821"/>
                  </a:lnTo>
                  <a:lnTo>
                    <a:pt x="5716" y="2941359"/>
                  </a:lnTo>
                  <a:lnTo>
                    <a:pt x="17718" y="2937327"/>
                  </a:lnTo>
                  <a:lnTo>
                    <a:pt x="37958" y="2929544"/>
                  </a:lnTo>
                  <a:lnTo>
                    <a:pt x="65780" y="2917187"/>
                  </a:lnTo>
                  <a:lnTo>
                    <a:pt x="99110" y="2899906"/>
                  </a:lnTo>
                  <a:lnTo>
                    <a:pt x="135309" y="2877718"/>
                  </a:lnTo>
                  <a:lnTo>
                    <a:pt x="172017" y="2850763"/>
                  </a:lnTo>
                  <a:lnTo>
                    <a:pt x="207630" y="2819058"/>
                  </a:lnTo>
                  <a:lnTo>
                    <a:pt x="241385" y="2782334"/>
                  </a:lnTo>
                  <a:lnTo>
                    <a:pt x="273207" y="2739968"/>
                  </a:lnTo>
                  <a:lnTo>
                    <a:pt x="303485" y="2690980"/>
                  </a:lnTo>
                  <a:lnTo>
                    <a:pt x="332880" y="2634096"/>
                  </a:lnTo>
                  <a:lnTo>
                    <a:pt x="362168" y="2567891"/>
                  </a:lnTo>
                  <a:lnTo>
                    <a:pt x="392095" y="2491115"/>
                  </a:lnTo>
                  <a:lnTo>
                    <a:pt x="404090" y="2458095"/>
                  </a:lnTo>
                  <a:lnTo>
                    <a:pt x="422823" y="2404368"/>
                  </a:lnTo>
                  <a:lnTo>
                    <a:pt x="442118" y="2346608"/>
                  </a:lnTo>
                  <a:lnTo>
                    <a:pt x="462051" y="2284735"/>
                  </a:lnTo>
                  <a:lnTo>
                    <a:pt x="482673" y="2218734"/>
                  </a:lnTo>
                  <a:lnTo>
                    <a:pt x="504008" y="2148671"/>
                  </a:lnTo>
                  <a:lnTo>
                    <a:pt x="526059" y="2074694"/>
                  </a:lnTo>
                  <a:lnTo>
                    <a:pt x="548800" y="1997039"/>
                  </a:lnTo>
                  <a:lnTo>
                    <a:pt x="572185" y="1916032"/>
                  </a:lnTo>
                  <a:lnTo>
                    <a:pt x="596143" y="1832085"/>
                  </a:lnTo>
                  <a:lnTo>
                    <a:pt x="620584" y="1745693"/>
                  </a:lnTo>
                  <a:lnTo>
                    <a:pt x="645399" y="1657421"/>
                  </a:lnTo>
                  <a:lnTo>
                    <a:pt x="670466" y="1567889"/>
                  </a:lnTo>
                  <a:lnTo>
                    <a:pt x="695654" y="1477758"/>
                  </a:lnTo>
                  <a:lnTo>
                    <a:pt x="720825" y="1387706"/>
                  </a:lnTo>
                  <a:lnTo>
                    <a:pt x="745845" y="1298409"/>
                  </a:lnTo>
                  <a:lnTo>
                    <a:pt x="770584" y="1210520"/>
                  </a:lnTo>
                  <a:lnTo>
                    <a:pt x="794922" y="1124648"/>
                  </a:lnTo>
                  <a:lnTo>
                    <a:pt x="818754" y="1041342"/>
                  </a:lnTo>
                  <a:lnTo>
                    <a:pt x="841995" y="961080"/>
                  </a:lnTo>
                  <a:lnTo>
                    <a:pt x="864579" y="884253"/>
                  </a:lnTo>
                  <a:lnTo>
                    <a:pt x="886465" y="811168"/>
                  </a:lnTo>
                  <a:lnTo>
                    <a:pt x="907634" y="742038"/>
                  </a:lnTo>
                  <a:lnTo>
                    <a:pt x="928092" y="676993"/>
                  </a:lnTo>
                  <a:lnTo>
                    <a:pt x="947872" y="616079"/>
                  </a:lnTo>
                  <a:lnTo>
                    <a:pt x="967029" y="559266"/>
                  </a:lnTo>
                  <a:lnTo>
                    <a:pt x="981363" y="518373"/>
                  </a:lnTo>
                  <a:lnTo>
                    <a:pt x="1011702" y="437272"/>
                  </a:lnTo>
                  <a:lnTo>
                    <a:pt x="1041158" y="367058"/>
                  </a:lnTo>
                  <a:lnTo>
                    <a:pt x="1070417" y="306701"/>
                  </a:lnTo>
                  <a:lnTo>
                    <a:pt x="1100262" y="254792"/>
                  </a:lnTo>
                  <a:lnTo>
                    <a:pt x="1131415" y="209973"/>
                  </a:lnTo>
                  <a:lnTo>
                    <a:pt x="1164394" y="171139"/>
                  </a:lnTo>
                  <a:lnTo>
                    <a:pt x="1199329" y="137523"/>
                  </a:lnTo>
                  <a:lnTo>
                    <a:pt x="1235752" y="108722"/>
                  </a:lnTo>
                  <a:lnTo>
                    <a:pt x="1272394" y="84656"/>
                  </a:lnTo>
                  <a:lnTo>
                    <a:pt x="1307160" y="65443"/>
                  </a:lnTo>
                  <a:lnTo>
                    <a:pt x="1337434" y="51179"/>
                  </a:lnTo>
                  <a:lnTo>
                    <a:pt x="1360809" y="41680"/>
                  </a:lnTo>
                  <a:lnTo>
                    <a:pt x="1375993" y="36308"/>
                  </a:lnTo>
                  <a:lnTo>
                    <a:pt x="1383440" y="33996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4683" y="203"/>
                  </a:lnTo>
                  <a:lnTo>
                    <a:pt x="1379737" y="1666"/>
                  </a:lnTo>
                  <a:lnTo>
                    <a:pt x="1367735" y="5697"/>
                  </a:lnTo>
                  <a:lnTo>
                    <a:pt x="1347496" y="13481"/>
                  </a:lnTo>
                  <a:lnTo>
                    <a:pt x="1319674" y="25838"/>
                  </a:lnTo>
                  <a:lnTo>
                    <a:pt x="1286343" y="43118"/>
                  </a:lnTo>
                  <a:lnTo>
                    <a:pt x="1250144" y="65306"/>
                  </a:lnTo>
                  <a:lnTo>
                    <a:pt x="1213437" y="92262"/>
                  </a:lnTo>
                  <a:lnTo>
                    <a:pt x="1177824" y="123967"/>
                  </a:lnTo>
                  <a:lnTo>
                    <a:pt x="1144068" y="160691"/>
                  </a:lnTo>
                  <a:lnTo>
                    <a:pt x="1112246" y="203057"/>
                  </a:lnTo>
                  <a:lnTo>
                    <a:pt x="1081968" y="252044"/>
                  </a:lnTo>
                  <a:lnTo>
                    <a:pt x="1052573" y="308929"/>
                  </a:lnTo>
                  <a:lnTo>
                    <a:pt x="1023285" y="375133"/>
                  </a:lnTo>
                  <a:lnTo>
                    <a:pt x="993359" y="451910"/>
                  </a:lnTo>
                  <a:lnTo>
                    <a:pt x="981363" y="484930"/>
                  </a:lnTo>
                  <a:lnTo>
                    <a:pt x="962631" y="538657"/>
                  </a:lnTo>
                  <a:lnTo>
                    <a:pt x="943336" y="596416"/>
                  </a:lnTo>
                  <a:lnTo>
                    <a:pt x="923403" y="658290"/>
                  </a:lnTo>
                  <a:lnTo>
                    <a:pt x="902781" y="724290"/>
                  </a:lnTo>
                  <a:lnTo>
                    <a:pt x="881445" y="794353"/>
                  </a:lnTo>
                  <a:lnTo>
                    <a:pt x="859395" y="868330"/>
                  </a:lnTo>
                  <a:lnTo>
                    <a:pt x="836653" y="945985"/>
                  </a:lnTo>
                  <a:lnTo>
                    <a:pt x="813268" y="1026993"/>
                  </a:lnTo>
                  <a:lnTo>
                    <a:pt x="789310" y="1110939"/>
                  </a:lnTo>
                  <a:lnTo>
                    <a:pt x="764869" y="1197331"/>
                  </a:lnTo>
                  <a:lnTo>
                    <a:pt x="740054" y="1285604"/>
                  </a:lnTo>
                  <a:lnTo>
                    <a:pt x="714987" y="1375136"/>
                  </a:lnTo>
                  <a:lnTo>
                    <a:pt x="689800" y="1465267"/>
                  </a:lnTo>
                  <a:lnTo>
                    <a:pt x="664628" y="1555319"/>
                  </a:lnTo>
                  <a:lnTo>
                    <a:pt x="639608" y="1644616"/>
                  </a:lnTo>
                  <a:lnTo>
                    <a:pt x="614870" y="1732505"/>
                  </a:lnTo>
                  <a:lnTo>
                    <a:pt x="590532" y="1818377"/>
                  </a:lnTo>
                  <a:lnTo>
                    <a:pt x="566700" y="1901682"/>
                  </a:lnTo>
                  <a:lnTo>
                    <a:pt x="543459" y="1981945"/>
                  </a:lnTo>
                  <a:lnTo>
                    <a:pt x="520874" y="2058771"/>
                  </a:lnTo>
                  <a:lnTo>
                    <a:pt x="498989" y="2131857"/>
                  </a:lnTo>
                  <a:lnTo>
                    <a:pt x="477820" y="2200986"/>
                  </a:lnTo>
                  <a:lnTo>
                    <a:pt x="457361" y="2266031"/>
                  </a:lnTo>
                  <a:lnTo>
                    <a:pt x="437582" y="2326945"/>
                  </a:lnTo>
                  <a:lnTo>
                    <a:pt x="418425" y="2383759"/>
                  </a:lnTo>
                  <a:lnTo>
                    <a:pt x="404090" y="2424651"/>
                  </a:lnTo>
                  <a:lnTo>
                    <a:pt x="373751" y="2505753"/>
                  </a:lnTo>
                  <a:lnTo>
                    <a:pt x="344295" y="2575967"/>
                  </a:lnTo>
                  <a:lnTo>
                    <a:pt x="315036" y="2636324"/>
                  </a:lnTo>
                  <a:lnTo>
                    <a:pt x="285192" y="2688233"/>
                  </a:lnTo>
                  <a:lnTo>
                    <a:pt x="254038" y="2733052"/>
                  </a:lnTo>
                  <a:lnTo>
                    <a:pt x="221060" y="2771886"/>
                  </a:lnTo>
                  <a:lnTo>
                    <a:pt x="186124" y="2805502"/>
                  </a:lnTo>
                  <a:lnTo>
                    <a:pt x="149702" y="2834302"/>
                  </a:lnTo>
                  <a:lnTo>
                    <a:pt x="113059" y="2858368"/>
                  </a:lnTo>
                  <a:lnTo>
                    <a:pt x="78293" y="2877581"/>
                  </a:lnTo>
                  <a:lnTo>
                    <a:pt x="48019" y="2891845"/>
                  </a:lnTo>
                  <a:lnTo>
                    <a:pt x="24644" y="2901344"/>
                  </a:lnTo>
                  <a:lnTo>
                    <a:pt x="9460" y="2906716"/>
                  </a:lnTo>
                  <a:lnTo>
                    <a:pt x="2014" y="2909028"/>
                  </a:lnTo>
                  <a:lnTo>
                    <a:pt x="0" y="2909582"/>
                  </a:lnTo>
                  <a:close/>
                </a:path>
              </a:pathLst>
            </a:custGeom>
            <a:solidFill>
              <a:srgbClr val="9C27B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2050472" y="5158505"/>
              <a:ext cx="1385454" cy="1504956"/>
            </a:xfrm>
            <a:custGeom>
              <a:avLst/>
              <a:pathLst>
                <a:path w="1385454" h="1504956">
                  <a:moveTo>
                    <a:pt x="0" y="1504956"/>
                  </a:moveTo>
                  <a:lnTo>
                    <a:pt x="1429" y="1504760"/>
                  </a:lnTo>
                  <a:lnTo>
                    <a:pt x="10384" y="1503353"/>
                  </a:lnTo>
                  <a:lnTo>
                    <a:pt x="31194" y="1499514"/>
                  </a:lnTo>
                  <a:lnTo>
                    <a:pt x="64039" y="1492307"/>
                  </a:lnTo>
                  <a:lnTo>
                    <a:pt x="105471" y="1481316"/>
                  </a:lnTo>
                  <a:lnTo>
                    <a:pt x="150605" y="1466555"/>
                  </a:lnTo>
                  <a:lnTo>
                    <a:pt x="195397" y="1448130"/>
                  </a:lnTo>
                  <a:lnTo>
                    <a:pt x="237675" y="1425919"/>
                  </a:lnTo>
                  <a:lnTo>
                    <a:pt x="277003" y="1399405"/>
                  </a:lnTo>
                  <a:lnTo>
                    <a:pt x="314097" y="1367656"/>
                  </a:lnTo>
                  <a:lnTo>
                    <a:pt x="350263" y="1329414"/>
                  </a:lnTo>
                  <a:lnTo>
                    <a:pt x="386955" y="1283372"/>
                  </a:lnTo>
                  <a:lnTo>
                    <a:pt x="404090" y="1259704"/>
                  </a:lnTo>
                  <a:lnTo>
                    <a:pt x="429189" y="1223021"/>
                  </a:lnTo>
                  <a:lnTo>
                    <a:pt x="455335" y="1182686"/>
                  </a:lnTo>
                  <a:lnTo>
                    <a:pt x="482678" y="1138640"/>
                  </a:lnTo>
                  <a:lnTo>
                    <a:pt x="511287" y="1090946"/>
                  </a:lnTo>
                  <a:lnTo>
                    <a:pt x="541154" y="1039799"/>
                  </a:lnTo>
                  <a:lnTo>
                    <a:pt x="572196" y="985537"/>
                  </a:lnTo>
                  <a:lnTo>
                    <a:pt x="604255" y="928637"/>
                  </a:lnTo>
                  <a:lnTo>
                    <a:pt x="637109" y="869705"/>
                  </a:lnTo>
                  <a:lnTo>
                    <a:pt x="670484" y="809453"/>
                  </a:lnTo>
                  <a:lnTo>
                    <a:pt x="704072" y="748663"/>
                  </a:lnTo>
                  <a:lnTo>
                    <a:pt x="737552" y="688148"/>
                  </a:lnTo>
                  <a:lnTo>
                    <a:pt x="770607" y="628705"/>
                  </a:lnTo>
                  <a:lnTo>
                    <a:pt x="802951" y="571073"/>
                  </a:lnTo>
                  <a:lnTo>
                    <a:pt x="834343" y="515895"/>
                  </a:lnTo>
                  <a:lnTo>
                    <a:pt x="864605" y="463693"/>
                  </a:lnTo>
                  <a:lnTo>
                    <a:pt x="893628" y="414851"/>
                  </a:lnTo>
                  <a:lnTo>
                    <a:pt x="921377" y="369607"/>
                  </a:lnTo>
                  <a:lnTo>
                    <a:pt x="947899" y="328068"/>
                  </a:lnTo>
                  <a:lnTo>
                    <a:pt x="973317" y="290212"/>
                  </a:lnTo>
                  <a:lnTo>
                    <a:pt x="981363" y="278695"/>
                  </a:lnTo>
                  <a:lnTo>
                    <a:pt x="1018708" y="228819"/>
                  </a:lnTo>
                  <a:lnTo>
                    <a:pt x="1054939" y="187188"/>
                  </a:lnTo>
                  <a:lnTo>
                    <a:pt x="1091432" y="152664"/>
                  </a:lnTo>
                  <a:lnTo>
                    <a:pt x="1129612" y="123917"/>
                  </a:lnTo>
                  <a:lnTo>
                    <a:pt x="1170523" y="99845"/>
                  </a:lnTo>
                  <a:lnTo>
                    <a:pt x="1214329" y="79741"/>
                  </a:lnTo>
                  <a:lnTo>
                    <a:pt x="1259705" y="63314"/>
                  </a:lnTo>
                  <a:lnTo>
                    <a:pt x="1303411" y="50599"/>
                  </a:lnTo>
                  <a:lnTo>
                    <a:pt x="1340722" y="41696"/>
                  </a:lnTo>
                  <a:lnTo>
                    <a:pt x="1367218" y="36418"/>
                  </a:lnTo>
                  <a:lnTo>
                    <a:pt x="1381248" y="34051"/>
                  </a:lnTo>
                  <a:lnTo>
                    <a:pt x="1385314" y="33461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4024" y="195"/>
                  </a:lnTo>
                  <a:lnTo>
                    <a:pt x="1375070" y="1603"/>
                  </a:lnTo>
                  <a:lnTo>
                    <a:pt x="1354259" y="5442"/>
                  </a:lnTo>
                  <a:lnTo>
                    <a:pt x="1321414" y="12649"/>
                  </a:lnTo>
                  <a:lnTo>
                    <a:pt x="1279983" y="23640"/>
                  </a:lnTo>
                  <a:lnTo>
                    <a:pt x="1234849" y="38401"/>
                  </a:lnTo>
                  <a:lnTo>
                    <a:pt x="1190056" y="56825"/>
                  </a:lnTo>
                  <a:lnTo>
                    <a:pt x="1147778" y="79037"/>
                  </a:lnTo>
                  <a:lnTo>
                    <a:pt x="1108450" y="105550"/>
                  </a:lnTo>
                  <a:lnTo>
                    <a:pt x="1071356" y="137299"/>
                  </a:lnTo>
                  <a:lnTo>
                    <a:pt x="1035191" y="175541"/>
                  </a:lnTo>
                  <a:lnTo>
                    <a:pt x="998498" y="221583"/>
                  </a:lnTo>
                  <a:lnTo>
                    <a:pt x="981363" y="245252"/>
                  </a:lnTo>
                  <a:lnTo>
                    <a:pt x="956264" y="281934"/>
                  </a:lnTo>
                  <a:lnTo>
                    <a:pt x="930118" y="322270"/>
                  </a:lnTo>
                  <a:lnTo>
                    <a:pt x="902776" y="366316"/>
                  </a:lnTo>
                  <a:lnTo>
                    <a:pt x="874167" y="414009"/>
                  </a:lnTo>
                  <a:lnTo>
                    <a:pt x="844299" y="465156"/>
                  </a:lnTo>
                  <a:lnTo>
                    <a:pt x="813257" y="519418"/>
                  </a:lnTo>
                  <a:lnTo>
                    <a:pt x="781199" y="576318"/>
                  </a:lnTo>
                  <a:lnTo>
                    <a:pt x="748345" y="635250"/>
                  </a:lnTo>
                  <a:lnTo>
                    <a:pt x="714970" y="695503"/>
                  </a:lnTo>
                  <a:lnTo>
                    <a:pt x="681381" y="756292"/>
                  </a:lnTo>
                  <a:lnTo>
                    <a:pt x="647902" y="816807"/>
                  </a:lnTo>
                  <a:lnTo>
                    <a:pt x="614847" y="876250"/>
                  </a:lnTo>
                  <a:lnTo>
                    <a:pt x="582503" y="933882"/>
                  </a:lnTo>
                  <a:lnTo>
                    <a:pt x="551110" y="989060"/>
                  </a:lnTo>
                  <a:lnTo>
                    <a:pt x="520848" y="1041262"/>
                  </a:lnTo>
                  <a:lnTo>
                    <a:pt x="491826" y="1090105"/>
                  </a:lnTo>
                  <a:lnTo>
                    <a:pt x="464076" y="1135348"/>
                  </a:lnTo>
                  <a:lnTo>
                    <a:pt x="437554" y="1176888"/>
                  </a:lnTo>
                  <a:lnTo>
                    <a:pt x="412137" y="1214743"/>
                  </a:lnTo>
                  <a:lnTo>
                    <a:pt x="404090" y="1226260"/>
                  </a:lnTo>
                  <a:lnTo>
                    <a:pt x="366745" y="1276137"/>
                  </a:lnTo>
                  <a:lnTo>
                    <a:pt x="330515" y="1317767"/>
                  </a:lnTo>
                  <a:lnTo>
                    <a:pt x="294022" y="1352291"/>
                  </a:lnTo>
                  <a:lnTo>
                    <a:pt x="255842" y="1381038"/>
                  </a:lnTo>
                  <a:lnTo>
                    <a:pt x="214931" y="1405110"/>
                  </a:lnTo>
                  <a:lnTo>
                    <a:pt x="171125" y="1425214"/>
                  </a:lnTo>
                  <a:lnTo>
                    <a:pt x="125749" y="1441641"/>
                  </a:lnTo>
                  <a:lnTo>
                    <a:pt x="82043" y="1454356"/>
                  </a:lnTo>
                  <a:lnTo>
                    <a:pt x="44732" y="1463259"/>
                  </a:lnTo>
                  <a:lnTo>
                    <a:pt x="18236" y="1468537"/>
                  </a:lnTo>
                  <a:lnTo>
                    <a:pt x="4206" y="1470904"/>
                  </a:lnTo>
                  <a:lnTo>
                    <a:pt x="139" y="1471494"/>
                  </a:lnTo>
                  <a:lnTo>
                    <a:pt x="0" y="1471512"/>
                  </a:lnTo>
                  <a:close/>
                </a:path>
              </a:pathLst>
            </a:custGeom>
            <a:solidFill>
              <a:srgbClr val="9C27B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2050472" y="6061479"/>
              <a:ext cx="1385454" cy="635425"/>
            </a:xfrm>
            <a:custGeom>
              <a:avLst/>
              <a:pathLst>
                <a:path w="1385454" h="635425">
                  <a:moveTo>
                    <a:pt x="0" y="635425"/>
                  </a:moveTo>
                  <a:lnTo>
                    <a:pt x="1719" y="635328"/>
                  </a:lnTo>
                  <a:lnTo>
                    <a:pt x="12388" y="634631"/>
                  </a:lnTo>
                  <a:lnTo>
                    <a:pt x="36766" y="632737"/>
                  </a:lnTo>
                  <a:lnTo>
                    <a:pt x="74259" y="629224"/>
                  </a:lnTo>
                  <a:lnTo>
                    <a:pt x="120075" y="623944"/>
                  </a:lnTo>
                  <a:lnTo>
                    <a:pt x="168414" y="616932"/>
                  </a:lnTo>
                  <a:lnTo>
                    <a:pt x="215155" y="608213"/>
                  </a:lnTo>
                  <a:lnTo>
                    <a:pt x="258626" y="597648"/>
                  </a:lnTo>
                  <a:lnTo>
                    <a:pt x="299066" y="584879"/>
                  </a:lnTo>
                  <a:lnTo>
                    <a:pt x="337799" y="569345"/>
                  </a:lnTo>
                  <a:lnTo>
                    <a:pt x="376571" y="550388"/>
                  </a:lnTo>
                  <a:lnTo>
                    <a:pt x="404090" y="535095"/>
                  </a:lnTo>
                  <a:lnTo>
                    <a:pt x="436200" y="515744"/>
                  </a:lnTo>
                  <a:lnTo>
                    <a:pt x="470076" y="493959"/>
                  </a:lnTo>
                  <a:lnTo>
                    <a:pt x="505961" y="469733"/>
                  </a:lnTo>
                  <a:lnTo>
                    <a:pt x="543889" y="443195"/>
                  </a:lnTo>
                  <a:lnTo>
                    <a:pt x="583693" y="414623"/>
                  </a:lnTo>
                  <a:lnTo>
                    <a:pt x="625020" y="384444"/>
                  </a:lnTo>
                  <a:lnTo>
                    <a:pt x="667358" y="353214"/>
                  </a:lnTo>
                  <a:lnTo>
                    <a:pt x="710087" y="321580"/>
                  </a:lnTo>
                  <a:lnTo>
                    <a:pt x="752548" y="290223"/>
                  </a:lnTo>
                  <a:lnTo>
                    <a:pt x="794107" y="259801"/>
                  </a:lnTo>
                  <a:lnTo>
                    <a:pt x="834230" y="230891"/>
                  </a:lnTo>
                  <a:lnTo>
                    <a:pt x="872529" y="203945"/>
                  </a:lnTo>
                  <a:lnTo>
                    <a:pt x="908800" y="179271"/>
                  </a:lnTo>
                  <a:lnTo>
                    <a:pt x="943042" y="157025"/>
                  </a:lnTo>
                  <a:lnTo>
                    <a:pt x="975455" y="137224"/>
                  </a:lnTo>
                  <a:lnTo>
                    <a:pt x="981363" y="133773"/>
                  </a:lnTo>
                  <a:lnTo>
                    <a:pt x="1021102" y="112154"/>
                  </a:lnTo>
                  <a:lnTo>
                    <a:pt x="1059673" y="94335"/>
                  </a:lnTo>
                  <a:lnTo>
                    <a:pt x="1098760" y="79734"/>
                  </a:lnTo>
                  <a:lnTo>
                    <a:pt x="1140040" y="67705"/>
                  </a:lnTo>
                  <a:lnTo>
                    <a:pt x="1184580" y="57744"/>
                  </a:lnTo>
                  <a:lnTo>
                    <a:pt x="1232111" y="49564"/>
                  </a:lnTo>
                  <a:lnTo>
                    <a:pt x="1280216" y="43086"/>
                  </a:lnTo>
                  <a:lnTo>
                    <a:pt x="1324077" y="38359"/>
                  </a:lnTo>
                  <a:lnTo>
                    <a:pt x="1357844" y="35381"/>
                  </a:lnTo>
                  <a:lnTo>
                    <a:pt x="1377749" y="33918"/>
                  </a:lnTo>
                  <a:lnTo>
                    <a:pt x="1384878" y="33474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3735" y="96"/>
                  </a:lnTo>
                  <a:lnTo>
                    <a:pt x="1373066" y="794"/>
                  </a:lnTo>
                  <a:lnTo>
                    <a:pt x="1348688" y="2688"/>
                  </a:lnTo>
                  <a:lnTo>
                    <a:pt x="1311195" y="6201"/>
                  </a:lnTo>
                  <a:lnTo>
                    <a:pt x="1265378" y="11481"/>
                  </a:lnTo>
                  <a:lnTo>
                    <a:pt x="1217039" y="18493"/>
                  </a:lnTo>
                  <a:lnTo>
                    <a:pt x="1170298" y="27212"/>
                  </a:lnTo>
                  <a:lnTo>
                    <a:pt x="1126827" y="37777"/>
                  </a:lnTo>
                  <a:lnTo>
                    <a:pt x="1086388" y="50546"/>
                  </a:lnTo>
                  <a:lnTo>
                    <a:pt x="1047654" y="66080"/>
                  </a:lnTo>
                  <a:lnTo>
                    <a:pt x="1008883" y="85037"/>
                  </a:lnTo>
                  <a:lnTo>
                    <a:pt x="981363" y="100330"/>
                  </a:lnTo>
                  <a:lnTo>
                    <a:pt x="949254" y="119681"/>
                  </a:lnTo>
                  <a:lnTo>
                    <a:pt x="915377" y="141466"/>
                  </a:lnTo>
                  <a:lnTo>
                    <a:pt x="879493" y="165692"/>
                  </a:lnTo>
                  <a:lnTo>
                    <a:pt x="841565" y="192230"/>
                  </a:lnTo>
                  <a:lnTo>
                    <a:pt x="801760" y="220802"/>
                  </a:lnTo>
                  <a:lnTo>
                    <a:pt x="760433" y="250981"/>
                  </a:lnTo>
                  <a:lnTo>
                    <a:pt x="718096" y="282211"/>
                  </a:lnTo>
                  <a:lnTo>
                    <a:pt x="675366" y="313845"/>
                  </a:lnTo>
                  <a:lnTo>
                    <a:pt x="632906" y="345202"/>
                  </a:lnTo>
                  <a:lnTo>
                    <a:pt x="591346" y="375624"/>
                  </a:lnTo>
                  <a:lnTo>
                    <a:pt x="551224" y="404534"/>
                  </a:lnTo>
                  <a:lnTo>
                    <a:pt x="512925" y="431480"/>
                  </a:lnTo>
                  <a:lnTo>
                    <a:pt x="476653" y="456154"/>
                  </a:lnTo>
                  <a:lnTo>
                    <a:pt x="442412" y="478400"/>
                  </a:lnTo>
                  <a:lnTo>
                    <a:pt x="409999" y="498201"/>
                  </a:lnTo>
                  <a:lnTo>
                    <a:pt x="404090" y="501652"/>
                  </a:lnTo>
                  <a:lnTo>
                    <a:pt x="364351" y="523271"/>
                  </a:lnTo>
                  <a:lnTo>
                    <a:pt x="325781" y="541090"/>
                  </a:lnTo>
                  <a:lnTo>
                    <a:pt x="286693" y="555691"/>
                  </a:lnTo>
                  <a:lnTo>
                    <a:pt x="245413" y="567720"/>
                  </a:lnTo>
                  <a:lnTo>
                    <a:pt x="200874" y="577681"/>
                  </a:lnTo>
                  <a:lnTo>
                    <a:pt x="153343" y="585861"/>
                  </a:lnTo>
                  <a:lnTo>
                    <a:pt x="105237" y="592339"/>
                  </a:lnTo>
                  <a:lnTo>
                    <a:pt x="61376" y="597066"/>
                  </a:lnTo>
                  <a:lnTo>
                    <a:pt x="27609" y="600044"/>
                  </a:lnTo>
                  <a:lnTo>
                    <a:pt x="7705" y="601507"/>
                  </a:lnTo>
                  <a:lnTo>
                    <a:pt x="576" y="601951"/>
                  </a:lnTo>
                  <a:lnTo>
                    <a:pt x="0" y="601982"/>
                  </a:lnTo>
                  <a:close/>
                </a:path>
              </a:pathLst>
            </a:custGeom>
            <a:solidFill>
              <a:srgbClr val="9C27B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2050472" y="6094922"/>
              <a:ext cx="1385454" cy="635425"/>
            </a:xfrm>
            <a:custGeom>
              <a:avLst/>
              <a:pathLst>
                <a:path w="1385454" h="635425">
                  <a:moveTo>
                    <a:pt x="0" y="635425"/>
                  </a:moveTo>
                  <a:lnTo>
                    <a:pt x="1719" y="635328"/>
                  </a:lnTo>
                  <a:lnTo>
                    <a:pt x="12388" y="634631"/>
                  </a:lnTo>
                  <a:lnTo>
                    <a:pt x="36766" y="632737"/>
                  </a:lnTo>
                  <a:lnTo>
                    <a:pt x="74259" y="629224"/>
                  </a:lnTo>
                  <a:lnTo>
                    <a:pt x="120075" y="623944"/>
                  </a:lnTo>
                  <a:lnTo>
                    <a:pt x="168414" y="616932"/>
                  </a:lnTo>
                  <a:lnTo>
                    <a:pt x="215155" y="608213"/>
                  </a:lnTo>
                  <a:lnTo>
                    <a:pt x="258626" y="597648"/>
                  </a:lnTo>
                  <a:lnTo>
                    <a:pt x="299066" y="584879"/>
                  </a:lnTo>
                  <a:lnTo>
                    <a:pt x="337799" y="569345"/>
                  </a:lnTo>
                  <a:lnTo>
                    <a:pt x="376571" y="550388"/>
                  </a:lnTo>
                  <a:lnTo>
                    <a:pt x="404090" y="535095"/>
                  </a:lnTo>
                  <a:lnTo>
                    <a:pt x="436200" y="515744"/>
                  </a:lnTo>
                  <a:lnTo>
                    <a:pt x="470076" y="493959"/>
                  </a:lnTo>
                  <a:lnTo>
                    <a:pt x="505961" y="469733"/>
                  </a:lnTo>
                  <a:lnTo>
                    <a:pt x="543889" y="443195"/>
                  </a:lnTo>
                  <a:lnTo>
                    <a:pt x="583693" y="414623"/>
                  </a:lnTo>
                  <a:lnTo>
                    <a:pt x="625020" y="384444"/>
                  </a:lnTo>
                  <a:lnTo>
                    <a:pt x="667358" y="353214"/>
                  </a:lnTo>
                  <a:lnTo>
                    <a:pt x="710087" y="321580"/>
                  </a:lnTo>
                  <a:lnTo>
                    <a:pt x="752548" y="290223"/>
                  </a:lnTo>
                  <a:lnTo>
                    <a:pt x="794107" y="259801"/>
                  </a:lnTo>
                  <a:lnTo>
                    <a:pt x="834230" y="230891"/>
                  </a:lnTo>
                  <a:lnTo>
                    <a:pt x="872529" y="203945"/>
                  </a:lnTo>
                  <a:lnTo>
                    <a:pt x="908800" y="179271"/>
                  </a:lnTo>
                  <a:lnTo>
                    <a:pt x="943042" y="157025"/>
                  </a:lnTo>
                  <a:lnTo>
                    <a:pt x="975455" y="137224"/>
                  </a:lnTo>
                  <a:lnTo>
                    <a:pt x="981363" y="133773"/>
                  </a:lnTo>
                  <a:lnTo>
                    <a:pt x="1021102" y="112154"/>
                  </a:lnTo>
                  <a:lnTo>
                    <a:pt x="1059673" y="94335"/>
                  </a:lnTo>
                  <a:lnTo>
                    <a:pt x="1098760" y="79734"/>
                  </a:lnTo>
                  <a:lnTo>
                    <a:pt x="1140040" y="67705"/>
                  </a:lnTo>
                  <a:lnTo>
                    <a:pt x="1184580" y="57744"/>
                  </a:lnTo>
                  <a:lnTo>
                    <a:pt x="1232111" y="49564"/>
                  </a:lnTo>
                  <a:lnTo>
                    <a:pt x="1280216" y="43086"/>
                  </a:lnTo>
                  <a:lnTo>
                    <a:pt x="1324077" y="38359"/>
                  </a:lnTo>
                  <a:lnTo>
                    <a:pt x="1357844" y="35381"/>
                  </a:lnTo>
                  <a:lnTo>
                    <a:pt x="1377749" y="33918"/>
                  </a:lnTo>
                  <a:lnTo>
                    <a:pt x="1384878" y="33474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3735" y="96"/>
                  </a:lnTo>
                  <a:lnTo>
                    <a:pt x="1373066" y="794"/>
                  </a:lnTo>
                  <a:lnTo>
                    <a:pt x="1348688" y="2688"/>
                  </a:lnTo>
                  <a:lnTo>
                    <a:pt x="1311195" y="6201"/>
                  </a:lnTo>
                  <a:lnTo>
                    <a:pt x="1265378" y="11481"/>
                  </a:lnTo>
                  <a:lnTo>
                    <a:pt x="1217039" y="18493"/>
                  </a:lnTo>
                  <a:lnTo>
                    <a:pt x="1170298" y="27212"/>
                  </a:lnTo>
                  <a:lnTo>
                    <a:pt x="1126827" y="37777"/>
                  </a:lnTo>
                  <a:lnTo>
                    <a:pt x="1086388" y="50546"/>
                  </a:lnTo>
                  <a:lnTo>
                    <a:pt x="1047654" y="66080"/>
                  </a:lnTo>
                  <a:lnTo>
                    <a:pt x="1008883" y="85037"/>
                  </a:lnTo>
                  <a:lnTo>
                    <a:pt x="981363" y="100330"/>
                  </a:lnTo>
                  <a:lnTo>
                    <a:pt x="949254" y="119681"/>
                  </a:lnTo>
                  <a:lnTo>
                    <a:pt x="915377" y="141466"/>
                  </a:lnTo>
                  <a:lnTo>
                    <a:pt x="879493" y="165692"/>
                  </a:lnTo>
                  <a:lnTo>
                    <a:pt x="841565" y="192230"/>
                  </a:lnTo>
                  <a:lnTo>
                    <a:pt x="801760" y="220802"/>
                  </a:lnTo>
                  <a:lnTo>
                    <a:pt x="760433" y="250981"/>
                  </a:lnTo>
                  <a:lnTo>
                    <a:pt x="718096" y="282211"/>
                  </a:lnTo>
                  <a:lnTo>
                    <a:pt x="675366" y="313845"/>
                  </a:lnTo>
                  <a:lnTo>
                    <a:pt x="632906" y="345202"/>
                  </a:lnTo>
                  <a:lnTo>
                    <a:pt x="591346" y="375624"/>
                  </a:lnTo>
                  <a:lnTo>
                    <a:pt x="551224" y="404534"/>
                  </a:lnTo>
                  <a:lnTo>
                    <a:pt x="512925" y="431480"/>
                  </a:lnTo>
                  <a:lnTo>
                    <a:pt x="476653" y="456154"/>
                  </a:lnTo>
                  <a:lnTo>
                    <a:pt x="442412" y="478400"/>
                  </a:lnTo>
                  <a:lnTo>
                    <a:pt x="409999" y="498201"/>
                  </a:lnTo>
                  <a:lnTo>
                    <a:pt x="404090" y="501652"/>
                  </a:lnTo>
                  <a:lnTo>
                    <a:pt x="364351" y="523271"/>
                  </a:lnTo>
                  <a:lnTo>
                    <a:pt x="325781" y="541090"/>
                  </a:lnTo>
                  <a:lnTo>
                    <a:pt x="286693" y="555691"/>
                  </a:lnTo>
                  <a:lnTo>
                    <a:pt x="245413" y="567720"/>
                  </a:lnTo>
                  <a:lnTo>
                    <a:pt x="200874" y="577681"/>
                  </a:lnTo>
                  <a:lnTo>
                    <a:pt x="153343" y="585861"/>
                  </a:lnTo>
                  <a:lnTo>
                    <a:pt x="105237" y="592339"/>
                  </a:lnTo>
                  <a:lnTo>
                    <a:pt x="61376" y="597066"/>
                  </a:lnTo>
                  <a:lnTo>
                    <a:pt x="27609" y="600044"/>
                  </a:lnTo>
                  <a:lnTo>
                    <a:pt x="7705" y="601507"/>
                  </a:lnTo>
                  <a:lnTo>
                    <a:pt x="576" y="601951"/>
                  </a:lnTo>
                  <a:lnTo>
                    <a:pt x="0" y="601982"/>
                  </a:lnTo>
                  <a:close/>
                </a:path>
              </a:pathLst>
            </a:custGeom>
            <a:solidFill>
              <a:srgbClr val="9C27B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2050472" y="6128366"/>
              <a:ext cx="1385454" cy="635425"/>
            </a:xfrm>
            <a:custGeom>
              <a:avLst/>
              <a:pathLst>
                <a:path w="1385454" h="635425">
                  <a:moveTo>
                    <a:pt x="0" y="635425"/>
                  </a:moveTo>
                  <a:lnTo>
                    <a:pt x="1719" y="635328"/>
                  </a:lnTo>
                  <a:lnTo>
                    <a:pt x="12388" y="634631"/>
                  </a:lnTo>
                  <a:lnTo>
                    <a:pt x="36766" y="632737"/>
                  </a:lnTo>
                  <a:lnTo>
                    <a:pt x="74259" y="629224"/>
                  </a:lnTo>
                  <a:lnTo>
                    <a:pt x="120075" y="623944"/>
                  </a:lnTo>
                  <a:lnTo>
                    <a:pt x="168414" y="616932"/>
                  </a:lnTo>
                  <a:lnTo>
                    <a:pt x="215155" y="608213"/>
                  </a:lnTo>
                  <a:lnTo>
                    <a:pt x="258626" y="597648"/>
                  </a:lnTo>
                  <a:lnTo>
                    <a:pt x="299066" y="584879"/>
                  </a:lnTo>
                  <a:lnTo>
                    <a:pt x="337799" y="569345"/>
                  </a:lnTo>
                  <a:lnTo>
                    <a:pt x="376571" y="550388"/>
                  </a:lnTo>
                  <a:lnTo>
                    <a:pt x="404090" y="535095"/>
                  </a:lnTo>
                  <a:lnTo>
                    <a:pt x="436200" y="515744"/>
                  </a:lnTo>
                  <a:lnTo>
                    <a:pt x="470076" y="493959"/>
                  </a:lnTo>
                  <a:lnTo>
                    <a:pt x="505961" y="469733"/>
                  </a:lnTo>
                  <a:lnTo>
                    <a:pt x="543889" y="443195"/>
                  </a:lnTo>
                  <a:lnTo>
                    <a:pt x="583693" y="414623"/>
                  </a:lnTo>
                  <a:lnTo>
                    <a:pt x="625020" y="384444"/>
                  </a:lnTo>
                  <a:lnTo>
                    <a:pt x="667358" y="353214"/>
                  </a:lnTo>
                  <a:lnTo>
                    <a:pt x="710087" y="321580"/>
                  </a:lnTo>
                  <a:lnTo>
                    <a:pt x="752548" y="290223"/>
                  </a:lnTo>
                  <a:lnTo>
                    <a:pt x="794107" y="259801"/>
                  </a:lnTo>
                  <a:lnTo>
                    <a:pt x="834230" y="230891"/>
                  </a:lnTo>
                  <a:lnTo>
                    <a:pt x="872529" y="203945"/>
                  </a:lnTo>
                  <a:lnTo>
                    <a:pt x="908800" y="179271"/>
                  </a:lnTo>
                  <a:lnTo>
                    <a:pt x="943042" y="157025"/>
                  </a:lnTo>
                  <a:lnTo>
                    <a:pt x="975455" y="137224"/>
                  </a:lnTo>
                  <a:lnTo>
                    <a:pt x="981363" y="133773"/>
                  </a:lnTo>
                  <a:lnTo>
                    <a:pt x="1021102" y="112154"/>
                  </a:lnTo>
                  <a:lnTo>
                    <a:pt x="1059673" y="94335"/>
                  </a:lnTo>
                  <a:lnTo>
                    <a:pt x="1098760" y="79734"/>
                  </a:lnTo>
                  <a:lnTo>
                    <a:pt x="1140040" y="67705"/>
                  </a:lnTo>
                  <a:lnTo>
                    <a:pt x="1184580" y="57744"/>
                  </a:lnTo>
                  <a:lnTo>
                    <a:pt x="1232111" y="49564"/>
                  </a:lnTo>
                  <a:lnTo>
                    <a:pt x="1280216" y="43086"/>
                  </a:lnTo>
                  <a:lnTo>
                    <a:pt x="1324077" y="38359"/>
                  </a:lnTo>
                  <a:lnTo>
                    <a:pt x="1357844" y="35381"/>
                  </a:lnTo>
                  <a:lnTo>
                    <a:pt x="1377749" y="33918"/>
                  </a:lnTo>
                  <a:lnTo>
                    <a:pt x="1384878" y="33474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3735" y="96"/>
                  </a:lnTo>
                  <a:lnTo>
                    <a:pt x="1373066" y="794"/>
                  </a:lnTo>
                  <a:lnTo>
                    <a:pt x="1348688" y="2688"/>
                  </a:lnTo>
                  <a:lnTo>
                    <a:pt x="1311195" y="6201"/>
                  </a:lnTo>
                  <a:lnTo>
                    <a:pt x="1265378" y="11481"/>
                  </a:lnTo>
                  <a:lnTo>
                    <a:pt x="1217039" y="18493"/>
                  </a:lnTo>
                  <a:lnTo>
                    <a:pt x="1170298" y="27212"/>
                  </a:lnTo>
                  <a:lnTo>
                    <a:pt x="1126827" y="37777"/>
                  </a:lnTo>
                  <a:lnTo>
                    <a:pt x="1086388" y="50546"/>
                  </a:lnTo>
                  <a:lnTo>
                    <a:pt x="1047654" y="66080"/>
                  </a:lnTo>
                  <a:lnTo>
                    <a:pt x="1008883" y="85037"/>
                  </a:lnTo>
                  <a:lnTo>
                    <a:pt x="981363" y="100330"/>
                  </a:lnTo>
                  <a:lnTo>
                    <a:pt x="949254" y="119681"/>
                  </a:lnTo>
                  <a:lnTo>
                    <a:pt x="915377" y="141466"/>
                  </a:lnTo>
                  <a:lnTo>
                    <a:pt x="879493" y="165692"/>
                  </a:lnTo>
                  <a:lnTo>
                    <a:pt x="841565" y="192230"/>
                  </a:lnTo>
                  <a:lnTo>
                    <a:pt x="801760" y="220802"/>
                  </a:lnTo>
                  <a:lnTo>
                    <a:pt x="760433" y="250981"/>
                  </a:lnTo>
                  <a:lnTo>
                    <a:pt x="718096" y="282211"/>
                  </a:lnTo>
                  <a:lnTo>
                    <a:pt x="675366" y="313845"/>
                  </a:lnTo>
                  <a:lnTo>
                    <a:pt x="632906" y="345202"/>
                  </a:lnTo>
                  <a:lnTo>
                    <a:pt x="591346" y="375624"/>
                  </a:lnTo>
                  <a:lnTo>
                    <a:pt x="551224" y="404534"/>
                  </a:lnTo>
                  <a:lnTo>
                    <a:pt x="512925" y="431480"/>
                  </a:lnTo>
                  <a:lnTo>
                    <a:pt x="476653" y="456154"/>
                  </a:lnTo>
                  <a:lnTo>
                    <a:pt x="442412" y="478400"/>
                  </a:lnTo>
                  <a:lnTo>
                    <a:pt x="409999" y="498201"/>
                  </a:lnTo>
                  <a:lnTo>
                    <a:pt x="404090" y="501652"/>
                  </a:lnTo>
                  <a:lnTo>
                    <a:pt x="364351" y="523271"/>
                  </a:lnTo>
                  <a:lnTo>
                    <a:pt x="325781" y="541090"/>
                  </a:lnTo>
                  <a:lnTo>
                    <a:pt x="286693" y="555691"/>
                  </a:lnTo>
                  <a:lnTo>
                    <a:pt x="245413" y="567720"/>
                  </a:lnTo>
                  <a:lnTo>
                    <a:pt x="200874" y="577681"/>
                  </a:lnTo>
                  <a:lnTo>
                    <a:pt x="153343" y="585861"/>
                  </a:lnTo>
                  <a:lnTo>
                    <a:pt x="105237" y="592339"/>
                  </a:lnTo>
                  <a:lnTo>
                    <a:pt x="61376" y="597066"/>
                  </a:lnTo>
                  <a:lnTo>
                    <a:pt x="27609" y="600044"/>
                  </a:lnTo>
                  <a:lnTo>
                    <a:pt x="7705" y="601507"/>
                  </a:lnTo>
                  <a:lnTo>
                    <a:pt x="576" y="601951"/>
                  </a:lnTo>
                  <a:lnTo>
                    <a:pt x="0" y="601982"/>
                  </a:lnTo>
                  <a:close/>
                </a:path>
              </a:pathLst>
            </a:custGeom>
            <a:solidFill>
              <a:srgbClr val="9C27B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2050472" y="6696905"/>
              <a:ext cx="1385454" cy="100330"/>
            </a:xfrm>
            <a:custGeom>
              <a:avLst/>
              <a:pathLst>
                <a:path w="1385454" h="100330">
                  <a:moveTo>
                    <a:pt x="0" y="100330"/>
                  </a:moveTo>
                  <a:lnTo>
                    <a:pt x="1794" y="100319"/>
                  </a:lnTo>
                  <a:lnTo>
                    <a:pt x="12905" y="100238"/>
                  </a:lnTo>
                  <a:lnTo>
                    <a:pt x="38184" y="100018"/>
                  </a:lnTo>
                  <a:lnTo>
                    <a:pt x="76812" y="99612"/>
                  </a:lnTo>
                  <a:lnTo>
                    <a:pt x="123649" y="99003"/>
                  </a:lnTo>
                  <a:lnTo>
                    <a:pt x="172692" y="98196"/>
                  </a:lnTo>
                  <a:lnTo>
                    <a:pt x="219843" y="97194"/>
                  </a:lnTo>
                  <a:lnTo>
                    <a:pt x="263578" y="95977"/>
                  </a:lnTo>
                  <a:lnTo>
                    <a:pt x="304313" y="94502"/>
                  </a:lnTo>
                  <a:lnTo>
                    <a:pt x="343521" y="92700"/>
                  </a:lnTo>
                  <a:lnTo>
                    <a:pt x="383034" y="90496"/>
                  </a:lnTo>
                  <a:lnTo>
                    <a:pt x="404090" y="89182"/>
                  </a:lnTo>
                  <a:lnTo>
                    <a:pt x="439567" y="86798"/>
                  </a:lnTo>
                  <a:lnTo>
                    <a:pt x="477226" y="84084"/>
                  </a:lnTo>
                  <a:lnTo>
                    <a:pt x="517348" y="81044"/>
                  </a:lnTo>
                  <a:lnTo>
                    <a:pt x="559911" y="77701"/>
                  </a:lnTo>
                  <a:lnTo>
                    <a:pt x="604598" y="74106"/>
                  </a:lnTo>
                  <a:lnTo>
                    <a:pt x="650836" y="70330"/>
                  </a:lnTo>
                  <a:lnTo>
                    <a:pt x="697850" y="66465"/>
                  </a:lnTo>
                  <a:lnTo>
                    <a:pt x="744768" y="62611"/>
                  </a:lnTo>
                  <a:lnTo>
                    <a:pt x="790729" y="58867"/>
                  </a:lnTo>
                  <a:lnTo>
                    <a:pt x="834995" y="55321"/>
                  </a:lnTo>
                  <a:lnTo>
                    <a:pt x="877044" y="52041"/>
                  </a:lnTo>
                  <a:lnTo>
                    <a:pt x="916622" y="49070"/>
                  </a:lnTo>
                  <a:lnTo>
                    <a:pt x="953772" y="46429"/>
                  </a:lnTo>
                  <a:lnTo>
                    <a:pt x="981363" y="44591"/>
                  </a:lnTo>
                  <a:lnTo>
                    <a:pt x="1021681" y="42156"/>
                  </a:lnTo>
                  <a:lnTo>
                    <a:pt x="1060819" y="40156"/>
                  </a:lnTo>
                  <a:lnTo>
                    <a:pt x="1100544" y="38521"/>
                  </a:lnTo>
                  <a:lnTo>
                    <a:pt x="1142594" y="37178"/>
                  </a:lnTo>
                  <a:lnTo>
                    <a:pt x="1188027" y="36069"/>
                  </a:lnTo>
                  <a:lnTo>
                    <a:pt x="1236436" y="35162"/>
                  </a:lnTo>
                  <a:lnTo>
                    <a:pt x="1285082" y="34451"/>
                  </a:lnTo>
                  <a:lnTo>
                    <a:pt x="1328731" y="33940"/>
                  </a:lnTo>
                  <a:lnTo>
                    <a:pt x="1361346" y="33628"/>
                  </a:lnTo>
                  <a:lnTo>
                    <a:pt x="1379519" y="33483"/>
                  </a:lnTo>
                  <a:lnTo>
                    <a:pt x="1385195" y="33444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3660" y="11"/>
                  </a:lnTo>
                  <a:lnTo>
                    <a:pt x="1372549" y="92"/>
                  </a:lnTo>
                  <a:lnTo>
                    <a:pt x="1347270" y="312"/>
                  </a:lnTo>
                  <a:lnTo>
                    <a:pt x="1308642" y="718"/>
                  </a:lnTo>
                  <a:lnTo>
                    <a:pt x="1261805" y="1327"/>
                  </a:lnTo>
                  <a:lnTo>
                    <a:pt x="1212761" y="2133"/>
                  </a:lnTo>
                  <a:lnTo>
                    <a:pt x="1165611" y="3135"/>
                  </a:lnTo>
                  <a:lnTo>
                    <a:pt x="1121875" y="4352"/>
                  </a:lnTo>
                  <a:lnTo>
                    <a:pt x="1081140" y="5827"/>
                  </a:lnTo>
                  <a:lnTo>
                    <a:pt x="1041932" y="7629"/>
                  </a:lnTo>
                  <a:lnTo>
                    <a:pt x="1002419" y="9833"/>
                  </a:lnTo>
                  <a:lnTo>
                    <a:pt x="981363" y="11147"/>
                  </a:lnTo>
                  <a:lnTo>
                    <a:pt x="945887" y="13532"/>
                  </a:lnTo>
                  <a:lnTo>
                    <a:pt x="908228" y="16245"/>
                  </a:lnTo>
                  <a:lnTo>
                    <a:pt x="868105" y="19285"/>
                  </a:lnTo>
                  <a:lnTo>
                    <a:pt x="825543" y="22628"/>
                  </a:lnTo>
                  <a:lnTo>
                    <a:pt x="780855" y="26224"/>
                  </a:lnTo>
                  <a:lnTo>
                    <a:pt x="734618" y="29999"/>
                  </a:lnTo>
                  <a:lnTo>
                    <a:pt x="687603" y="33865"/>
                  </a:lnTo>
                  <a:lnTo>
                    <a:pt x="640685" y="37719"/>
                  </a:lnTo>
                  <a:lnTo>
                    <a:pt x="594725" y="41462"/>
                  </a:lnTo>
                  <a:lnTo>
                    <a:pt x="550458" y="45008"/>
                  </a:lnTo>
                  <a:lnTo>
                    <a:pt x="508410" y="48289"/>
                  </a:lnTo>
                  <a:lnTo>
                    <a:pt x="468832" y="51259"/>
                  </a:lnTo>
                  <a:lnTo>
                    <a:pt x="431681" y="53900"/>
                  </a:lnTo>
                  <a:lnTo>
                    <a:pt x="404090" y="55739"/>
                  </a:lnTo>
                  <a:lnTo>
                    <a:pt x="363773" y="58173"/>
                  </a:lnTo>
                  <a:lnTo>
                    <a:pt x="324634" y="60174"/>
                  </a:lnTo>
                  <a:lnTo>
                    <a:pt x="284909" y="61808"/>
                  </a:lnTo>
                  <a:lnTo>
                    <a:pt x="242860" y="63151"/>
                  </a:lnTo>
                  <a:lnTo>
                    <a:pt x="197426" y="64260"/>
                  </a:lnTo>
                  <a:lnTo>
                    <a:pt x="149017" y="65167"/>
                  </a:lnTo>
                  <a:lnTo>
                    <a:pt x="100372" y="65879"/>
                  </a:lnTo>
                  <a:lnTo>
                    <a:pt x="56722" y="66390"/>
                  </a:lnTo>
                  <a:lnTo>
                    <a:pt x="24108" y="66702"/>
                  </a:lnTo>
                  <a:lnTo>
                    <a:pt x="5934" y="66847"/>
                  </a:lnTo>
                  <a:lnTo>
                    <a:pt x="259" y="66885"/>
                  </a:lnTo>
                  <a:lnTo>
                    <a:pt x="0" y="66886"/>
                  </a:lnTo>
                  <a:close/>
                </a:path>
              </a:pathLst>
            </a:custGeom>
            <a:solidFill>
              <a:srgbClr val="9C27B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2050472" y="5191949"/>
              <a:ext cx="1385454" cy="1672173"/>
            </a:xfrm>
            <a:custGeom>
              <a:avLst/>
              <a:pathLst>
                <a:path w="1385454" h="1672173">
                  <a:moveTo>
                    <a:pt x="0" y="1672173"/>
                  </a:moveTo>
                  <a:lnTo>
                    <a:pt x="1094" y="1672008"/>
                  </a:lnTo>
                  <a:lnTo>
                    <a:pt x="8029" y="1670822"/>
                  </a:lnTo>
                  <a:lnTo>
                    <a:pt x="24486" y="1667567"/>
                  </a:lnTo>
                  <a:lnTo>
                    <a:pt x="51311" y="1661370"/>
                  </a:lnTo>
                  <a:lnTo>
                    <a:pt x="86565" y="1651737"/>
                  </a:lnTo>
                  <a:lnTo>
                    <a:pt x="126690" y="1638568"/>
                  </a:lnTo>
                  <a:lnTo>
                    <a:pt x="168114" y="1621964"/>
                  </a:lnTo>
                  <a:lnTo>
                    <a:pt x="208337" y="1601960"/>
                  </a:lnTo>
                  <a:lnTo>
                    <a:pt x="246209" y="1578351"/>
                  </a:lnTo>
                  <a:lnTo>
                    <a:pt x="281677" y="1550607"/>
                  </a:lnTo>
                  <a:lnTo>
                    <a:pt x="315395" y="1517885"/>
                  </a:lnTo>
                  <a:lnTo>
                    <a:pt x="348383" y="1479099"/>
                  </a:lnTo>
                  <a:lnTo>
                    <a:pt x="381751" y="1433133"/>
                  </a:lnTo>
                  <a:lnTo>
                    <a:pt x="404090" y="1399051"/>
                  </a:lnTo>
                  <a:lnTo>
                    <a:pt x="428161" y="1359921"/>
                  </a:lnTo>
                  <a:lnTo>
                    <a:pt x="453190" y="1317046"/>
                  </a:lnTo>
                  <a:lnTo>
                    <a:pt x="479313" y="1270365"/>
                  </a:lnTo>
                  <a:lnTo>
                    <a:pt x="506599" y="1219926"/>
                  </a:lnTo>
                  <a:lnTo>
                    <a:pt x="535051" y="1165903"/>
                  </a:lnTo>
                  <a:lnTo>
                    <a:pt x="564607" y="1108600"/>
                  </a:lnTo>
                  <a:lnTo>
                    <a:pt x="595140" y="1048460"/>
                  </a:lnTo>
                  <a:lnTo>
                    <a:pt x="626469" y="986047"/>
                  </a:lnTo>
                  <a:lnTo>
                    <a:pt x="658364" y="922034"/>
                  </a:lnTo>
                  <a:lnTo>
                    <a:pt x="690561" y="857174"/>
                  </a:lnTo>
                  <a:lnTo>
                    <a:pt x="722777" y="792259"/>
                  </a:lnTo>
                  <a:lnTo>
                    <a:pt x="754729" y="728087"/>
                  </a:lnTo>
                  <a:lnTo>
                    <a:pt x="786148" y="665418"/>
                  </a:lnTo>
                  <a:lnTo>
                    <a:pt x="816800" y="604937"/>
                  </a:lnTo>
                  <a:lnTo>
                    <a:pt x="846496" y="547225"/>
                  </a:lnTo>
                  <a:lnTo>
                    <a:pt x="875101" y="492741"/>
                  </a:lnTo>
                  <a:lnTo>
                    <a:pt x="902545" y="441807"/>
                  </a:lnTo>
                  <a:lnTo>
                    <a:pt x="928822" y="394616"/>
                  </a:lnTo>
                  <a:lnTo>
                    <a:pt x="953991" y="351232"/>
                  </a:lnTo>
                  <a:lnTo>
                    <a:pt x="978180" y="311606"/>
                  </a:lnTo>
                  <a:lnTo>
                    <a:pt x="981363" y="306565"/>
                  </a:lnTo>
                  <a:lnTo>
                    <a:pt x="1015496" y="255510"/>
                  </a:lnTo>
                  <a:lnTo>
                    <a:pt x="1048610" y="212172"/>
                  </a:lnTo>
                  <a:lnTo>
                    <a:pt x="1081726" y="175642"/>
                  </a:lnTo>
                  <a:lnTo>
                    <a:pt x="1115953" y="144776"/>
                  </a:lnTo>
                  <a:lnTo>
                    <a:pt x="1152217" y="118561"/>
                  </a:lnTo>
                  <a:lnTo>
                    <a:pt x="1190966" y="96258"/>
                  </a:lnTo>
                  <a:lnTo>
                    <a:pt x="1231808" y="77453"/>
                  </a:lnTo>
                  <a:lnTo>
                    <a:pt x="1273130" y="62039"/>
                  </a:lnTo>
                  <a:lnTo>
                    <a:pt x="1311986" y="50102"/>
                  </a:lnTo>
                  <a:lnTo>
                    <a:pt x="1344644" y="41701"/>
                  </a:lnTo>
                  <a:lnTo>
                    <a:pt x="1367931" y="36613"/>
                  </a:lnTo>
                  <a:lnTo>
                    <a:pt x="1380803" y="34196"/>
                  </a:lnTo>
                  <a:lnTo>
                    <a:pt x="1385145" y="33488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4360" y="164"/>
                  </a:lnTo>
                  <a:lnTo>
                    <a:pt x="1377425" y="1351"/>
                  </a:lnTo>
                  <a:lnTo>
                    <a:pt x="1360967" y="4606"/>
                  </a:lnTo>
                  <a:lnTo>
                    <a:pt x="1334143" y="10803"/>
                  </a:lnTo>
                  <a:lnTo>
                    <a:pt x="1298889" y="20436"/>
                  </a:lnTo>
                  <a:lnTo>
                    <a:pt x="1258764" y="33604"/>
                  </a:lnTo>
                  <a:lnTo>
                    <a:pt x="1217340" y="50209"/>
                  </a:lnTo>
                  <a:lnTo>
                    <a:pt x="1177116" y="70213"/>
                  </a:lnTo>
                  <a:lnTo>
                    <a:pt x="1139244" y="93822"/>
                  </a:lnTo>
                  <a:lnTo>
                    <a:pt x="1103776" y="121565"/>
                  </a:lnTo>
                  <a:lnTo>
                    <a:pt x="1070058" y="154288"/>
                  </a:lnTo>
                  <a:lnTo>
                    <a:pt x="1037071" y="193074"/>
                  </a:lnTo>
                  <a:lnTo>
                    <a:pt x="1003702" y="239039"/>
                  </a:lnTo>
                  <a:lnTo>
                    <a:pt x="981363" y="273121"/>
                  </a:lnTo>
                  <a:lnTo>
                    <a:pt x="957293" y="312252"/>
                  </a:lnTo>
                  <a:lnTo>
                    <a:pt x="932264" y="355126"/>
                  </a:lnTo>
                  <a:lnTo>
                    <a:pt x="906141" y="401807"/>
                  </a:lnTo>
                  <a:lnTo>
                    <a:pt x="878855" y="452246"/>
                  </a:lnTo>
                  <a:lnTo>
                    <a:pt x="850402" y="506270"/>
                  </a:lnTo>
                  <a:lnTo>
                    <a:pt x="820847" y="563572"/>
                  </a:lnTo>
                  <a:lnTo>
                    <a:pt x="790313" y="623713"/>
                  </a:lnTo>
                  <a:lnTo>
                    <a:pt x="758984" y="686126"/>
                  </a:lnTo>
                  <a:lnTo>
                    <a:pt x="727089" y="750138"/>
                  </a:lnTo>
                  <a:lnTo>
                    <a:pt x="694892" y="814999"/>
                  </a:lnTo>
                  <a:lnTo>
                    <a:pt x="662676" y="879914"/>
                  </a:lnTo>
                  <a:lnTo>
                    <a:pt x="630725" y="944085"/>
                  </a:lnTo>
                  <a:lnTo>
                    <a:pt x="599305" y="1006754"/>
                  </a:lnTo>
                  <a:lnTo>
                    <a:pt x="568653" y="1067235"/>
                  </a:lnTo>
                  <a:lnTo>
                    <a:pt x="538958" y="1124947"/>
                  </a:lnTo>
                  <a:lnTo>
                    <a:pt x="510352" y="1179432"/>
                  </a:lnTo>
                  <a:lnTo>
                    <a:pt x="482908" y="1230365"/>
                  </a:lnTo>
                  <a:lnTo>
                    <a:pt x="456632" y="1277556"/>
                  </a:lnTo>
                  <a:lnTo>
                    <a:pt x="431462" y="1320941"/>
                  </a:lnTo>
                  <a:lnTo>
                    <a:pt x="407273" y="1360566"/>
                  </a:lnTo>
                  <a:lnTo>
                    <a:pt x="404090" y="1365608"/>
                  </a:lnTo>
                  <a:lnTo>
                    <a:pt x="369957" y="1416663"/>
                  </a:lnTo>
                  <a:lnTo>
                    <a:pt x="336844" y="1460000"/>
                  </a:lnTo>
                  <a:lnTo>
                    <a:pt x="303728" y="1496531"/>
                  </a:lnTo>
                  <a:lnTo>
                    <a:pt x="269500" y="1527396"/>
                  </a:lnTo>
                  <a:lnTo>
                    <a:pt x="233237" y="1553611"/>
                  </a:lnTo>
                  <a:lnTo>
                    <a:pt x="194487" y="1575915"/>
                  </a:lnTo>
                  <a:lnTo>
                    <a:pt x="153646" y="1594720"/>
                  </a:lnTo>
                  <a:lnTo>
                    <a:pt x="112324" y="1610133"/>
                  </a:lnTo>
                  <a:lnTo>
                    <a:pt x="73467" y="1622070"/>
                  </a:lnTo>
                  <a:lnTo>
                    <a:pt x="40809" y="1630471"/>
                  </a:lnTo>
                  <a:lnTo>
                    <a:pt x="17523" y="1635560"/>
                  </a:lnTo>
                  <a:lnTo>
                    <a:pt x="4650" y="1637977"/>
                  </a:lnTo>
                  <a:lnTo>
                    <a:pt x="309" y="1638685"/>
                  </a:lnTo>
                  <a:lnTo>
                    <a:pt x="0" y="1638730"/>
                  </a:lnTo>
                  <a:close/>
                </a:path>
              </a:pathLst>
            </a:custGeom>
            <a:solidFill>
              <a:srgbClr val="F44336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2050472" y="3720436"/>
              <a:ext cx="1385454" cy="3110242"/>
            </a:xfrm>
            <a:custGeom>
              <a:avLst/>
              <a:pathLst>
                <a:path w="1385454" h="3110242">
                  <a:moveTo>
                    <a:pt x="0" y="3110242"/>
                  </a:moveTo>
                  <a:lnTo>
                    <a:pt x="735" y="3110037"/>
                  </a:lnTo>
                  <a:lnTo>
                    <a:pt x="5466" y="3108563"/>
                  </a:lnTo>
                  <a:lnTo>
                    <a:pt x="16972" y="3104498"/>
                  </a:lnTo>
                  <a:lnTo>
                    <a:pt x="36452" y="3096637"/>
                  </a:lnTo>
                  <a:lnTo>
                    <a:pt x="63371" y="3084128"/>
                  </a:lnTo>
                  <a:lnTo>
                    <a:pt x="95816" y="3066585"/>
                  </a:lnTo>
                  <a:lnTo>
                    <a:pt x="131281" y="3044002"/>
                  </a:lnTo>
                  <a:lnTo>
                    <a:pt x="167455" y="3016521"/>
                  </a:lnTo>
                  <a:lnTo>
                    <a:pt x="202716" y="2984185"/>
                  </a:lnTo>
                  <a:lnTo>
                    <a:pt x="236234" y="2946768"/>
                  </a:lnTo>
                  <a:lnTo>
                    <a:pt x="267853" y="2903695"/>
                  </a:lnTo>
                  <a:lnTo>
                    <a:pt x="297887" y="2854036"/>
                  </a:lnTo>
                  <a:lnTo>
                    <a:pt x="326933" y="2796549"/>
                  </a:lnTo>
                  <a:lnTo>
                    <a:pt x="355719" y="2729810"/>
                  </a:lnTo>
                  <a:lnTo>
                    <a:pt x="384977" y="2652475"/>
                  </a:lnTo>
                  <a:lnTo>
                    <a:pt x="404090" y="2597442"/>
                  </a:lnTo>
                  <a:lnTo>
                    <a:pt x="422339" y="2542126"/>
                  </a:lnTo>
                  <a:lnTo>
                    <a:pt x="441121" y="2482763"/>
                  </a:lnTo>
                  <a:lnTo>
                    <a:pt x="460505" y="2419269"/>
                  </a:lnTo>
                  <a:lnTo>
                    <a:pt x="480541" y="2351629"/>
                  </a:lnTo>
                  <a:lnTo>
                    <a:pt x="501253" y="2279898"/>
                  </a:lnTo>
                  <a:lnTo>
                    <a:pt x="522646" y="2204212"/>
                  </a:lnTo>
                  <a:lnTo>
                    <a:pt x="544700" y="2124790"/>
                  </a:lnTo>
                  <a:lnTo>
                    <a:pt x="567375" y="2041935"/>
                  </a:lnTo>
                  <a:lnTo>
                    <a:pt x="590609" y="1956037"/>
                  </a:lnTo>
                  <a:lnTo>
                    <a:pt x="614324" y="1867563"/>
                  </a:lnTo>
                  <a:lnTo>
                    <a:pt x="638421" y="1777049"/>
                  </a:lnTo>
                  <a:lnTo>
                    <a:pt x="662792" y="1685091"/>
                  </a:lnTo>
                  <a:lnTo>
                    <a:pt x="687315" y="1592325"/>
                  </a:lnTo>
                  <a:lnTo>
                    <a:pt x="711867" y="1499412"/>
                  </a:lnTo>
                  <a:lnTo>
                    <a:pt x="736320" y="1407018"/>
                  </a:lnTo>
                  <a:lnTo>
                    <a:pt x="760552" y="1315792"/>
                  </a:lnTo>
                  <a:lnTo>
                    <a:pt x="784448" y="1226348"/>
                  </a:lnTo>
                  <a:lnTo>
                    <a:pt x="807905" y="1139253"/>
                  </a:lnTo>
                  <a:lnTo>
                    <a:pt x="830835" y="1055005"/>
                  </a:lnTo>
                  <a:lnTo>
                    <a:pt x="853169" y="974027"/>
                  </a:lnTo>
                  <a:lnTo>
                    <a:pt x="874856" y="896663"/>
                  </a:lnTo>
                  <a:lnTo>
                    <a:pt x="895870" y="823168"/>
                  </a:lnTo>
                  <a:lnTo>
                    <a:pt x="916202" y="753713"/>
                  </a:lnTo>
                  <a:lnTo>
                    <a:pt x="935869" y="688390"/>
                  </a:lnTo>
                  <a:lnTo>
                    <a:pt x="954908" y="627213"/>
                  </a:lnTo>
                  <a:lnTo>
                    <a:pt x="973382" y="570128"/>
                  </a:lnTo>
                  <a:lnTo>
                    <a:pt x="981363" y="546243"/>
                  </a:lnTo>
                  <a:lnTo>
                    <a:pt x="1011236" y="461732"/>
                  </a:lnTo>
                  <a:lnTo>
                    <a:pt x="1040243" y="388390"/>
                  </a:lnTo>
                  <a:lnTo>
                    <a:pt x="1069036" y="325191"/>
                  </a:lnTo>
                  <a:lnTo>
                    <a:pt x="1098362" y="270716"/>
                  </a:lnTo>
                  <a:lnTo>
                    <a:pt x="1128916" y="223586"/>
                  </a:lnTo>
                  <a:lnTo>
                    <a:pt x="1161211" y="182665"/>
                  </a:lnTo>
                  <a:lnTo>
                    <a:pt x="1195414" y="147147"/>
                  </a:lnTo>
                  <a:lnTo>
                    <a:pt x="1231144" y="116590"/>
                  </a:lnTo>
                  <a:lnTo>
                    <a:pt x="1267289" y="90878"/>
                  </a:lnTo>
                  <a:lnTo>
                    <a:pt x="1301946" y="70118"/>
                  </a:lnTo>
                  <a:lnTo>
                    <a:pt x="1332655" y="54426"/>
                  </a:lnTo>
                  <a:lnTo>
                    <a:pt x="1357026" y="43680"/>
                  </a:lnTo>
                  <a:lnTo>
                    <a:pt x="1373573" y="37325"/>
                  </a:lnTo>
                  <a:lnTo>
                    <a:pt x="1382381" y="34355"/>
                  </a:lnTo>
                  <a:lnTo>
                    <a:pt x="1385260" y="33495"/>
                  </a:lnTo>
                  <a:lnTo>
                    <a:pt x="1385454" y="33443"/>
                  </a:lnTo>
                  <a:lnTo>
                    <a:pt x="1385454" y="0"/>
                  </a:lnTo>
                  <a:lnTo>
                    <a:pt x="1384718" y="205"/>
                  </a:lnTo>
                  <a:lnTo>
                    <a:pt x="1379988" y="1679"/>
                  </a:lnTo>
                  <a:lnTo>
                    <a:pt x="1368481" y="5744"/>
                  </a:lnTo>
                  <a:lnTo>
                    <a:pt x="1349001" y="13605"/>
                  </a:lnTo>
                  <a:lnTo>
                    <a:pt x="1322083" y="26114"/>
                  </a:lnTo>
                  <a:lnTo>
                    <a:pt x="1289637" y="43657"/>
                  </a:lnTo>
                  <a:lnTo>
                    <a:pt x="1254173" y="66240"/>
                  </a:lnTo>
                  <a:lnTo>
                    <a:pt x="1217998" y="93721"/>
                  </a:lnTo>
                  <a:lnTo>
                    <a:pt x="1182738" y="126057"/>
                  </a:lnTo>
                  <a:lnTo>
                    <a:pt x="1149220" y="163474"/>
                  </a:lnTo>
                  <a:lnTo>
                    <a:pt x="1117600" y="206547"/>
                  </a:lnTo>
                  <a:lnTo>
                    <a:pt x="1087566" y="256206"/>
                  </a:lnTo>
                  <a:lnTo>
                    <a:pt x="1058521" y="313692"/>
                  </a:lnTo>
                  <a:lnTo>
                    <a:pt x="1029735" y="380432"/>
                  </a:lnTo>
                  <a:lnTo>
                    <a:pt x="1000477" y="457767"/>
                  </a:lnTo>
                  <a:lnTo>
                    <a:pt x="981363" y="512799"/>
                  </a:lnTo>
                  <a:lnTo>
                    <a:pt x="963114" y="568116"/>
                  </a:lnTo>
                  <a:lnTo>
                    <a:pt x="944333" y="627479"/>
                  </a:lnTo>
                  <a:lnTo>
                    <a:pt x="924948" y="690973"/>
                  </a:lnTo>
                  <a:lnTo>
                    <a:pt x="904913" y="758613"/>
                  </a:lnTo>
                  <a:lnTo>
                    <a:pt x="884200" y="830344"/>
                  </a:lnTo>
                  <a:lnTo>
                    <a:pt x="862807" y="906030"/>
                  </a:lnTo>
                  <a:lnTo>
                    <a:pt x="840754" y="985452"/>
                  </a:lnTo>
                  <a:lnTo>
                    <a:pt x="818079" y="1068306"/>
                  </a:lnTo>
                  <a:lnTo>
                    <a:pt x="794844" y="1154205"/>
                  </a:lnTo>
                  <a:lnTo>
                    <a:pt x="771130" y="1242679"/>
                  </a:lnTo>
                  <a:lnTo>
                    <a:pt x="747032" y="1333193"/>
                  </a:lnTo>
                  <a:lnTo>
                    <a:pt x="722662" y="1425151"/>
                  </a:lnTo>
                  <a:lnTo>
                    <a:pt x="698138" y="1517917"/>
                  </a:lnTo>
                  <a:lnTo>
                    <a:pt x="673587" y="1610829"/>
                  </a:lnTo>
                  <a:lnTo>
                    <a:pt x="649134" y="1703224"/>
                  </a:lnTo>
                  <a:lnTo>
                    <a:pt x="624902" y="1794450"/>
                  </a:lnTo>
                  <a:lnTo>
                    <a:pt x="601006" y="1883893"/>
                  </a:lnTo>
                  <a:lnTo>
                    <a:pt x="577549" y="1970989"/>
                  </a:lnTo>
                  <a:lnTo>
                    <a:pt x="554619" y="2055237"/>
                  </a:lnTo>
                  <a:lnTo>
                    <a:pt x="532285" y="2136215"/>
                  </a:lnTo>
                  <a:lnTo>
                    <a:pt x="510597" y="2213579"/>
                  </a:lnTo>
                  <a:lnTo>
                    <a:pt x="489584" y="2287074"/>
                  </a:lnTo>
                  <a:lnTo>
                    <a:pt x="469252" y="2356529"/>
                  </a:lnTo>
                  <a:lnTo>
                    <a:pt x="449585" y="2421851"/>
                  </a:lnTo>
                  <a:lnTo>
                    <a:pt x="430545" y="2483029"/>
                  </a:lnTo>
                  <a:lnTo>
                    <a:pt x="412072" y="2540114"/>
                  </a:lnTo>
                  <a:lnTo>
                    <a:pt x="404090" y="2563999"/>
                  </a:lnTo>
                  <a:lnTo>
                    <a:pt x="374218" y="2648510"/>
                  </a:lnTo>
                  <a:lnTo>
                    <a:pt x="345211" y="2721851"/>
                  </a:lnTo>
                  <a:lnTo>
                    <a:pt x="316417" y="2785051"/>
                  </a:lnTo>
                  <a:lnTo>
                    <a:pt x="287092" y="2839526"/>
                  </a:lnTo>
                  <a:lnTo>
                    <a:pt x="256538" y="2886655"/>
                  </a:lnTo>
                  <a:lnTo>
                    <a:pt x="224242" y="2927577"/>
                  </a:lnTo>
                  <a:lnTo>
                    <a:pt x="190040" y="2963095"/>
                  </a:lnTo>
                  <a:lnTo>
                    <a:pt x="154310" y="2993652"/>
                  </a:lnTo>
                  <a:lnTo>
                    <a:pt x="118164" y="3019363"/>
                  </a:lnTo>
                  <a:lnTo>
                    <a:pt x="83507" y="3040124"/>
                  </a:lnTo>
                  <a:lnTo>
                    <a:pt x="52798" y="3055816"/>
                  </a:lnTo>
                  <a:lnTo>
                    <a:pt x="28428" y="3066561"/>
                  </a:lnTo>
                  <a:lnTo>
                    <a:pt x="11881" y="3072917"/>
                  </a:lnTo>
                  <a:lnTo>
                    <a:pt x="3073" y="3075887"/>
                  </a:lnTo>
                  <a:lnTo>
                    <a:pt x="193" y="3076747"/>
                  </a:lnTo>
                  <a:lnTo>
                    <a:pt x="0" y="3076799"/>
                  </a:lnTo>
                  <a:close/>
                </a:path>
              </a:pathLst>
            </a:custGeom>
            <a:solidFill>
              <a:srgbClr val="F44336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1357745" y="6797235"/>
              <a:ext cx="692727" cy="66886"/>
            </a:xfrm>
            <a:custGeom>
              <a:avLst/>
              <a:pathLst>
                <a:path w="692727" h="66886">
                  <a:moveTo>
                    <a:pt x="0" y="0"/>
                  </a:moveTo>
                  <a:lnTo>
                    <a:pt x="692727" y="0"/>
                  </a:lnTo>
                  <a:lnTo>
                    <a:pt x="692727" y="66886"/>
                  </a:lnTo>
                  <a:lnTo>
                    <a:pt x="0" y="66886"/>
                  </a:lnTo>
                  <a:close/>
                </a:path>
              </a:pathLst>
            </a:custGeom>
            <a:solidFill>
              <a:srgbClr val="F44336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1357745" y="6596574"/>
              <a:ext cx="692727" cy="200660"/>
            </a:xfrm>
            <a:custGeom>
              <a:avLst/>
              <a:pathLst>
                <a:path w="692727" h="200660">
                  <a:moveTo>
                    <a:pt x="0" y="0"/>
                  </a:moveTo>
                  <a:lnTo>
                    <a:pt x="692727" y="0"/>
                  </a:lnTo>
                  <a:lnTo>
                    <a:pt x="692727" y="200660"/>
                  </a:lnTo>
                  <a:lnTo>
                    <a:pt x="0" y="200660"/>
                  </a:lnTo>
                  <a:close/>
                </a:path>
              </a:pathLst>
            </a:custGeom>
            <a:solidFill>
              <a:srgbClr val="9C27B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1357745" y="5927705"/>
              <a:ext cx="692727" cy="668869"/>
            </a:xfrm>
            <a:custGeom>
              <a:avLst/>
              <a:pathLst>
                <a:path w="692727" h="668869">
                  <a:moveTo>
                    <a:pt x="0" y="0"/>
                  </a:moveTo>
                  <a:lnTo>
                    <a:pt x="692727" y="0"/>
                  </a:lnTo>
                  <a:lnTo>
                    <a:pt x="692727" y="668869"/>
                  </a:lnTo>
                  <a:lnTo>
                    <a:pt x="0" y="668869"/>
                  </a:lnTo>
                  <a:close/>
                </a:path>
              </a:pathLst>
            </a:custGeom>
            <a:solidFill>
              <a:srgbClr val="FFC107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1357745" y="5125062"/>
              <a:ext cx="692727" cy="802643"/>
            </a:xfrm>
            <a:custGeom>
              <a:avLst/>
              <a:pathLst>
                <a:path w="692727" h="802643">
                  <a:moveTo>
                    <a:pt x="0" y="0"/>
                  </a:moveTo>
                  <a:lnTo>
                    <a:pt x="692727" y="0"/>
                  </a:lnTo>
                  <a:lnTo>
                    <a:pt x="692727" y="802643"/>
                  </a:lnTo>
                  <a:lnTo>
                    <a:pt x="0" y="802643"/>
                  </a:lnTo>
                  <a:close/>
                </a:path>
              </a:pathLst>
            </a:custGeom>
            <a:solidFill>
              <a:srgbClr val="4CAF5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1357745" y="2215480"/>
              <a:ext cx="692727" cy="2909582"/>
            </a:xfrm>
            <a:custGeom>
              <a:avLst/>
              <a:pathLst>
                <a:path w="692727" h="2909582">
                  <a:moveTo>
                    <a:pt x="0" y="0"/>
                  </a:moveTo>
                  <a:lnTo>
                    <a:pt x="692727" y="0"/>
                  </a:lnTo>
                  <a:lnTo>
                    <a:pt x="692727" y="2909582"/>
                  </a:lnTo>
                  <a:lnTo>
                    <a:pt x="0" y="2909582"/>
                  </a:lnTo>
                  <a:close/>
                </a:path>
              </a:pathLst>
            </a:custGeom>
            <a:solidFill>
              <a:srgbClr val="2196F3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3435927" y="6730348"/>
              <a:ext cx="692727" cy="133773"/>
            </a:xfrm>
            <a:custGeom>
              <a:avLst/>
              <a:pathLst>
                <a:path w="692727" h="133773">
                  <a:moveTo>
                    <a:pt x="0" y="0"/>
                  </a:moveTo>
                  <a:lnTo>
                    <a:pt x="692727" y="0"/>
                  </a:lnTo>
                  <a:lnTo>
                    <a:pt x="692727" y="133773"/>
                  </a:lnTo>
                  <a:lnTo>
                    <a:pt x="0" y="133773"/>
                  </a:lnTo>
                  <a:close/>
                </a:path>
              </a:pathLst>
            </a:custGeom>
            <a:solidFill>
              <a:srgbClr val="F44336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3435927" y="6161809"/>
              <a:ext cx="692727" cy="568539"/>
            </a:xfrm>
            <a:custGeom>
              <a:avLst/>
              <a:pathLst>
                <a:path w="692727" h="568539">
                  <a:moveTo>
                    <a:pt x="0" y="0"/>
                  </a:moveTo>
                  <a:lnTo>
                    <a:pt x="692727" y="0"/>
                  </a:lnTo>
                  <a:lnTo>
                    <a:pt x="692727" y="568539"/>
                  </a:lnTo>
                  <a:lnTo>
                    <a:pt x="0" y="568539"/>
                  </a:lnTo>
                  <a:close/>
                </a:path>
              </a:pathLst>
            </a:custGeom>
            <a:solidFill>
              <a:srgbClr val="9C27B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3435927" y="5225392"/>
              <a:ext cx="692727" cy="936417"/>
            </a:xfrm>
            <a:custGeom>
              <a:avLst/>
              <a:pathLst>
                <a:path w="692727" h="936417">
                  <a:moveTo>
                    <a:pt x="0" y="0"/>
                  </a:moveTo>
                  <a:lnTo>
                    <a:pt x="692727" y="0"/>
                  </a:lnTo>
                  <a:lnTo>
                    <a:pt x="692727" y="936417"/>
                  </a:lnTo>
                  <a:lnTo>
                    <a:pt x="0" y="936417"/>
                  </a:lnTo>
                  <a:close/>
                </a:path>
              </a:pathLst>
            </a:custGeom>
            <a:solidFill>
              <a:srgbClr val="FFC107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3435927" y="3753879"/>
              <a:ext cx="692727" cy="1471512"/>
            </a:xfrm>
            <a:custGeom>
              <a:avLst/>
              <a:pathLst>
                <a:path w="692727" h="1471512">
                  <a:moveTo>
                    <a:pt x="0" y="0"/>
                  </a:moveTo>
                  <a:lnTo>
                    <a:pt x="692727" y="0"/>
                  </a:lnTo>
                  <a:lnTo>
                    <a:pt x="692727" y="1471512"/>
                  </a:lnTo>
                  <a:lnTo>
                    <a:pt x="0" y="1471512"/>
                  </a:lnTo>
                  <a:close/>
                </a:path>
              </a:pathLst>
            </a:custGeom>
            <a:solidFill>
              <a:srgbClr val="4CAF5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3435927" y="2148593"/>
              <a:ext cx="692727" cy="1605286"/>
            </a:xfrm>
            <a:custGeom>
              <a:avLst/>
              <a:pathLst>
                <a:path w="692727" h="1605286">
                  <a:moveTo>
                    <a:pt x="0" y="0"/>
                  </a:moveTo>
                  <a:lnTo>
                    <a:pt x="692727" y="0"/>
                  </a:lnTo>
                  <a:lnTo>
                    <a:pt x="692727" y="1605286"/>
                  </a:lnTo>
                  <a:lnTo>
                    <a:pt x="0" y="1605286"/>
                  </a:lnTo>
                  <a:close/>
                </a:path>
              </a:pathLst>
            </a:custGeom>
            <a:solidFill>
              <a:srgbClr val="2196F3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1469783" y="6759358"/>
              <a:ext cx="468650" cy="142641"/>
            </a:xfrm>
            <a:custGeom>
              <a:avLst/>
              <a:pathLst>
                <a:path w="468650" h="142641">
                  <a:moveTo>
                    <a:pt x="19512" y="142641"/>
                  </a:moveTo>
                  <a:lnTo>
                    <a:pt x="449137" y="142641"/>
                  </a:lnTo>
                  <a:lnTo>
                    <a:pt x="448351" y="142625"/>
                  </a:lnTo>
                  <a:lnTo>
                    <a:pt x="451489" y="142499"/>
                  </a:lnTo>
                  <a:lnTo>
                    <a:pt x="454566" y="141871"/>
                  </a:lnTo>
                  <a:lnTo>
                    <a:pt x="457502" y="140757"/>
                  </a:lnTo>
                  <a:lnTo>
                    <a:pt x="460222" y="139187"/>
                  </a:lnTo>
                  <a:lnTo>
                    <a:pt x="462654" y="137201"/>
                  </a:lnTo>
                  <a:lnTo>
                    <a:pt x="464737" y="134850"/>
                  </a:lnTo>
                  <a:lnTo>
                    <a:pt x="466415" y="132196"/>
                  </a:lnTo>
                  <a:lnTo>
                    <a:pt x="467646" y="129307"/>
                  </a:lnTo>
                  <a:lnTo>
                    <a:pt x="468397" y="126258"/>
                  </a:lnTo>
                  <a:lnTo>
                    <a:pt x="468650" y="123128"/>
                  </a:lnTo>
                  <a:lnTo>
                    <a:pt x="468650" y="19512"/>
                  </a:lnTo>
                  <a:lnTo>
                    <a:pt x="468397" y="16382"/>
                  </a:lnTo>
                  <a:lnTo>
                    <a:pt x="467646" y="13333"/>
                  </a:lnTo>
                  <a:lnTo>
                    <a:pt x="466415" y="10444"/>
                  </a:lnTo>
                  <a:lnTo>
                    <a:pt x="464737" y="7790"/>
                  </a:lnTo>
                  <a:lnTo>
                    <a:pt x="462654" y="5440"/>
                  </a:lnTo>
                  <a:lnTo>
                    <a:pt x="460222" y="3454"/>
                  </a:lnTo>
                  <a:lnTo>
                    <a:pt x="457502" y="1883"/>
                  </a:lnTo>
                  <a:lnTo>
                    <a:pt x="454566" y="770"/>
                  </a:lnTo>
                  <a:lnTo>
                    <a:pt x="451489" y="142"/>
                  </a:lnTo>
                  <a:lnTo>
                    <a:pt x="449137" y="0"/>
                  </a:lnTo>
                  <a:lnTo>
                    <a:pt x="19512" y="0"/>
                  </a:lnTo>
                  <a:lnTo>
                    <a:pt x="21864" y="142"/>
                  </a:lnTo>
                  <a:lnTo>
                    <a:pt x="18727" y="15"/>
                  </a:lnTo>
                  <a:lnTo>
                    <a:pt x="15609" y="394"/>
                  </a:lnTo>
                  <a:lnTo>
                    <a:pt x="12593" y="1268"/>
                  </a:lnTo>
                  <a:lnTo>
                    <a:pt x="9756" y="2614"/>
                  </a:lnTo>
                  <a:lnTo>
                    <a:pt x="7172" y="4398"/>
                  </a:lnTo>
                  <a:lnTo>
                    <a:pt x="4907" y="6573"/>
                  </a:lnTo>
                  <a:lnTo>
                    <a:pt x="3020" y="9083"/>
                  </a:lnTo>
                  <a:lnTo>
                    <a:pt x="1561" y="11864"/>
                  </a:lnTo>
                  <a:lnTo>
                    <a:pt x="567" y="14843"/>
                  </a:lnTo>
                  <a:lnTo>
                    <a:pt x="63" y="17942"/>
                  </a:lnTo>
                  <a:lnTo>
                    <a:pt x="0" y="19512"/>
                  </a:lnTo>
                  <a:lnTo>
                    <a:pt x="0" y="123128"/>
                  </a:lnTo>
                  <a:lnTo>
                    <a:pt x="63" y="121558"/>
                  </a:lnTo>
                  <a:lnTo>
                    <a:pt x="63" y="124698"/>
                  </a:lnTo>
                  <a:lnTo>
                    <a:pt x="567" y="127798"/>
                  </a:lnTo>
                  <a:lnTo>
                    <a:pt x="1561" y="130777"/>
                  </a:lnTo>
                  <a:lnTo>
                    <a:pt x="3020" y="133557"/>
                  </a:lnTo>
                  <a:lnTo>
                    <a:pt x="4907" y="136068"/>
                  </a:lnTo>
                  <a:lnTo>
                    <a:pt x="7172" y="138243"/>
                  </a:lnTo>
                  <a:lnTo>
                    <a:pt x="9756" y="140027"/>
                  </a:lnTo>
                  <a:lnTo>
                    <a:pt x="12593" y="141373"/>
                  </a:lnTo>
                  <a:lnTo>
                    <a:pt x="15609" y="142247"/>
                  </a:lnTo>
                  <a:lnTo>
                    <a:pt x="18727" y="1426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tx151"/>
            <p:cNvSpPr/>
            <p:nvPr/>
          </p:nvSpPr>
          <p:spPr>
            <a:xfrm>
              <a:off x="1502305" y="6790609"/>
              <a:ext cx="403607" cy="788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Extreme</a:t>
              </a:r>
            </a:p>
          </p:txBody>
        </p:sp>
        <p:sp>
          <p:nvSpPr>
            <p:cNvPr id="152" name="pg152"/>
            <p:cNvSpPr/>
            <p:nvPr/>
          </p:nvSpPr>
          <p:spPr>
            <a:xfrm>
              <a:off x="1499849" y="6625584"/>
              <a:ext cx="408519" cy="142641"/>
            </a:xfrm>
            <a:custGeom>
              <a:avLst/>
              <a:pathLst>
                <a:path w="408519" h="142641">
                  <a:moveTo>
                    <a:pt x="19512" y="142641"/>
                  </a:moveTo>
                  <a:lnTo>
                    <a:pt x="389006" y="142641"/>
                  </a:lnTo>
                  <a:lnTo>
                    <a:pt x="388220" y="142625"/>
                  </a:lnTo>
                  <a:lnTo>
                    <a:pt x="391358" y="142499"/>
                  </a:lnTo>
                  <a:lnTo>
                    <a:pt x="394435" y="141871"/>
                  </a:lnTo>
                  <a:lnTo>
                    <a:pt x="397371" y="140757"/>
                  </a:lnTo>
                  <a:lnTo>
                    <a:pt x="400091" y="139187"/>
                  </a:lnTo>
                  <a:lnTo>
                    <a:pt x="402523" y="137201"/>
                  </a:lnTo>
                  <a:lnTo>
                    <a:pt x="404606" y="134850"/>
                  </a:lnTo>
                  <a:lnTo>
                    <a:pt x="406284" y="132196"/>
                  </a:lnTo>
                  <a:lnTo>
                    <a:pt x="407515" y="129307"/>
                  </a:lnTo>
                  <a:lnTo>
                    <a:pt x="408266" y="126258"/>
                  </a:lnTo>
                  <a:lnTo>
                    <a:pt x="408519" y="123128"/>
                  </a:lnTo>
                  <a:lnTo>
                    <a:pt x="408519" y="19512"/>
                  </a:lnTo>
                  <a:lnTo>
                    <a:pt x="408266" y="16382"/>
                  </a:lnTo>
                  <a:lnTo>
                    <a:pt x="407515" y="13333"/>
                  </a:lnTo>
                  <a:lnTo>
                    <a:pt x="406284" y="10444"/>
                  </a:lnTo>
                  <a:lnTo>
                    <a:pt x="404606" y="7790"/>
                  </a:lnTo>
                  <a:lnTo>
                    <a:pt x="402523" y="5440"/>
                  </a:lnTo>
                  <a:lnTo>
                    <a:pt x="400091" y="3454"/>
                  </a:lnTo>
                  <a:lnTo>
                    <a:pt x="397371" y="1883"/>
                  </a:lnTo>
                  <a:lnTo>
                    <a:pt x="394435" y="770"/>
                  </a:lnTo>
                  <a:lnTo>
                    <a:pt x="391358" y="142"/>
                  </a:lnTo>
                  <a:lnTo>
                    <a:pt x="389006" y="0"/>
                  </a:lnTo>
                  <a:lnTo>
                    <a:pt x="19512" y="0"/>
                  </a:lnTo>
                  <a:lnTo>
                    <a:pt x="21864" y="142"/>
                  </a:lnTo>
                  <a:lnTo>
                    <a:pt x="18727" y="15"/>
                  </a:lnTo>
                  <a:lnTo>
                    <a:pt x="15609" y="394"/>
                  </a:lnTo>
                  <a:lnTo>
                    <a:pt x="12593" y="1268"/>
                  </a:lnTo>
                  <a:lnTo>
                    <a:pt x="9756" y="2614"/>
                  </a:lnTo>
                  <a:lnTo>
                    <a:pt x="7172" y="4398"/>
                  </a:lnTo>
                  <a:lnTo>
                    <a:pt x="4907" y="6573"/>
                  </a:lnTo>
                  <a:lnTo>
                    <a:pt x="3020" y="9083"/>
                  </a:lnTo>
                  <a:lnTo>
                    <a:pt x="1561" y="11864"/>
                  </a:lnTo>
                  <a:lnTo>
                    <a:pt x="567" y="14843"/>
                  </a:lnTo>
                  <a:lnTo>
                    <a:pt x="63" y="17942"/>
                  </a:lnTo>
                  <a:lnTo>
                    <a:pt x="0" y="19512"/>
                  </a:lnTo>
                  <a:lnTo>
                    <a:pt x="0" y="123128"/>
                  </a:lnTo>
                  <a:lnTo>
                    <a:pt x="63" y="121558"/>
                  </a:lnTo>
                  <a:lnTo>
                    <a:pt x="63" y="124698"/>
                  </a:lnTo>
                  <a:lnTo>
                    <a:pt x="567" y="127798"/>
                  </a:lnTo>
                  <a:lnTo>
                    <a:pt x="1561" y="130777"/>
                  </a:lnTo>
                  <a:lnTo>
                    <a:pt x="3020" y="133557"/>
                  </a:lnTo>
                  <a:lnTo>
                    <a:pt x="4907" y="136068"/>
                  </a:lnTo>
                  <a:lnTo>
                    <a:pt x="7172" y="138243"/>
                  </a:lnTo>
                  <a:lnTo>
                    <a:pt x="9756" y="140027"/>
                  </a:lnTo>
                  <a:lnTo>
                    <a:pt x="12593" y="141373"/>
                  </a:lnTo>
                  <a:lnTo>
                    <a:pt x="15609" y="142247"/>
                  </a:lnTo>
                  <a:lnTo>
                    <a:pt x="18727" y="1426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tx153"/>
            <p:cNvSpPr/>
            <p:nvPr/>
          </p:nvSpPr>
          <p:spPr>
            <a:xfrm>
              <a:off x="1532370" y="6655459"/>
              <a:ext cx="343476" cy="80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Severe</a:t>
              </a:r>
            </a:p>
          </p:txBody>
        </p:sp>
        <p:sp>
          <p:nvSpPr>
            <p:cNvPr id="154" name="pg154"/>
            <p:cNvSpPr/>
            <p:nvPr/>
          </p:nvSpPr>
          <p:spPr>
            <a:xfrm>
              <a:off x="1442603" y="6190819"/>
              <a:ext cx="523011" cy="142641"/>
            </a:xfrm>
            <a:custGeom>
              <a:avLst/>
              <a:pathLst>
                <a:path w="523011" h="142641">
                  <a:moveTo>
                    <a:pt x="19512" y="142641"/>
                  </a:moveTo>
                  <a:lnTo>
                    <a:pt x="503498" y="142641"/>
                  </a:lnTo>
                  <a:lnTo>
                    <a:pt x="502713" y="142625"/>
                  </a:lnTo>
                  <a:lnTo>
                    <a:pt x="505850" y="142499"/>
                  </a:lnTo>
                  <a:lnTo>
                    <a:pt x="508927" y="141871"/>
                  </a:lnTo>
                  <a:lnTo>
                    <a:pt x="511863" y="140757"/>
                  </a:lnTo>
                  <a:lnTo>
                    <a:pt x="514583" y="139187"/>
                  </a:lnTo>
                  <a:lnTo>
                    <a:pt x="517015" y="137201"/>
                  </a:lnTo>
                  <a:lnTo>
                    <a:pt x="519098" y="134850"/>
                  </a:lnTo>
                  <a:lnTo>
                    <a:pt x="520776" y="132196"/>
                  </a:lnTo>
                  <a:lnTo>
                    <a:pt x="522007" y="129307"/>
                  </a:lnTo>
                  <a:lnTo>
                    <a:pt x="522759" y="126258"/>
                  </a:lnTo>
                  <a:lnTo>
                    <a:pt x="523011" y="123128"/>
                  </a:lnTo>
                  <a:lnTo>
                    <a:pt x="523011" y="19512"/>
                  </a:lnTo>
                  <a:lnTo>
                    <a:pt x="522759" y="16382"/>
                  </a:lnTo>
                  <a:lnTo>
                    <a:pt x="522007" y="13333"/>
                  </a:lnTo>
                  <a:lnTo>
                    <a:pt x="520776" y="10444"/>
                  </a:lnTo>
                  <a:lnTo>
                    <a:pt x="519098" y="7790"/>
                  </a:lnTo>
                  <a:lnTo>
                    <a:pt x="517015" y="5440"/>
                  </a:lnTo>
                  <a:lnTo>
                    <a:pt x="514583" y="3454"/>
                  </a:lnTo>
                  <a:lnTo>
                    <a:pt x="511863" y="1883"/>
                  </a:lnTo>
                  <a:lnTo>
                    <a:pt x="508927" y="770"/>
                  </a:lnTo>
                  <a:lnTo>
                    <a:pt x="505850" y="142"/>
                  </a:lnTo>
                  <a:lnTo>
                    <a:pt x="503498" y="0"/>
                  </a:lnTo>
                  <a:lnTo>
                    <a:pt x="19512" y="0"/>
                  </a:lnTo>
                  <a:lnTo>
                    <a:pt x="21864" y="142"/>
                  </a:lnTo>
                  <a:lnTo>
                    <a:pt x="18727" y="15"/>
                  </a:lnTo>
                  <a:lnTo>
                    <a:pt x="15609" y="394"/>
                  </a:lnTo>
                  <a:lnTo>
                    <a:pt x="12593" y="1268"/>
                  </a:lnTo>
                  <a:lnTo>
                    <a:pt x="9756" y="2614"/>
                  </a:lnTo>
                  <a:lnTo>
                    <a:pt x="7172" y="4398"/>
                  </a:lnTo>
                  <a:lnTo>
                    <a:pt x="4907" y="6573"/>
                  </a:lnTo>
                  <a:lnTo>
                    <a:pt x="3020" y="9083"/>
                  </a:lnTo>
                  <a:lnTo>
                    <a:pt x="1561" y="11864"/>
                  </a:lnTo>
                  <a:lnTo>
                    <a:pt x="567" y="14843"/>
                  </a:lnTo>
                  <a:lnTo>
                    <a:pt x="63" y="17942"/>
                  </a:lnTo>
                  <a:lnTo>
                    <a:pt x="0" y="19512"/>
                  </a:lnTo>
                  <a:lnTo>
                    <a:pt x="0" y="123128"/>
                  </a:lnTo>
                  <a:lnTo>
                    <a:pt x="63" y="121558"/>
                  </a:lnTo>
                  <a:lnTo>
                    <a:pt x="63" y="124698"/>
                  </a:lnTo>
                  <a:lnTo>
                    <a:pt x="567" y="127798"/>
                  </a:lnTo>
                  <a:lnTo>
                    <a:pt x="1561" y="130777"/>
                  </a:lnTo>
                  <a:lnTo>
                    <a:pt x="3020" y="133557"/>
                  </a:lnTo>
                  <a:lnTo>
                    <a:pt x="4907" y="136068"/>
                  </a:lnTo>
                  <a:lnTo>
                    <a:pt x="7172" y="138243"/>
                  </a:lnTo>
                  <a:lnTo>
                    <a:pt x="9756" y="140027"/>
                  </a:lnTo>
                  <a:lnTo>
                    <a:pt x="12593" y="141373"/>
                  </a:lnTo>
                  <a:lnTo>
                    <a:pt x="15609" y="142247"/>
                  </a:lnTo>
                  <a:lnTo>
                    <a:pt x="18727" y="1426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tx155"/>
            <p:cNvSpPr/>
            <p:nvPr/>
          </p:nvSpPr>
          <p:spPr>
            <a:xfrm>
              <a:off x="1475124" y="6222070"/>
              <a:ext cx="457968" cy="788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Moderate</a:t>
              </a:r>
            </a:p>
          </p:txBody>
        </p:sp>
        <p:sp>
          <p:nvSpPr>
            <p:cNvPr id="156" name="pg156"/>
            <p:cNvSpPr/>
            <p:nvPr/>
          </p:nvSpPr>
          <p:spPr>
            <a:xfrm>
              <a:off x="1536001" y="5455062"/>
              <a:ext cx="336214" cy="142641"/>
            </a:xfrm>
            <a:custGeom>
              <a:avLst/>
              <a:pathLst>
                <a:path w="336214" h="142641">
                  <a:moveTo>
                    <a:pt x="19512" y="142641"/>
                  </a:moveTo>
                  <a:lnTo>
                    <a:pt x="316701" y="142641"/>
                  </a:lnTo>
                  <a:lnTo>
                    <a:pt x="315915" y="142625"/>
                  </a:lnTo>
                  <a:lnTo>
                    <a:pt x="319053" y="142499"/>
                  </a:lnTo>
                  <a:lnTo>
                    <a:pt x="322130" y="141871"/>
                  </a:lnTo>
                  <a:lnTo>
                    <a:pt x="325066" y="140757"/>
                  </a:lnTo>
                  <a:lnTo>
                    <a:pt x="327785" y="139187"/>
                  </a:lnTo>
                  <a:lnTo>
                    <a:pt x="330218" y="137201"/>
                  </a:lnTo>
                  <a:lnTo>
                    <a:pt x="332300" y="134850"/>
                  </a:lnTo>
                  <a:lnTo>
                    <a:pt x="333979" y="132196"/>
                  </a:lnTo>
                  <a:lnTo>
                    <a:pt x="335210" y="129307"/>
                  </a:lnTo>
                  <a:lnTo>
                    <a:pt x="335961" y="126258"/>
                  </a:lnTo>
                  <a:lnTo>
                    <a:pt x="336214" y="123128"/>
                  </a:lnTo>
                  <a:lnTo>
                    <a:pt x="336214" y="19512"/>
                  </a:lnTo>
                  <a:lnTo>
                    <a:pt x="335961" y="16382"/>
                  </a:lnTo>
                  <a:lnTo>
                    <a:pt x="335210" y="13333"/>
                  </a:lnTo>
                  <a:lnTo>
                    <a:pt x="333979" y="10444"/>
                  </a:lnTo>
                  <a:lnTo>
                    <a:pt x="332300" y="7790"/>
                  </a:lnTo>
                  <a:lnTo>
                    <a:pt x="330218" y="5440"/>
                  </a:lnTo>
                  <a:lnTo>
                    <a:pt x="327785" y="3454"/>
                  </a:lnTo>
                  <a:lnTo>
                    <a:pt x="325066" y="1883"/>
                  </a:lnTo>
                  <a:lnTo>
                    <a:pt x="322130" y="770"/>
                  </a:lnTo>
                  <a:lnTo>
                    <a:pt x="319053" y="142"/>
                  </a:lnTo>
                  <a:lnTo>
                    <a:pt x="316701" y="0"/>
                  </a:lnTo>
                  <a:lnTo>
                    <a:pt x="19512" y="0"/>
                  </a:lnTo>
                  <a:lnTo>
                    <a:pt x="21864" y="142"/>
                  </a:lnTo>
                  <a:lnTo>
                    <a:pt x="18727" y="15"/>
                  </a:lnTo>
                  <a:lnTo>
                    <a:pt x="15609" y="394"/>
                  </a:lnTo>
                  <a:lnTo>
                    <a:pt x="12593" y="1268"/>
                  </a:lnTo>
                  <a:lnTo>
                    <a:pt x="9756" y="2614"/>
                  </a:lnTo>
                  <a:lnTo>
                    <a:pt x="7172" y="4398"/>
                  </a:lnTo>
                  <a:lnTo>
                    <a:pt x="4907" y="6573"/>
                  </a:lnTo>
                  <a:lnTo>
                    <a:pt x="3020" y="9083"/>
                  </a:lnTo>
                  <a:lnTo>
                    <a:pt x="1561" y="11864"/>
                  </a:lnTo>
                  <a:lnTo>
                    <a:pt x="567" y="14843"/>
                  </a:lnTo>
                  <a:lnTo>
                    <a:pt x="63" y="17942"/>
                  </a:lnTo>
                  <a:lnTo>
                    <a:pt x="0" y="19512"/>
                  </a:lnTo>
                  <a:lnTo>
                    <a:pt x="0" y="123128"/>
                  </a:lnTo>
                  <a:lnTo>
                    <a:pt x="63" y="121558"/>
                  </a:lnTo>
                  <a:lnTo>
                    <a:pt x="63" y="124698"/>
                  </a:lnTo>
                  <a:lnTo>
                    <a:pt x="567" y="127798"/>
                  </a:lnTo>
                  <a:lnTo>
                    <a:pt x="1561" y="130777"/>
                  </a:lnTo>
                  <a:lnTo>
                    <a:pt x="3020" y="133557"/>
                  </a:lnTo>
                  <a:lnTo>
                    <a:pt x="4907" y="136068"/>
                  </a:lnTo>
                  <a:lnTo>
                    <a:pt x="7172" y="138243"/>
                  </a:lnTo>
                  <a:lnTo>
                    <a:pt x="9756" y="140027"/>
                  </a:lnTo>
                  <a:lnTo>
                    <a:pt x="12593" y="141373"/>
                  </a:lnTo>
                  <a:lnTo>
                    <a:pt x="15609" y="142247"/>
                  </a:lnTo>
                  <a:lnTo>
                    <a:pt x="18727" y="1426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tx157"/>
            <p:cNvSpPr/>
            <p:nvPr/>
          </p:nvSpPr>
          <p:spPr>
            <a:xfrm>
              <a:off x="1568523" y="5463447"/>
              <a:ext cx="271171" cy="1017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Slight</a:t>
              </a:r>
            </a:p>
          </p:txBody>
        </p:sp>
        <p:sp>
          <p:nvSpPr>
            <p:cNvPr id="158" name="pg158"/>
            <p:cNvSpPr/>
            <p:nvPr/>
          </p:nvSpPr>
          <p:spPr>
            <a:xfrm>
              <a:off x="1542009" y="3598950"/>
              <a:ext cx="324198" cy="142641"/>
            </a:xfrm>
            <a:custGeom>
              <a:avLst/>
              <a:pathLst>
                <a:path w="324198" h="142641">
                  <a:moveTo>
                    <a:pt x="19512" y="142641"/>
                  </a:moveTo>
                  <a:lnTo>
                    <a:pt x="304685" y="142641"/>
                  </a:lnTo>
                  <a:lnTo>
                    <a:pt x="303900" y="142625"/>
                  </a:lnTo>
                  <a:lnTo>
                    <a:pt x="307037" y="142499"/>
                  </a:lnTo>
                  <a:lnTo>
                    <a:pt x="310114" y="141871"/>
                  </a:lnTo>
                  <a:lnTo>
                    <a:pt x="313050" y="140757"/>
                  </a:lnTo>
                  <a:lnTo>
                    <a:pt x="315770" y="139187"/>
                  </a:lnTo>
                  <a:lnTo>
                    <a:pt x="318202" y="137201"/>
                  </a:lnTo>
                  <a:lnTo>
                    <a:pt x="320285" y="134850"/>
                  </a:lnTo>
                  <a:lnTo>
                    <a:pt x="321963" y="132196"/>
                  </a:lnTo>
                  <a:lnTo>
                    <a:pt x="323194" y="129307"/>
                  </a:lnTo>
                  <a:lnTo>
                    <a:pt x="323946" y="126258"/>
                  </a:lnTo>
                  <a:lnTo>
                    <a:pt x="324198" y="123128"/>
                  </a:lnTo>
                  <a:lnTo>
                    <a:pt x="324198" y="19512"/>
                  </a:lnTo>
                  <a:lnTo>
                    <a:pt x="323946" y="16382"/>
                  </a:lnTo>
                  <a:lnTo>
                    <a:pt x="323194" y="13333"/>
                  </a:lnTo>
                  <a:lnTo>
                    <a:pt x="321963" y="10444"/>
                  </a:lnTo>
                  <a:lnTo>
                    <a:pt x="320285" y="7790"/>
                  </a:lnTo>
                  <a:lnTo>
                    <a:pt x="318202" y="5440"/>
                  </a:lnTo>
                  <a:lnTo>
                    <a:pt x="315770" y="3454"/>
                  </a:lnTo>
                  <a:lnTo>
                    <a:pt x="313050" y="1883"/>
                  </a:lnTo>
                  <a:lnTo>
                    <a:pt x="310114" y="770"/>
                  </a:lnTo>
                  <a:lnTo>
                    <a:pt x="307037" y="142"/>
                  </a:lnTo>
                  <a:lnTo>
                    <a:pt x="304685" y="0"/>
                  </a:lnTo>
                  <a:lnTo>
                    <a:pt x="19512" y="0"/>
                  </a:lnTo>
                  <a:lnTo>
                    <a:pt x="21864" y="142"/>
                  </a:lnTo>
                  <a:lnTo>
                    <a:pt x="18727" y="15"/>
                  </a:lnTo>
                  <a:lnTo>
                    <a:pt x="15609" y="394"/>
                  </a:lnTo>
                  <a:lnTo>
                    <a:pt x="12593" y="1268"/>
                  </a:lnTo>
                  <a:lnTo>
                    <a:pt x="9756" y="2614"/>
                  </a:lnTo>
                  <a:lnTo>
                    <a:pt x="7172" y="4398"/>
                  </a:lnTo>
                  <a:lnTo>
                    <a:pt x="4907" y="6573"/>
                  </a:lnTo>
                  <a:lnTo>
                    <a:pt x="3020" y="9083"/>
                  </a:lnTo>
                  <a:lnTo>
                    <a:pt x="1561" y="11864"/>
                  </a:lnTo>
                  <a:lnTo>
                    <a:pt x="567" y="14843"/>
                  </a:lnTo>
                  <a:lnTo>
                    <a:pt x="63" y="17942"/>
                  </a:lnTo>
                  <a:lnTo>
                    <a:pt x="0" y="19512"/>
                  </a:lnTo>
                  <a:lnTo>
                    <a:pt x="0" y="123128"/>
                  </a:lnTo>
                  <a:lnTo>
                    <a:pt x="63" y="121558"/>
                  </a:lnTo>
                  <a:lnTo>
                    <a:pt x="63" y="124698"/>
                  </a:lnTo>
                  <a:lnTo>
                    <a:pt x="567" y="127798"/>
                  </a:lnTo>
                  <a:lnTo>
                    <a:pt x="1561" y="130777"/>
                  </a:lnTo>
                  <a:lnTo>
                    <a:pt x="3020" y="133557"/>
                  </a:lnTo>
                  <a:lnTo>
                    <a:pt x="4907" y="136068"/>
                  </a:lnTo>
                  <a:lnTo>
                    <a:pt x="7172" y="138243"/>
                  </a:lnTo>
                  <a:lnTo>
                    <a:pt x="9756" y="140027"/>
                  </a:lnTo>
                  <a:lnTo>
                    <a:pt x="12593" y="141373"/>
                  </a:lnTo>
                  <a:lnTo>
                    <a:pt x="15609" y="142247"/>
                  </a:lnTo>
                  <a:lnTo>
                    <a:pt x="18727" y="1426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tx159"/>
            <p:cNvSpPr/>
            <p:nvPr/>
          </p:nvSpPr>
          <p:spPr>
            <a:xfrm>
              <a:off x="1574531" y="3630201"/>
              <a:ext cx="259155" cy="788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None</a:t>
              </a:r>
            </a:p>
          </p:txBody>
        </p:sp>
        <p:sp>
          <p:nvSpPr>
            <p:cNvPr id="160" name="pg160"/>
            <p:cNvSpPr/>
            <p:nvPr/>
          </p:nvSpPr>
          <p:spPr>
            <a:xfrm>
              <a:off x="3547965" y="6725914"/>
              <a:ext cx="468650" cy="142641"/>
            </a:xfrm>
            <a:custGeom>
              <a:avLst/>
              <a:pathLst>
                <a:path w="468650" h="142641">
                  <a:moveTo>
                    <a:pt x="19512" y="142641"/>
                  </a:moveTo>
                  <a:lnTo>
                    <a:pt x="449137" y="142641"/>
                  </a:lnTo>
                  <a:lnTo>
                    <a:pt x="448351" y="142625"/>
                  </a:lnTo>
                  <a:lnTo>
                    <a:pt x="451489" y="142499"/>
                  </a:lnTo>
                  <a:lnTo>
                    <a:pt x="454566" y="141871"/>
                  </a:lnTo>
                  <a:lnTo>
                    <a:pt x="457502" y="140757"/>
                  </a:lnTo>
                  <a:lnTo>
                    <a:pt x="460222" y="139187"/>
                  </a:lnTo>
                  <a:lnTo>
                    <a:pt x="462654" y="137201"/>
                  </a:lnTo>
                  <a:lnTo>
                    <a:pt x="464737" y="134850"/>
                  </a:lnTo>
                  <a:lnTo>
                    <a:pt x="466415" y="132196"/>
                  </a:lnTo>
                  <a:lnTo>
                    <a:pt x="467646" y="129307"/>
                  </a:lnTo>
                  <a:lnTo>
                    <a:pt x="468397" y="126258"/>
                  </a:lnTo>
                  <a:lnTo>
                    <a:pt x="468650" y="123128"/>
                  </a:lnTo>
                  <a:lnTo>
                    <a:pt x="468650" y="19512"/>
                  </a:lnTo>
                  <a:lnTo>
                    <a:pt x="468397" y="16382"/>
                  </a:lnTo>
                  <a:lnTo>
                    <a:pt x="467646" y="13333"/>
                  </a:lnTo>
                  <a:lnTo>
                    <a:pt x="466415" y="10444"/>
                  </a:lnTo>
                  <a:lnTo>
                    <a:pt x="464737" y="7790"/>
                  </a:lnTo>
                  <a:lnTo>
                    <a:pt x="462654" y="5440"/>
                  </a:lnTo>
                  <a:lnTo>
                    <a:pt x="460222" y="3454"/>
                  </a:lnTo>
                  <a:lnTo>
                    <a:pt x="457502" y="1883"/>
                  </a:lnTo>
                  <a:lnTo>
                    <a:pt x="454566" y="770"/>
                  </a:lnTo>
                  <a:lnTo>
                    <a:pt x="451489" y="142"/>
                  </a:lnTo>
                  <a:lnTo>
                    <a:pt x="449137" y="0"/>
                  </a:lnTo>
                  <a:lnTo>
                    <a:pt x="19512" y="0"/>
                  </a:lnTo>
                  <a:lnTo>
                    <a:pt x="21864" y="142"/>
                  </a:lnTo>
                  <a:lnTo>
                    <a:pt x="18727" y="15"/>
                  </a:lnTo>
                  <a:lnTo>
                    <a:pt x="15609" y="394"/>
                  </a:lnTo>
                  <a:lnTo>
                    <a:pt x="12593" y="1268"/>
                  </a:lnTo>
                  <a:lnTo>
                    <a:pt x="9756" y="2614"/>
                  </a:lnTo>
                  <a:lnTo>
                    <a:pt x="7172" y="4398"/>
                  </a:lnTo>
                  <a:lnTo>
                    <a:pt x="4907" y="6573"/>
                  </a:lnTo>
                  <a:lnTo>
                    <a:pt x="3020" y="9083"/>
                  </a:lnTo>
                  <a:lnTo>
                    <a:pt x="1561" y="11864"/>
                  </a:lnTo>
                  <a:lnTo>
                    <a:pt x="567" y="14843"/>
                  </a:lnTo>
                  <a:lnTo>
                    <a:pt x="63" y="17942"/>
                  </a:lnTo>
                  <a:lnTo>
                    <a:pt x="0" y="19512"/>
                  </a:lnTo>
                  <a:lnTo>
                    <a:pt x="0" y="123128"/>
                  </a:lnTo>
                  <a:lnTo>
                    <a:pt x="63" y="121558"/>
                  </a:lnTo>
                  <a:lnTo>
                    <a:pt x="63" y="124698"/>
                  </a:lnTo>
                  <a:lnTo>
                    <a:pt x="567" y="127798"/>
                  </a:lnTo>
                  <a:lnTo>
                    <a:pt x="1561" y="130777"/>
                  </a:lnTo>
                  <a:lnTo>
                    <a:pt x="3020" y="133557"/>
                  </a:lnTo>
                  <a:lnTo>
                    <a:pt x="4907" y="136068"/>
                  </a:lnTo>
                  <a:lnTo>
                    <a:pt x="7172" y="138243"/>
                  </a:lnTo>
                  <a:lnTo>
                    <a:pt x="9756" y="140027"/>
                  </a:lnTo>
                  <a:lnTo>
                    <a:pt x="12593" y="141373"/>
                  </a:lnTo>
                  <a:lnTo>
                    <a:pt x="15609" y="142247"/>
                  </a:lnTo>
                  <a:lnTo>
                    <a:pt x="18727" y="1426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tx161"/>
            <p:cNvSpPr/>
            <p:nvPr/>
          </p:nvSpPr>
          <p:spPr>
            <a:xfrm>
              <a:off x="3580487" y="6757166"/>
              <a:ext cx="403607" cy="788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Extreme</a:t>
              </a:r>
            </a:p>
          </p:txBody>
        </p:sp>
        <p:sp>
          <p:nvSpPr>
            <p:cNvPr id="162" name="pg162"/>
            <p:cNvSpPr/>
            <p:nvPr/>
          </p:nvSpPr>
          <p:spPr>
            <a:xfrm>
              <a:off x="3578031" y="6374758"/>
              <a:ext cx="408519" cy="142641"/>
            </a:xfrm>
            <a:custGeom>
              <a:avLst/>
              <a:pathLst>
                <a:path w="408519" h="142641">
                  <a:moveTo>
                    <a:pt x="19512" y="142641"/>
                  </a:moveTo>
                  <a:lnTo>
                    <a:pt x="389006" y="142641"/>
                  </a:lnTo>
                  <a:lnTo>
                    <a:pt x="388220" y="142625"/>
                  </a:lnTo>
                  <a:lnTo>
                    <a:pt x="391358" y="142499"/>
                  </a:lnTo>
                  <a:lnTo>
                    <a:pt x="394435" y="141871"/>
                  </a:lnTo>
                  <a:lnTo>
                    <a:pt x="397371" y="140757"/>
                  </a:lnTo>
                  <a:lnTo>
                    <a:pt x="400091" y="139187"/>
                  </a:lnTo>
                  <a:lnTo>
                    <a:pt x="402523" y="137201"/>
                  </a:lnTo>
                  <a:lnTo>
                    <a:pt x="404606" y="134850"/>
                  </a:lnTo>
                  <a:lnTo>
                    <a:pt x="406284" y="132196"/>
                  </a:lnTo>
                  <a:lnTo>
                    <a:pt x="407515" y="129307"/>
                  </a:lnTo>
                  <a:lnTo>
                    <a:pt x="408266" y="126258"/>
                  </a:lnTo>
                  <a:lnTo>
                    <a:pt x="408519" y="123128"/>
                  </a:lnTo>
                  <a:lnTo>
                    <a:pt x="408519" y="19512"/>
                  </a:lnTo>
                  <a:lnTo>
                    <a:pt x="408266" y="16382"/>
                  </a:lnTo>
                  <a:lnTo>
                    <a:pt x="407515" y="13333"/>
                  </a:lnTo>
                  <a:lnTo>
                    <a:pt x="406284" y="10444"/>
                  </a:lnTo>
                  <a:lnTo>
                    <a:pt x="404606" y="7790"/>
                  </a:lnTo>
                  <a:lnTo>
                    <a:pt x="402523" y="5440"/>
                  </a:lnTo>
                  <a:lnTo>
                    <a:pt x="400091" y="3454"/>
                  </a:lnTo>
                  <a:lnTo>
                    <a:pt x="397371" y="1883"/>
                  </a:lnTo>
                  <a:lnTo>
                    <a:pt x="394435" y="770"/>
                  </a:lnTo>
                  <a:lnTo>
                    <a:pt x="391358" y="142"/>
                  </a:lnTo>
                  <a:lnTo>
                    <a:pt x="389006" y="0"/>
                  </a:lnTo>
                  <a:lnTo>
                    <a:pt x="19512" y="0"/>
                  </a:lnTo>
                  <a:lnTo>
                    <a:pt x="21864" y="142"/>
                  </a:lnTo>
                  <a:lnTo>
                    <a:pt x="18727" y="15"/>
                  </a:lnTo>
                  <a:lnTo>
                    <a:pt x="15609" y="394"/>
                  </a:lnTo>
                  <a:lnTo>
                    <a:pt x="12593" y="1268"/>
                  </a:lnTo>
                  <a:lnTo>
                    <a:pt x="9756" y="2614"/>
                  </a:lnTo>
                  <a:lnTo>
                    <a:pt x="7172" y="4398"/>
                  </a:lnTo>
                  <a:lnTo>
                    <a:pt x="4907" y="6573"/>
                  </a:lnTo>
                  <a:lnTo>
                    <a:pt x="3020" y="9083"/>
                  </a:lnTo>
                  <a:lnTo>
                    <a:pt x="1561" y="11864"/>
                  </a:lnTo>
                  <a:lnTo>
                    <a:pt x="567" y="14843"/>
                  </a:lnTo>
                  <a:lnTo>
                    <a:pt x="63" y="17942"/>
                  </a:lnTo>
                  <a:lnTo>
                    <a:pt x="0" y="19512"/>
                  </a:lnTo>
                  <a:lnTo>
                    <a:pt x="0" y="123128"/>
                  </a:lnTo>
                  <a:lnTo>
                    <a:pt x="63" y="121558"/>
                  </a:lnTo>
                  <a:lnTo>
                    <a:pt x="63" y="124698"/>
                  </a:lnTo>
                  <a:lnTo>
                    <a:pt x="567" y="127798"/>
                  </a:lnTo>
                  <a:lnTo>
                    <a:pt x="1561" y="130777"/>
                  </a:lnTo>
                  <a:lnTo>
                    <a:pt x="3020" y="133557"/>
                  </a:lnTo>
                  <a:lnTo>
                    <a:pt x="4907" y="136068"/>
                  </a:lnTo>
                  <a:lnTo>
                    <a:pt x="7172" y="138243"/>
                  </a:lnTo>
                  <a:lnTo>
                    <a:pt x="9756" y="140027"/>
                  </a:lnTo>
                  <a:lnTo>
                    <a:pt x="12593" y="141373"/>
                  </a:lnTo>
                  <a:lnTo>
                    <a:pt x="15609" y="142247"/>
                  </a:lnTo>
                  <a:lnTo>
                    <a:pt x="18727" y="1426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tx163"/>
            <p:cNvSpPr/>
            <p:nvPr/>
          </p:nvSpPr>
          <p:spPr>
            <a:xfrm>
              <a:off x="3610552" y="6404633"/>
              <a:ext cx="343476" cy="80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Severe</a:t>
              </a:r>
            </a:p>
          </p:txBody>
        </p:sp>
        <p:sp>
          <p:nvSpPr>
            <p:cNvPr id="164" name="pg164"/>
            <p:cNvSpPr/>
            <p:nvPr/>
          </p:nvSpPr>
          <p:spPr>
            <a:xfrm>
              <a:off x="3520785" y="5622280"/>
              <a:ext cx="523011" cy="142641"/>
            </a:xfrm>
            <a:custGeom>
              <a:avLst/>
              <a:pathLst>
                <a:path w="523011" h="142641">
                  <a:moveTo>
                    <a:pt x="19512" y="142641"/>
                  </a:moveTo>
                  <a:lnTo>
                    <a:pt x="503498" y="142641"/>
                  </a:lnTo>
                  <a:lnTo>
                    <a:pt x="502713" y="142625"/>
                  </a:lnTo>
                  <a:lnTo>
                    <a:pt x="505850" y="142499"/>
                  </a:lnTo>
                  <a:lnTo>
                    <a:pt x="508927" y="141871"/>
                  </a:lnTo>
                  <a:lnTo>
                    <a:pt x="511863" y="140757"/>
                  </a:lnTo>
                  <a:lnTo>
                    <a:pt x="514583" y="139187"/>
                  </a:lnTo>
                  <a:lnTo>
                    <a:pt x="517015" y="137201"/>
                  </a:lnTo>
                  <a:lnTo>
                    <a:pt x="519098" y="134850"/>
                  </a:lnTo>
                  <a:lnTo>
                    <a:pt x="520776" y="132196"/>
                  </a:lnTo>
                  <a:lnTo>
                    <a:pt x="522007" y="129307"/>
                  </a:lnTo>
                  <a:lnTo>
                    <a:pt x="522759" y="126258"/>
                  </a:lnTo>
                  <a:lnTo>
                    <a:pt x="523011" y="123128"/>
                  </a:lnTo>
                  <a:lnTo>
                    <a:pt x="523011" y="19512"/>
                  </a:lnTo>
                  <a:lnTo>
                    <a:pt x="522759" y="16382"/>
                  </a:lnTo>
                  <a:lnTo>
                    <a:pt x="522007" y="13333"/>
                  </a:lnTo>
                  <a:lnTo>
                    <a:pt x="520776" y="10444"/>
                  </a:lnTo>
                  <a:lnTo>
                    <a:pt x="519098" y="7790"/>
                  </a:lnTo>
                  <a:lnTo>
                    <a:pt x="517015" y="5440"/>
                  </a:lnTo>
                  <a:lnTo>
                    <a:pt x="514583" y="3454"/>
                  </a:lnTo>
                  <a:lnTo>
                    <a:pt x="511863" y="1883"/>
                  </a:lnTo>
                  <a:lnTo>
                    <a:pt x="508927" y="770"/>
                  </a:lnTo>
                  <a:lnTo>
                    <a:pt x="505850" y="142"/>
                  </a:lnTo>
                  <a:lnTo>
                    <a:pt x="503498" y="0"/>
                  </a:lnTo>
                  <a:lnTo>
                    <a:pt x="19512" y="0"/>
                  </a:lnTo>
                  <a:lnTo>
                    <a:pt x="21864" y="142"/>
                  </a:lnTo>
                  <a:lnTo>
                    <a:pt x="18727" y="15"/>
                  </a:lnTo>
                  <a:lnTo>
                    <a:pt x="15609" y="394"/>
                  </a:lnTo>
                  <a:lnTo>
                    <a:pt x="12593" y="1268"/>
                  </a:lnTo>
                  <a:lnTo>
                    <a:pt x="9756" y="2614"/>
                  </a:lnTo>
                  <a:lnTo>
                    <a:pt x="7172" y="4398"/>
                  </a:lnTo>
                  <a:lnTo>
                    <a:pt x="4907" y="6573"/>
                  </a:lnTo>
                  <a:lnTo>
                    <a:pt x="3020" y="9083"/>
                  </a:lnTo>
                  <a:lnTo>
                    <a:pt x="1561" y="11864"/>
                  </a:lnTo>
                  <a:lnTo>
                    <a:pt x="567" y="14843"/>
                  </a:lnTo>
                  <a:lnTo>
                    <a:pt x="63" y="17942"/>
                  </a:lnTo>
                  <a:lnTo>
                    <a:pt x="0" y="19512"/>
                  </a:lnTo>
                  <a:lnTo>
                    <a:pt x="0" y="123128"/>
                  </a:lnTo>
                  <a:lnTo>
                    <a:pt x="63" y="121558"/>
                  </a:lnTo>
                  <a:lnTo>
                    <a:pt x="63" y="124698"/>
                  </a:lnTo>
                  <a:lnTo>
                    <a:pt x="567" y="127798"/>
                  </a:lnTo>
                  <a:lnTo>
                    <a:pt x="1561" y="130777"/>
                  </a:lnTo>
                  <a:lnTo>
                    <a:pt x="3020" y="133557"/>
                  </a:lnTo>
                  <a:lnTo>
                    <a:pt x="4907" y="136068"/>
                  </a:lnTo>
                  <a:lnTo>
                    <a:pt x="7172" y="138243"/>
                  </a:lnTo>
                  <a:lnTo>
                    <a:pt x="9756" y="140027"/>
                  </a:lnTo>
                  <a:lnTo>
                    <a:pt x="12593" y="141373"/>
                  </a:lnTo>
                  <a:lnTo>
                    <a:pt x="15609" y="142247"/>
                  </a:lnTo>
                  <a:lnTo>
                    <a:pt x="18727" y="1426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tx165"/>
            <p:cNvSpPr/>
            <p:nvPr/>
          </p:nvSpPr>
          <p:spPr>
            <a:xfrm>
              <a:off x="3553306" y="5653531"/>
              <a:ext cx="457968" cy="788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Moderate</a:t>
              </a:r>
            </a:p>
          </p:txBody>
        </p:sp>
        <p:sp>
          <p:nvSpPr>
            <p:cNvPr id="166" name="pg166"/>
            <p:cNvSpPr/>
            <p:nvPr/>
          </p:nvSpPr>
          <p:spPr>
            <a:xfrm>
              <a:off x="3614183" y="4418315"/>
              <a:ext cx="336214" cy="142641"/>
            </a:xfrm>
            <a:custGeom>
              <a:avLst/>
              <a:pathLst>
                <a:path w="336214" h="142641">
                  <a:moveTo>
                    <a:pt x="19512" y="142641"/>
                  </a:moveTo>
                  <a:lnTo>
                    <a:pt x="316701" y="142641"/>
                  </a:lnTo>
                  <a:lnTo>
                    <a:pt x="315915" y="142625"/>
                  </a:lnTo>
                  <a:lnTo>
                    <a:pt x="319053" y="142499"/>
                  </a:lnTo>
                  <a:lnTo>
                    <a:pt x="322130" y="141871"/>
                  </a:lnTo>
                  <a:lnTo>
                    <a:pt x="325066" y="140757"/>
                  </a:lnTo>
                  <a:lnTo>
                    <a:pt x="327785" y="139187"/>
                  </a:lnTo>
                  <a:lnTo>
                    <a:pt x="330218" y="137201"/>
                  </a:lnTo>
                  <a:lnTo>
                    <a:pt x="332300" y="134850"/>
                  </a:lnTo>
                  <a:lnTo>
                    <a:pt x="333979" y="132196"/>
                  </a:lnTo>
                  <a:lnTo>
                    <a:pt x="335210" y="129307"/>
                  </a:lnTo>
                  <a:lnTo>
                    <a:pt x="335961" y="126258"/>
                  </a:lnTo>
                  <a:lnTo>
                    <a:pt x="336214" y="123128"/>
                  </a:lnTo>
                  <a:lnTo>
                    <a:pt x="336214" y="19512"/>
                  </a:lnTo>
                  <a:lnTo>
                    <a:pt x="335961" y="16382"/>
                  </a:lnTo>
                  <a:lnTo>
                    <a:pt x="335210" y="13333"/>
                  </a:lnTo>
                  <a:lnTo>
                    <a:pt x="333979" y="10444"/>
                  </a:lnTo>
                  <a:lnTo>
                    <a:pt x="332300" y="7790"/>
                  </a:lnTo>
                  <a:lnTo>
                    <a:pt x="330218" y="5440"/>
                  </a:lnTo>
                  <a:lnTo>
                    <a:pt x="327785" y="3454"/>
                  </a:lnTo>
                  <a:lnTo>
                    <a:pt x="325066" y="1883"/>
                  </a:lnTo>
                  <a:lnTo>
                    <a:pt x="322130" y="770"/>
                  </a:lnTo>
                  <a:lnTo>
                    <a:pt x="319053" y="142"/>
                  </a:lnTo>
                  <a:lnTo>
                    <a:pt x="316701" y="0"/>
                  </a:lnTo>
                  <a:lnTo>
                    <a:pt x="19512" y="0"/>
                  </a:lnTo>
                  <a:lnTo>
                    <a:pt x="21864" y="142"/>
                  </a:lnTo>
                  <a:lnTo>
                    <a:pt x="18727" y="15"/>
                  </a:lnTo>
                  <a:lnTo>
                    <a:pt x="15609" y="394"/>
                  </a:lnTo>
                  <a:lnTo>
                    <a:pt x="12593" y="1268"/>
                  </a:lnTo>
                  <a:lnTo>
                    <a:pt x="9756" y="2614"/>
                  </a:lnTo>
                  <a:lnTo>
                    <a:pt x="7172" y="4398"/>
                  </a:lnTo>
                  <a:lnTo>
                    <a:pt x="4907" y="6573"/>
                  </a:lnTo>
                  <a:lnTo>
                    <a:pt x="3020" y="9083"/>
                  </a:lnTo>
                  <a:lnTo>
                    <a:pt x="1561" y="11864"/>
                  </a:lnTo>
                  <a:lnTo>
                    <a:pt x="567" y="14843"/>
                  </a:lnTo>
                  <a:lnTo>
                    <a:pt x="63" y="17942"/>
                  </a:lnTo>
                  <a:lnTo>
                    <a:pt x="0" y="19512"/>
                  </a:lnTo>
                  <a:lnTo>
                    <a:pt x="0" y="123128"/>
                  </a:lnTo>
                  <a:lnTo>
                    <a:pt x="63" y="121558"/>
                  </a:lnTo>
                  <a:lnTo>
                    <a:pt x="63" y="124698"/>
                  </a:lnTo>
                  <a:lnTo>
                    <a:pt x="567" y="127798"/>
                  </a:lnTo>
                  <a:lnTo>
                    <a:pt x="1561" y="130777"/>
                  </a:lnTo>
                  <a:lnTo>
                    <a:pt x="3020" y="133557"/>
                  </a:lnTo>
                  <a:lnTo>
                    <a:pt x="4907" y="136068"/>
                  </a:lnTo>
                  <a:lnTo>
                    <a:pt x="7172" y="138243"/>
                  </a:lnTo>
                  <a:lnTo>
                    <a:pt x="9756" y="140027"/>
                  </a:lnTo>
                  <a:lnTo>
                    <a:pt x="12593" y="141373"/>
                  </a:lnTo>
                  <a:lnTo>
                    <a:pt x="15609" y="142247"/>
                  </a:lnTo>
                  <a:lnTo>
                    <a:pt x="18727" y="1426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tx167"/>
            <p:cNvSpPr/>
            <p:nvPr/>
          </p:nvSpPr>
          <p:spPr>
            <a:xfrm>
              <a:off x="3646705" y="4426699"/>
              <a:ext cx="271171" cy="1017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Slight</a:t>
              </a:r>
            </a:p>
          </p:txBody>
        </p:sp>
        <p:sp>
          <p:nvSpPr>
            <p:cNvPr id="168" name="pg168"/>
            <p:cNvSpPr/>
            <p:nvPr/>
          </p:nvSpPr>
          <p:spPr>
            <a:xfrm>
              <a:off x="3620191" y="2879915"/>
              <a:ext cx="324198" cy="142641"/>
            </a:xfrm>
            <a:custGeom>
              <a:avLst/>
              <a:pathLst>
                <a:path w="324198" h="142641">
                  <a:moveTo>
                    <a:pt x="19512" y="142641"/>
                  </a:moveTo>
                  <a:lnTo>
                    <a:pt x="304685" y="142641"/>
                  </a:lnTo>
                  <a:lnTo>
                    <a:pt x="303900" y="142625"/>
                  </a:lnTo>
                  <a:lnTo>
                    <a:pt x="307037" y="142499"/>
                  </a:lnTo>
                  <a:lnTo>
                    <a:pt x="310114" y="141871"/>
                  </a:lnTo>
                  <a:lnTo>
                    <a:pt x="313050" y="140757"/>
                  </a:lnTo>
                  <a:lnTo>
                    <a:pt x="315770" y="139187"/>
                  </a:lnTo>
                  <a:lnTo>
                    <a:pt x="318202" y="137201"/>
                  </a:lnTo>
                  <a:lnTo>
                    <a:pt x="320285" y="134850"/>
                  </a:lnTo>
                  <a:lnTo>
                    <a:pt x="321963" y="132196"/>
                  </a:lnTo>
                  <a:lnTo>
                    <a:pt x="323194" y="129307"/>
                  </a:lnTo>
                  <a:lnTo>
                    <a:pt x="323946" y="126258"/>
                  </a:lnTo>
                  <a:lnTo>
                    <a:pt x="324198" y="123128"/>
                  </a:lnTo>
                  <a:lnTo>
                    <a:pt x="324198" y="19512"/>
                  </a:lnTo>
                  <a:lnTo>
                    <a:pt x="323946" y="16382"/>
                  </a:lnTo>
                  <a:lnTo>
                    <a:pt x="323194" y="13333"/>
                  </a:lnTo>
                  <a:lnTo>
                    <a:pt x="321963" y="10444"/>
                  </a:lnTo>
                  <a:lnTo>
                    <a:pt x="320285" y="7790"/>
                  </a:lnTo>
                  <a:lnTo>
                    <a:pt x="318202" y="5440"/>
                  </a:lnTo>
                  <a:lnTo>
                    <a:pt x="315770" y="3454"/>
                  </a:lnTo>
                  <a:lnTo>
                    <a:pt x="313050" y="1883"/>
                  </a:lnTo>
                  <a:lnTo>
                    <a:pt x="310114" y="770"/>
                  </a:lnTo>
                  <a:lnTo>
                    <a:pt x="307037" y="142"/>
                  </a:lnTo>
                  <a:lnTo>
                    <a:pt x="304685" y="0"/>
                  </a:lnTo>
                  <a:lnTo>
                    <a:pt x="19512" y="0"/>
                  </a:lnTo>
                  <a:lnTo>
                    <a:pt x="21864" y="142"/>
                  </a:lnTo>
                  <a:lnTo>
                    <a:pt x="18727" y="15"/>
                  </a:lnTo>
                  <a:lnTo>
                    <a:pt x="15609" y="394"/>
                  </a:lnTo>
                  <a:lnTo>
                    <a:pt x="12593" y="1268"/>
                  </a:lnTo>
                  <a:lnTo>
                    <a:pt x="9756" y="2614"/>
                  </a:lnTo>
                  <a:lnTo>
                    <a:pt x="7172" y="4398"/>
                  </a:lnTo>
                  <a:lnTo>
                    <a:pt x="4907" y="6573"/>
                  </a:lnTo>
                  <a:lnTo>
                    <a:pt x="3020" y="9083"/>
                  </a:lnTo>
                  <a:lnTo>
                    <a:pt x="1561" y="11864"/>
                  </a:lnTo>
                  <a:lnTo>
                    <a:pt x="567" y="14843"/>
                  </a:lnTo>
                  <a:lnTo>
                    <a:pt x="63" y="17942"/>
                  </a:lnTo>
                  <a:lnTo>
                    <a:pt x="0" y="19512"/>
                  </a:lnTo>
                  <a:lnTo>
                    <a:pt x="0" y="123128"/>
                  </a:lnTo>
                  <a:lnTo>
                    <a:pt x="63" y="121558"/>
                  </a:lnTo>
                  <a:lnTo>
                    <a:pt x="63" y="124698"/>
                  </a:lnTo>
                  <a:lnTo>
                    <a:pt x="567" y="127798"/>
                  </a:lnTo>
                  <a:lnTo>
                    <a:pt x="1561" y="130777"/>
                  </a:lnTo>
                  <a:lnTo>
                    <a:pt x="3020" y="133557"/>
                  </a:lnTo>
                  <a:lnTo>
                    <a:pt x="4907" y="136068"/>
                  </a:lnTo>
                  <a:lnTo>
                    <a:pt x="7172" y="138243"/>
                  </a:lnTo>
                  <a:lnTo>
                    <a:pt x="9756" y="140027"/>
                  </a:lnTo>
                  <a:lnTo>
                    <a:pt x="12593" y="141373"/>
                  </a:lnTo>
                  <a:lnTo>
                    <a:pt x="15609" y="142247"/>
                  </a:lnTo>
                  <a:lnTo>
                    <a:pt x="18727" y="1426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tx169"/>
            <p:cNvSpPr/>
            <p:nvPr/>
          </p:nvSpPr>
          <p:spPr>
            <a:xfrm>
              <a:off x="3652713" y="2911166"/>
              <a:ext cx="259155" cy="788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None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503525" y="7104324"/>
              <a:ext cx="24011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Before onset of first symptoms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3535211" y="7106495"/>
              <a:ext cx="494158" cy="1646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Today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520462" y="932419"/>
              <a:ext cx="3150294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Changes in self-reported level of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520462" y="1154553"/>
              <a:ext cx="3567410" cy="1880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problems with pain/discomfort of the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520462" y="1371331"/>
              <a:ext cx="3962995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EQ-5D-5L before onset of first symptoms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520462" y="1590787"/>
              <a:ext cx="1755874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and today (N=144)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2025-09-15T10:23:54Z</dcterms:modified>
  <cp:category/>
</cp:coreProperties>
</file>