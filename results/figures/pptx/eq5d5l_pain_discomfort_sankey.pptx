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276565"/>
              <a:ext cx="1353158" cy="2750294"/>
            </a:xfrm>
            <a:custGeom>
              <a:avLst/>
              <a:pathLst>
                <a:path w="1353158" h="2750294">
                  <a:moveTo>
                    <a:pt x="0" y="29573"/>
                  </a:moveTo>
                  <a:lnTo>
                    <a:pt x="804" y="29777"/>
                  </a:lnTo>
                  <a:lnTo>
                    <a:pt x="5957" y="31242"/>
                  </a:lnTo>
                  <a:lnTo>
                    <a:pt x="18412" y="35280"/>
                  </a:lnTo>
                  <a:lnTo>
                    <a:pt x="39293" y="43058"/>
                  </a:lnTo>
                  <a:lnTo>
                    <a:pt x="67774" y="55360"/>
                  </a:lnTo>
                  <a:lnTo>
                    <a:pt x="101584" y="72493"/>
                  </a:lnTo>
                  <a:lnTo>
                    <a:pt x="137961" y="94411"/>
                  </a:lnTo>
                  <a:lnTo>
                    <a:pt x="174538" y="120979"/>
                  </a:lnTo>
                  <a:lnTo>
                    <a:pt x="209794" y="152222"/>
                  </a:lnTo>
                  <a:lnTo>
                    <a:pt x="243087" y="188474"/>
                  </a:lnTo>
                  <a:lnTo>
                    <a:pt x="274462" y="230442"/>
                  </a:lnTo>
                  <a:lnTo>
                    <a:pt x="304412" y="279185"/>
                  </a:lnTo>
                  <a:lnTo>
                    <a:pt x="333674" y="336037"/>
                  </a:lnTo>
                  <a:lnTo>
                    <a:pt x="363065" y="402416"/>
                  </a:lnTo>
                  <a:lnTo>
                    <a:pt x="393317" y="479404"/>
                  </a:lnTo>
                  <a:lnTo>
                    <a:pt x="394671" y="483026"/>
                  </a:lnTo>
                  <a:lnTo>
                    <a:pt x="413564" y="534946"/>
                  </a:lnTo>
                  <a:lnTo>
                    <a:pt x="433047" y="590888"/>
                  </a:lnTo>
                  <a:lnTo>
                    <a:pt x="453197" y="650931"/>
                  </a:lnTo>
                  <a:lnTo>
                    <a:pt x="474067" y="715083"/>
                  </a:lnTo>
                  <a:lnTo>
                    <a:pt x="495682" y="783267"/>
                  </a:lnTo>
                  <a:lnTo>
                    <a:pt x="518038" y="855319"/>
                  </a:lnTo>
                  <a:lnTo>
                    <a:pt x="541106" y="930978"/>
                  </a:lnTo>
                  <a:lnTo>
                    <a:pt x="564828" y="1009892"/>
                  </a:lnTo>
                  <a:lnTo>
                    <a:pt x="589125" y="1091615"/>
                  </a:lnTo>
                  <a:lnTo>
                    <a:pt x="613893" y="1175617"/>
                  </a:lnTo>
                  <a:lnTo>
                    <a:pt x="639010" y="1261298"/>
                  </a:lnTo>
                  <a:lnTo>
                    <a:pt x="664342" y="1348004"/>
                  </a:lnTo>
                  <a:lnTo>
                    <a:pt x="689745" y="1435047"/>
                  </a:lnTo>
                  <a:lnTo>
                    <a:pt x="715072" y="1521728"/>
                  </a:lnTo>
                  <a:lnTo>
                    <a:pt x="740179" y="1607359"/>
                  </a:lnTo>
                  <a:lnTo>
                    <a:pt x="764931" y="1691287"/>
                  </a:lnTo>
                  <a:lnTo>
                    <a:pt x="789208" y="1772916"/>
                  </a:lnTo>
                  <a:lnTo>
                    <a:pt x="812908" y="1851718"/>
                  </a:lnTo>
                  <a:lnTo>
                    <a:pt x="835950" y="1927252"/>
                  </a:lnTo>
                  <a:lnTo>
                    <a:pt x="858280" y="1999166"/>
                  </a:lnTo>
                  <a:lnTo>
                    <a:pt x="879867" y="2067205"/>
                  </a:lnTo>
                  <a:lnTo>
                    <a:pt x="900711" y="2131207"/>
                  </a:lnTo>
                  <a:lnTo>
                    <a:pt x="920835" y="2191099"/>
                  </a:lnTo>
                  <a:lnTo>
                    <a:pt x="940294" y="2246891"/>
                  </a:lnTo>
                  <a:lnTo>
                    <a:pt x="958487" y="2296840"/>
                  </a:lnTo>
                  <a:lnTo>
                    <a:pt x="988790" y="2374304"/>
                  </a:lnTo>
                  <a:lnTo>
                    <a:pt x="1018204" y="2441130"/>
                  </a:lnTo>
                  <a:lnTo>
                    <a:pt x="1047454" y="2498371"/>
                  </a:lnTo>
                  <a:lnTo>
                    <a:pt x="1077358" y="2547439"/>
                  </a:lnTo>
                  <a:lnTo>
                    <a:pt x="1108658" y="2589679"/>
                  </a:lnTo>
                  <a:lnTo>
                    <a:pt x="1141862" y="2626165"/>
                  </a:lnTo>
                  <a:lnTo>
                    <a:pt x="1177039" y="2657617"/>
                  </a:lnTo>
                  <a:lnTo>
                    <a:pt x="1213583" y="2684388"/>
                  </a:lnTo>
                  <a:lnTo>
                    <a:pt x="1250014" y="2706512"/>
                  </a:lnTo>
                  <a:lnTo>
                    <a:pt x="1283994" y="2723857"/>
                  </a:lnTo>
                  <a:lnTo>
                    <a:pt x="1312763" y="2736368"/>
                  </a:lnTo>
                  <a:lnTo>
                    <a:pt x="1334008" y="2744331"/>
                  </a:lnTo>
                  <a:lnTo>
                    <a:pt x="1346823" y="2748510"/>
                  </a:lnTo>
                  <a:lnTo>
                    <a:pt x="1352246" y="2750061"/>
                  </a:lnTo>
                  <a:lnTo>
                    <a:pt x="1353158" y="2750294"/>
                  </a:lnTo>
                  <a:lnTo>
                    <a:pt x="1353158" y="2720721"/>
                  </a:lnTo>
                  <a:lnTo>
                    <a:pt x="1352353" y="2720517"/>
                  </a:lnTo>
                  <a:lnTo>
                    <a:pt x="1347200" y="2719051"/>
                  </a:lnTo>
                  <a:lnTo>
                    <a:pt x="1334746" y="2715013"/>
                  </a:lnTo>
                  <a:lnTo>
                    <a:pt x="1313864" y="2707236"/>
                  </a:lnTo>
                  <a:lnTo>
                    <a:pt x="1285383" y="2694933"/>
                  </a:lnTo>
                  <a:lnTo>
                    <a:pt x="1251574" y="2677800"/>
                  </a:lnTo>
                  <a:lnTo>
                    <a:pt x="1215196" y="2655882"/>
                  </a:lnTo>
                  <a:lnTo>
                    <a:pt x="1178619" y="2629314"/>
                  </a:lnTo>
                  <a:lnTo>
                    <a:pt x="1143363" y="2598072"/>
                  </a:lnTo>
                  <a:lnTo>
                    <a:pt x="1110071" y="2561819"/>
                  </a:lnTo>
                  <a:lnTo>
                    <a:pt x="1078695" y="2519851"/>
                  </a:lnTo>
                  <a:lnTo>
                    <a:pt x="1048745" y="2471108"/>
                  </a:lnTo>
                  <a:lnTo>
                    <a:pt x="1019484" y="2414256"/>
                  </a:lnTo>
                  <a:lnTo>
                    <a:pt x="990093" y="2347877"/>
                  </a:lnTo>
                  <a:lnTo>
                    <a:pt x="959840" y="2270889"/>
                  </a:lnTo>
                  <a:lnTo>
                    <a:pt x="958487" y="2267267"/>
                  </a:lnTo>
                  <a:lnTo>
                    <a:pt x="939593" y="2215347"/>
                  </a:lnTo>
                  <a:lnTo>
                    <a:pt x="920111" y="2159405"/>
                  </a:lnTo>
                  <a:lnTo>
                    <a:pt x="899960" y="2099362"/>
                  </a:lnTo>
                  <a:lnTo>
                    <a:pt x="879090" y="2035211"/>
                  </a:lnTo>
                  <a:lnTo>
                    <a:pt x="857475" y="1967026"/>
                  </a:lnTo>
                  <a:lnTo>
                    <a:pt x="835119" y="1894975"/>
                  </a:lnTo>
                  <a:lnTo>
                    <a:pt x="812051" y="1819315"/>
                  </a:lnTo>
                  <a:lnTo>
                    <a:pt x="788329" y="1740401"/>
                  </a:lnTo>
                  <a:lnTo>
                    <a:pt x="764032" y="1658678"/>
                  </a:lnTo>
                  <a:lnTo>
                    <a:pt x="739265" y="1574676"/>
                  </a:lnTo>
                  <a:lnTo>
                    <a:pt x="714147" y="1488995"/>
                  </a:lnTo>
                  <a:lnTo>
                    <a:pt x="688815" y="1402289"/>
                  </a:lnTo>
                  <a:lnTo>
                    <a:pt x="663412" y="1315246"/>
                  </a:lnTo>
                  <a:lnTo>
                    <a:pt x="638086" y="1228566"/>
                  </a:lnTo>
                  <a:lnTo>
                    <a:pt x="612979" y="1142935"/>
                  </a:lnTo>
                  <a:lnTo>
                    <a:pt x="588226" y="1059006"/>
                  </a:lnTo>
                  <a:lnTo>
                    <a:pt x="563949" y="977377"/>
                  </a:lnTo>
                  <a:lnTo>
                    <a:pt x="540249" y="898575"/>
                  </a:lnTo>
                  <a:lnTo>
                    <a:pt x="517207" y="823042"/>
                  </a:lnTo>
                  <a:lnTo>
                    <a:pt x="494878" y="751128"/>
                  </a:lnTo>
                  <a:lnTo>
                    <a:pt x="473290" y="683089"/>
                  </a:lnTo>
                  <a:lnTo>
                    <a:pt x="452447" y="619087"/>
                  </a:lnTo>
                  <a:lnTo>
                    <a:pt x="432322" y="559194"/>
                  </a:lnTo>
                  <a:lnTo>
                    <a:pt x="412863" y="503402"/>
                  </a:lnTo>
                  <a:lnTo>
                    <a:pt x="394671" y="453453"/>
                  </a:lnTo>
                  <a:lnTo>
                    <a:pt x="364368" y="375989"/>
                  </a:lnTo>
                  <a:lnTo>
                    <a:pt x="334953" y="309163"/>
                  </a:lnTo>
                  <a:lnTo>
                    <a:pt x="305703" y="251923"/>
                  </a:lnTo>
                  <a:lnTo>
                    <a:pt x="275799" y="202854"/>
                  </a:lnTo>
                  <a:lnTo>
                    <a:pt x="244499" y="160614"/>
                  </a:lnTo>
                  <a:lnTo>
                    <a:pt x="211295" y="124128"/>
                  </a:lnTo>
                  <a:lnTo>
                    <a:pt x="176118" y="92676"/>
                  </a:lnTo>
                  <a:lnTo>
                    <a:pt x="139574" y="65905"/>
                  </a:lnTo>
                  <a:lnTo>
                    <a:pt x="103143" y="43781"/>
                  </a:lnTo>
                  <a:lnTo>
                    <a:pt x="69164" y="26436"/>
                  </a:lnTo>
                  <a:lnTo>
                    <a:pt x="40394" y="13925"/>
                  </a:lnTo>
                  <a:lnTo>
                    <a:pt x="19149" y="5962"/>
                  </a:lnTo>
                  <a:lnTo>
                    <a:pt x="6334" y="1783"/>
                  </a:lnTo>
                  <a:lnTo>
                    <a:pt x="912" y="2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306138"/>
              <a:ext cx="1353158" cy="2750294"/>
            </a:xfrm>
            <a:custGeom>
              <a:avLst/>
              <a:pathLst>
                <a:path w="1353158" h="2750294">
                  <a:moveTo>
                    <a:pt x="0" y="29573"/>
                  </a:moveTo>
                  <a:lnTo>
                    <a:pt x="804" y="29777"/>
                  </a:lnTo>
                  <a:lnTo>
                    <a:pt x="5957" y="31242"/>
                  </a:lnTo>
                  <a:lnTo>
                    <a:pt x="18412" y="35280"/>
                  </a:lnTo>
                  <a:lnTo>
                    <a:pt x="39293" y="43058"/>
                  </a:lnTo>
                  <a:lnTo>
                    <a:pt x="67774" y="55360"/>
                  </a:lnTo>
                  <a:lnTo>
                    <a:pt x="101584" y="72493"/>
                  </a:lnTo>
                  <a:lnTo>
                    <a:pt x="137961" y="94411"/>
                  </a:lnTo>
                  <a:lnTo>
                    <a:pt x="174538" y="120979"/>
                  </a:lnTo>
                  <a:lnTo>
                    <a:pt x="209794" y="152222"/>
                  </a:lnTo>
                  <a:lnTo>
                    <a:pt x="243087" y="188474"/>
                  </a:lnTo>
                  <a:lnTo>
                    <a:pt x="274462" y="230442"/>
                  </a:lnTo>
                  <a:lnTo>
                    <a:pt x="304412" y="279185"/>
                  </a:lnTo>
                  <a:lnTo>
                    <a:pt x="333674" y="336037"/>
                  </a:lnTo>
                  <a:lnTo>
                    <a:pt x="363065" y="402416"/>
                  </a:lnTo>
                  <a:lnTo>
                    <a:pt x="393317" y="479404"/>
                  </a:lnTo>
                  <a:lnTo>
                    <a:pt x="394671" y="483026"/>
                  </a:lnTo>
                  <a:lnTo>
                    <a:pt x="413564" y="534946"/>
                  </a:lnTo>
                  <a:lnTo>
                    <a:pt x="433047" y="590888"/>
                  </a:lnTo>
                  <a:lnTo>
                    <a:pt x="453197" y="650931"/>
                  </a:lnTo>
                  <a:lnTo>
                    <a:pt x="474067" y="715083"/>
                  </a:lnTo>
                  <a:lnTo>
                    <a:pt x="495682" y="783267"/>
                  </a:lnTo>
                  <a:lnTo>
                    <a:pt x="518038" y="855319"/>
                  </a:lnTo>
                  <a:lnTo>
                    <a:pt x="541106" y="930978"/>
                  </a:lnTo>
                  <a:lnTo>
                    <a:pt x="564828" y="1009892"/>
                  </a:lnTo>
                  <a:lnTo>
                    <a:pt x="589125" y="1091615"/>
                  </a:lnTo>
                  <a:lnTo>
                    <a:pt x="613893" y="1175617"/>
                  </a:lnTo>
                  <a:lnTo>
                    <a:pt x="639010" y="1261298"/>
                  </a:lnTo>
                  <a:lnTo>
                    <a:pt x="664342" y="1348004"/>
                  </a:lnTo>
                  <a:lnTo>
                    <a:pt x="689745" y="1435047"/>
                  </a:lnTo>
                  <a:lnTo>
                    <a:pt x="715072" y="1521728"/>
                  </a:lnTo>
                  <a:lnTo>
                    <a:pt x="740179" y="1607359"/>
                  </a:lnTo>
                  <a:lnTo>
                    <a:pt x="764931" y="1691287"/>
                  </a:lnTo>
                  <a:lnTo>
                    <a:pt x="789208" y="1772916"/>
                  </a:lnTo>
                  <a:lnTo>
                    <a:pt x="812908" y="1851718"/>
                  </a:lnTo>
                  <a:lnTo>
                    <a:pt x="835950" y="1927252"/>
                  </a:lnTo>
                  <a:lnTo>
                    <a:pt x="858280" y="1999166"/>
                  </a:lnTo>
                  <a:lnTo>
                    <a:pt x="879867" y="2067205"/>
                  </a:lnTo>
                  <a:lnTo>
                    <a:pt x="900711" y="2131207"/>
                  </a:lnTo>
                  <a:lnTo>
                    <a:pt x="920835" y="2191099"/>
                  </a:lnTo>
                  <a:lnTo>
                    <a:pt x="940294" y="2246891"/>
                  </a:lnTo>
                  <a:lnTo>
                    <a:pt x="958487" y="2296840"/>
                  </a:lnTo>
                  <a:lnTo>
                    <a:pt x="988790" y="2374304"/>
                  </a:lnTo>
                  <a:lnTo>
                    <a:pt x="1018204" y="2441130"/>
                  </a:lnTo>
                  <a:lnTo>
                    <a:pt x="1047454" y="2498371"/>
                  </a:lnTo>
                  <a:lnTo>
                    <a:pt x="1077358" y="2547439"/>
                  </a:lnTo>
                  <a:lnTo>
                    <a:pt x="1108658" y="2589679"/>
                  </a:lnTo>
                  <a:lnTo>
                    <a:pt x="1141862" y="2626165"/>
                  </a:lnTo>
                  <a:lnTo>
                    <a:pt x="1177039" y="2657617"/>
                  </a:lnTo>
                  <a:lnTo>
                    <a:pt x="1213583" y="2684388"/>
                  </a:lnTo>
                  <a:lnTo>
                    <a:pt x="1250014" y="2706512"/>
                  </a:lnTo>
                  <a:lnTo>
                    <a:pt x="1283994" y="2723857"/>
                  </a:lnTo>
                  <a:lnTo>
                    <a:pt x="1312763" y="2736368"/>
                  </a:lnTo>
                  <a:lnTo>
                    <a:pt x="1334008" y="2744331"/>
                  </a:lnTo>
                  <a:lnTo>
                    <a:pt x="1346823" y="2748510"/>
                  </a:lnTo>
                  <a:lnTo>
                    <a:pt x="1352246" y="2750061"/>
                  </a:lnTo>
                  <a:lnTo>
                    <a:pt x="1353158" y="2750294"/>
                  </a:lnTo>
                  <a:lnTo>
                    <a:pt x="1353158" y="2720721"/>
                  </a:lnTo>
                  <a:lnTo>
                    <a:pt x="1352353" y="2720517"/>
                  </a:lnTo>
                  <a:lnTo>
                    <a:pt x="1347200" y="2719051"/>
                  </a:lnTo>
                  <a:lnTo>
                    <a:pt x="1334746" y="2715013"/>
                  </a:lnTo>
                  <a:lnTo>
                    <a:pt x="1313864" y="2707236"/>
                  </a:lnTo>
                  <a:lnTo>
                    <a:pt x="1285383" y="2694933"/>
                  </a:lnTo>
                  <a:lnTo>
                    <a:pt x="1251574" y="2677800"/>
                  </a:lnTo>
                  <a:lnTo>
                    <a:pt x="1215196" y="2655882"/>
                  </a:lnTo>
                  <a:lnTo>
                    <a:pt x="1178619" y="2629314"/>
                  </a:lnTo>
                  <a:lnTo>
                    <a:pt x="1143363" y="2598072"/>
                  </a:lnTo>
                  <a:lnTo>
                    <a:pt x="1110071" y="2561819"/>
                  </a:lnTo>
                  <a:lnTo>
                    <a:pt x="1078695" y="2519851"/>
                  </a:lnTo>
                  <a:lnTo>
                    <a:pt x="1048745" y="2471108"/>
                  </a:lnTo>
                  <a:lnTo>
                    <a:pt x="1019484" y="2414256"/>
                  </a:lnTo>
                  <a:lnTo>
                    <a:pt x="990093" y="2347877"/>
                  </a:lnTo>
                  <a:lnTo>
                    <a:pt x="959840" y="2270889"/>
                  </a:lnTo>
                  <a:lnTo>
                    <a:pt x="958487" y="2267267"/>
                  </a:lnTo>
                  <a:lnTo>
                    <a:pt x="939593" y="2215347"/>
                  </a:lnTo>
                  <a:lnTo>
                    <a:pt x="920111" y="2159405"/>
                  </a:lnTo>
                  <a:lnTo>
                    <a:pt x="899960" y="2099362"/>
                  </a:lnTo>
                  <a:lnTo>
                    <a:pt x="879090" y="2035211"/>
                  </a:lnTo>
                  <a:lnTo>
                    <a:pt x="857475" y="1967026"/>
                  </a:lnTo>
                  <a:lnTo>
                    <a:pt x="835119" y="1894975"/>
                  </a:lnTo>
                  <a:lnTo>
                    <a:pt x="812051" y="1819315"/>
                  </a:lnTo>
                  <a:lnTo>
                    <a:pt x="788329" y="1740401"/>
                  </a:lnTo>
                  <a:lnTo>
                    <a:pt x="764032" y="1658678"/>
                  </a:lnTo>
                  <a:lnTo>
                    <a:pt x="739265" y="1574676"/>
                  </a:lnTo>
                  <a:lnTo>
                    <a:pt x="714147" y="1488995"/>
                  </a:lnTo>
                  <a:lnTo>
                    <a:pt x="688815" y="1402289"/>
                  </a:lnTo>
                  <a:lnTo>
                    <a:pt x="663412" y="1315246"/>
                  </a:lnTo>
                  <a:lnTo>
                    <a:pt x="638086" y="1228566"/>
                  </a:lnTo>
                  <a:lnTo>
                    <a:pt x="612979" y="1142935"/>
                  </a:lnTo>
                  <a:lnTo>
                    <a:pt x="588226" y="1059006"/>
                  </a:lnTo>
                  <a:lnTo>
                    <a:pt x="563949" y="977377"/>
                  </a:lnTo>
                  <a:lnTo>
                    <a:pt x="540249" y="898575"/>
                  </a:lnTo>
                  <a:lnTo>
                    <a:pt x="517207" y="823042"/>
                  </a:lnTo>
                  <a:lnTo>
                    <a:pt x="494878" y="751128"/>
                  </a:lnTo>
                  <a:lnTo>
                    <a:pt x="473290" y="683089"/>
                  </a:lnTo>
                  <a:lnTo>
                    <a:pt x="452447" y="619087"/>
                  </a:lnTo>
                  <a:lnTo>
                    <a:pt x="432322" y="559194"/>
                  </a:lnTo>
                  <a:lnTo>
                    <a:pt x="412863" y="503402"/>
                  </a:lnTo>
                  <a:lnTo>
                    <a:pt x="394671" y="453453"/>
                  </a:lnTo>
                  <a:lnTo>
                    <a:pt x="364368" y="375989"/>
                  </a:lnTo>
                  <a:lnTo>
                    <a:pt x="334953" y="309163"/>
                  </a:lnTo>
                  <a:lnTo>
                    <a:pt x="305703" y="251923"/>
                  </a:lnTo>
                  <a:lnTo>
                    <a:pt x="275799" y="202854"/>
                  </a:lnTo>
                  <a:lnTo>
                    <a:pt x="244499" y="160614"/>
                  </a:lnTo>
                  <a:lnTo>
                    <a:pt x="211295" y="124128"/>
                  </a:lnTo>
                  <a:lnTo>
                    <a:pt x="176118" y="92676"/>
                  </a:lnTo>
                  <a:lnTo>
                    <a:pt x="139574" y="65905"/>
                  </a:lnTo>
                  <a:lnTo>
                    <a:pt x="103143" y="43781"/>
                  </a:lnTo>
                  <a:lnTo>
                    <a:pt x="69164" y="26436"/>
                  </a:lnTo>
                  <a:lnTo>
                    <a:pt x="40394" y="13925"/>
                  </a:lnTo>
                  <a:lnTo>
                    <a:pt x="19149" y="5962"/>
                  </a:lnTo>
                  <a:lnTo>
                    <a:pt x="6334" y="1783"/>
                  </a:lnTo>
                  <a:lnTo>
                    <a:pt x="912" y="2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187846"/>
              <a:ext cx="1353158" cy="118292"/>
            </a:xfrm>
            <a:custGeom>
              <a:avLst/>
              <a:pathLst>
                <a:path w="1353158" h="118292">
                  <a:moveTo>
                    <a:pt x="0" y="29573"/>
                  </a:moveTo>
                  <a:lnTo>
                    <a:pt x="1812" y="29588"/>
                  </a:lnTo>
                  <a:lnTo>
                    <a:pt x="13016" y="29699"/>
                  </a:lnTo>
                  <a:lnTo>
                    <a:pt x="38418" y="30001"/>
                  </a:lnTo>
                  <a:lnTo>
                    <a:pt x="77031" y="30557"/>
                  </a:lnTo>
                  <a:lnTo>
                    <a:pt x="123560" y="31388"/>
                  </a:lnTo>
                  <a:lnTo>
                    <a:pt x="171991" y="32487"/>
                  </a:lnTo>
                  <a:lnTo>
                    <a:pt x="218346" y="33853"/>
                  </a:lnTo>
                  <a:lnTo>
                    <a:pt x="261266" y="35513"/>
                  </a:lnTo>
                  <a:lnTo>
                    <a:pt x="301292" y="37532"/>
                  </a:lnTo>
                  <a:lnTo>
                    <a:pt x="339979" y="40005"/>
                  </a:lnTo>
                  <a:lnTo>
                    <a:pt x="379180" y="43036"/>
                  </a:lnTo>
                  <a:lnTo>
                    <a:pt x="394671" y="44359"/>
                  </a:lnTo>
                  <a:lnTo>
                    <a:pt x="429698" y="47558"/>
                  </a:lnTo>
                  <a:lnTo>
                    <a:pt x="466907" y="51202"/>
                  </a:lnTo>
                  <a:lnTo>
                    <a:pt x="506574" y="55289"/>
                  </a:lnTo>
                  <a:lnTo>
                    <a:pt x="548670" y="59783"/>
                  </a:lnTo>
                  <a:lnTo>
                    <a:pt x="592866" y="64617"/>
                  </a:lnTo>
                  <a:lnTo>
                    <a:pt x="638571" y="69689"/>
                  </a:lnTo>
                  <a:lnTo>
                    <a:pt x="684997" y="74873"/>
                  </a:lnTo>
                  <a:lnTo>
                    <a:pt x="731261" y="80032"/>
                  </a:lnTo>
                  <a:lnTo>
                    <a:pt x="776502" y="85031"/>
                  </a:lnTo>
                  <a:lnTo>
                    <a:pt x="819993" y="89752"/>
                  </a:lnTo>
                  <a:lnTo>
                    <a:pt x="861233" y="94105"/>
                  </a:lnTo>
                  <a:lnTo>
                    <a:pt x="899998" y="98034"/>
                  </a:lnTo>
                  <a:lnTo>
                    <a:pt x="936368" y="101515"/>
                  </a:lnTo>
                  <a:lnTo>
                    <a:pt x="958487" y="103505"/>
                  </a:lnTo>
                  <a:lnTo>
                    <a:pt x="998315" y="106769"/>
                  </a:lnTo>
                  <a:lnTo>
                    <a:pt x="1036985" y="109444"/>
                  </a:lnTo>
                  <a:lnTo>
                    <a:pt x="1076284" y="111625"/>
                  </a:lnTo>
                  <a:lnTo>
                    <a:pt x="1117958" y="113413"/>
                  </a:lnTo>
                  <a:lnTo>
                    <a:pt x="1163033" y="114886"/>
                  </a:lnTo>
                  <a:lnTo>
                    <a:pt x="1210989" y="116086"/>
                  </a:lnTo>
                  <a:lnTo>
                    <a:pt x="1258883" y="117021"/>
                  </a:lnTo>
                  <a:lnTo>
                    <a:pt x="1301278" y="117682"/>
                  </a:lnTo>
                  <a:lnTo>
                    <a:pt x="1332160" y="118076"/>
                  </a:lnTo>
                  <a:lnTo>
                    <a:pt x="1348546" y="118250"/>
                  </a:lnTo>
                  <a:lnTo>
                    <a:pt x="1353158" y="118292"/>
                  </a:lnTo>
                  <a:lnTo>
                    <a:pt x="1353158" y="88719"/>
                  </a:lnTo>
                  <a:lnTo>
                    <a:pt x="1351345" y="88703"/>
                  </a:lnTo>
                  <a:lnTo>
                    <a:pt x="1340141" y="88592"/>
                  </a:lnTo>
                  <a:lnTo>
                    <a:pt x="1314739" y="88290"/>
                  </a:lnTo>
                  <a:lnTo>
                    <a:pt x="1276126" y="87734"/>
                  </a:lnTo>
                  <a:lnTo>
                    <a:pt x="1229597" y="86903"/>
                  </a:lnTo>
                  <a:lnTo>
                    <a:pt x="1181166" y="85804"/>
                  </a:lnTo>
                  <a:lnTo>
                    <a:pt x="1134811" y="84438"/>
                  </a:lnTo>
                  <a:lnTo>
                    <a:pt x="1091892" y="82778"/>
                  </a:lnTo>
                  <a:lnTo>
                    <a:pt x="1051865" y="80759"/>
                  </a:lnTo>
                  <a:lnTo>
                    <a:pt x="1013178" y="78286"/>
                  </a:lnTo>
                  <a:lnTo>
                    <a:pt x="973978" y="75256"/>
                  </a:lnTo>
                  <a:lnTo>
                    <a:pt x="958487" y="73932"/>
                  </a:lnTo>
                  <a:lnTo>
                    <a:pt x="923459" y="70734"/>
                  </a:lnTo>
                  <a:lnTo>
                    <a:pt x="886250" y="67089"/>
                  </a:lnTo>
                  <a:lnTo>
                    <a:pt x="846583" y="63003"/>
                  </a:lnTo>
                  <a:lnTo>
                    <a:pt x="804487" y="58508"/>
                  </a:lnTo>
                  <a:lnTo>
                    <a:pt x="760291" y="53674"/>
                  </a:lnTo>
                  <a:lnTo>
                    <a:pt x="714586" y="48603"/>
                  </a:lnTo>
                  <a:lnTo>
                    <a:pt x="668160" y="43418"/>
                  </a:lnTo>
                  <a:lnTo>
                    <a:pt x="621896" y="38259"/>
                  </a:lnTo>
                  <a:lnTo>
                    <a:pt x="576655" y="33260"/>
                  </a:lnTo>
                  <a:lnTo>
                    <a:pt x="533164" y="28539"/>
                  </a:lnTo>
                  <a:lnTo>
                    <a:pt x="491925" y="24186"/>
                  </a:lnTo>
                  <a:lnTo>
                    <a:pt x="453160" y="20258"/>
                  </a:lnTo>
                  <a:lnTo>
                    <a:pt x="416789" y="16776"/>
                  </a:lnTo>
                  <a:lnTo>
                    <a:pt x="394671" y="14786"/>
                  </a:lnTo>
                  <a:lnTo>
                    <a:pt x="354842" y="11523"/>
                  </a:lnTo>
                  <a:lnTo>
                    <a:pt x="316172" y="8847"/>
                  </a:lnTo>
                  <a:lnTo>
                    <a:pt x="276873" y="6667"/>
                  </a:lnTo>
                  <a:lnTo>
                    <a:pt x="235199" y="4878"/>
                  </a:lnTo>
                  <a:lnTo>
                    <a:pt x="190124" y="3405"/>
                  </a:lnTo>
                  <a:lnTo>
                    <a:pt x="142169" y="2205"/>
                  </a:lnTo>
                  <a:lnTo>
                    <a:pt x="94274" y="1270"/>
                  </a:lnTo>
                  <a:lnTo>
                    <a:pt x="51879" y="609"/>
                  </a:lnTo>
                  <a:lnTo>
                    <a:pt x="20997" y="215"/>
                  </a:lnTo>
                  <a:lnTo>
                    <a:pt x="4611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217419"/>
              <a:ext cx="1353158" cy="118292"/>
            </a:xfrm>
            <a:custGeom>
              <a:avLst/>
              <a:pathLst>
                <a:path w="1353158" h="118292">
                  <a:moveTo>
                    <a:pt x="0" y="29573"/>
                  </a:moveTo>
                  <a:lnTo>
                    <a:pt x="1812" y="29588"/>
                  </a:lnTo>
                  <a:lnTo>
                    <a:pt x="13016" y="29699"/>
                  </a:lnTo>
                  <a:lnTo>
                    <a:pt x="38418" y="30001"/>
                  </a:lnTo>
                  <a:lnTo>
                    <a:pt x="77031" y="30557"/>
                  </a:lnTo>
                  <a:lnTo>
                    <a:pt x="123560" y="31388"/>
                  </a:lnTo>
                  <a:lnTo>
                    <a:pt x="171991" y="32487"/>
                  </a:lnTo>
                  <a:lnTo>
                    <a:pt x="218346" y="33853"/>
                  </a:lnTo>
                  <a:lnTo>
                    <a:pt x="261266" y="35513"/>
                  </a:lnTo>
                  <a:lnTo>
                    <a:pt x="301292" y="37532"/>
                  </a:lnTo>
                  <a:lnTo>
                    <a:pt x="339979" y="40005"/>
                  </a:lnTo>
                  <a:lnTo>
                    <a:pt x="379180" y="43036"/>
                  </a:lnTo>
                  <a:lnTo>
                    <a:pt x="394671" y="44359"/>
                  </a:lnTo>
                  <a:lnTo>
                    <a:pt x="429698" y="47558"/>
                  </a:lnTo>
                  <a:lnTo>
                    <a:pt x="466907" y="51202"/>
                  </a:lnTo>
                  <a:lnTo>
                    <a:pt x="506574" y="55289"/>
                  </a:lnTo>
                  <a:lnTo>
                    <a:pt x="548670" y="59783"/>
                  </a:lnTo>
                  <a:lnTo>
                    <a:pt x="592866" y="64617"/>
                  </a:lnTo>
                  <a:lnTo>
                    <a:pt x="638571" y="69689"/>
                  </a:lnTo>
                  <a:lnTo>
                    <a:pt x="684997" y="74873"/>
                  </a:lnTo>
                  <a:lnTo>
                    <a:pt x="731261" y="80032"/>
                  </a:lnTo>
                  <a:lnTo>
                    <a:pt x="776502" y="85031"/>
                  </a:lnTo>
                  <a:lnTo>
                    <a:pt x="819993" y="89752"/>
                  </a:lnTo>
                  <a:lnTo>
                    <a:pt x="861233" y="94105"/>
                  </a:lnTo>
                  <a:lnTo>
                    <a:pt x="899998" y="98034"/>
                  </a:lnTo>
                  <a:lnTo>
                    <a:pt x="936368" y="101515"/>
                  </a:lnTo>
                  <a:lnTo>
                    <a:pt x="958487" y="103505"/>
                  </a:lnTo>
                  <a:lnTo>
                    <a:pt x="998315" y="106769"/>
                  </a:lnTo>
                  <a:lnTo>
                    <a:pt x="1036985" y="109444"/>
                  </a:lnTo>
                  <a:lnTo>
                    <a:pt x="1076284" y="111625"/>
                  </a:lnTo>
                  <a:lnTo>
                    <a:pt x="1117958" y="113413"/>
                  </a:lnTo>
                  <a:lnTo>
                    <a:pt x="1163033" y="114886"/>
                  </a:lnTo>
                  <a:lnTo>
                    <a:pt x="1210989" y="116086"/>
                  </a:lnTo>
                  <a:lnTo>
                    <a:pt x="1258883" y="117021"/>
                  </a:lnTo>
                  <a:lnTo>
                    <a:pt x="1301278" y="117682"/>
                  </a:lnTo>
                  <a:lnTo>
                    <a:pt x="1332160" y="118076"/>
                  </a:lnTo>
                  <a:lnTo>
                    <a:pt x="1348546" y="118250"/>
                  </a:lnTo>
                  <a:lnTo>
                    <a:pt x="1353158" y="118292"/>
                  </a:lnTo>
                  <a:lnTo>
                    <a:pt x="1353158" y="88719"/>
                  </a:lnTo>
                  <a:lnTo>
                    <a:pt x="1351345" y="88703"/>
                  </a:lnTo>
                  <a:lnTo>
                    <a:pt x="1340141" y="88592"/>
                  </a:lnTo>
                  <a:lnTo>
                    <a:pt x="1314739" y="88290"/>
                  </a:lnTo>
                  <a:lnTo>
                    <a:pt x="1276126" y="87734"/>
                  </a:lnTo>
                  <a:lnTo>
                    <a:pt x="1229597" y="86903"/>
                  </a:lnTo>
                  <a:lnTo>
                    <a:pt x="1181166" y="85804"/>
                  </a:lnTo>
                  <a:lnTo>
                    <a:pt x="1134811" y="84438"/>
                  </a:lnTo>
                  <a:lnTo>
                    <a:pt x="1091892" y="82778"/>
                  </a:lnTo>
                  <a:lnTo>
                    <a:pt x="1051865" y="80759"/>
                  </a:lnTo>
                  <a:lnTo>
                    <a:pt x="1013178" y="78286"/>
                  </a:lnTo>
                  <a:lnTo>
                    <a:pt x="973978" y="75256"/>
                  </a:lnTo>
                  <a:lnTo>
                    <a:pt x="958487" y="73932"/>
                  </a:lnTo>
                  <a:lnTo>
                    <a:pt x="923459" y="70734"/>
                  </a:lnTo>
                  <a:lnTo>
                    <a:pt x="886250" y="67089"/>
                  </a:lnTo>
                  <a:lnTo>
                    <a:pt x="846583" y="63003"/>
                  </a:lnTo>
                  <a:lnTo>
                    <a:pt x="804487" y="58508"/>
                  </a:lnTo>
                  <a:lnTo>
                    <a:pt x="760291" y="53674"/>
                  </a:lnTo>
                  <a:lnTo>
                    <a:pt x="714586" y="48603"/>
                  </a:lnTo>
                  <a:lnTo>
                    <a:pt x="668160" y="43418"/>
                  </a:lnTo>
                  <a:lnTo>
                    <a:pt x="621896" y="38259"/>
                  </a:lnTo>
                  <a:lnTo>
                    <a:pt x="576655" y="33260"/>
                  </a:lnTo>
                  <a:lnTo>
                    <a:pt x="533164" y="28539"/>
                  </a:lnTo>
                  <a:lnTo>
                    <a:pt x="491925" y="24186"/>
                  </a:lnTo>
                  <a:lnTo>
                    <a:pt x="453160" y="20258"/>
                  </a:lnTo>
                  <a:lnTo>
                    <a:pt x="416789" y="16776"/>
                  </a:lnTo>
                  <a:lnTo>
                    <a:pt x="394671" y="14786"/>
                  </a:lnTo>
                  <a:lnTo>
                    <a:pt x="354842" y="11523"/>
                  </a:lnTo>
                  <a:lnTo>
                    <a:pt x="316172" y="8847"/>
                  </a:lnTo>
                  <a:lnTo>
                    <a:pt x="276873" y="6667"/>
                  </a:lnTo>
                  <a:lnTo>
                    <a:pt x="235199" y="4878"/>
                  </a:lnTo>
                  <a:lnTo>
                    <a:pt x="190124" y="3405"/>
                  </a:lnTo>
                  <a:lnTo>
                    <a:pt x="142169" y="2205"/>
                  </a:lnTo>
                  <a:lnTo>
                    <a:pt x="94274" y="1270"/>
                  </a:lnTo>
                  <a:lnTo>
                    <a:pt x="51879" y="609"/>
                  </a:lnTo>
                  <a:lnTo>
                    <a:pt x="20997" y="215"/>
                  </a:lnTo>
                  <a:lnTo>
                    <a:pt x="4611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246992"/>
              <a:ext cx="1353158" cy="118292"/>
            </a:xfrm>
            <a:custGeom>
              <a:avLst/>
              <a:pathLst>
                <a:path w="1353158" h="118292">
                  <a:moveTo>
                    <a:pt x="0" y="29573"/>
                  </a:moveTo>
                  <a:lnTo>
                    <a:pt x="1812" y="29588"/>
                  </a:lnTo>
                  <a:lnTo>
                    <a:pt x="13016" y="29699"/>
                  </a:lnTo>
                  <a:lnTo>
                    <a:pt x="38418" y="30001"/>
                  </a:lnTo>
                  <a:lnTo>
                    <a:pt x="77031" y="30557"/>
                  </a:lnTo>
                  <a:lnTo>
                    <a:pt x="123560" y="31388"/>
                  </a:lnTo>
                  <a:lnTo>
                    <a:pt x="171991" y="32487"/>
                  </a:lnTo>
                  <a:lnTo>
                    <a:pt x="218346" y="33853"/>
                  </a:lnTo>
                  <a:lnTo>
                    <a:pt x="261266" y="35513"/>
                  </a:lnTo>
                  <a:lnTo>
                    <a:pt x="301292" y="37532"/>
                  </a:lnTo>
                  <a:lnTo>
                    <a:pt x="339979" y="40005"/>
                  </a:lnTo>
                  <a:lnTo>
                    <a:pt x="379180" y="43036"/>
                  </a:lnTo>
                  <a:lnTo>
                    <a:pt x="394671" y="44359"/>
                  </a:lnTo>
                  <a:lnTo>
                    <a:pt x="429698" y="47558"/>
                  </a:lnTo>
                  <a:lnTo>
                    <a:pt x="466907" y="51202"/>
                  </a:lnTo>
                  <a:lnTo>
                    <a:pt x="506574" y="55289"/>
                  </a:lnTo>
                  <a:lnTo>
                    <a:pt x="548670" y="59783"/>
                  </a:lnTo>
                  <a:lnTo>
                    <a:pt x="592866" y="64617"/>
                  </a:lnTo>
                  <a:lnTo>
                    <a:pt x="638571" y="69689"/>
                  </a:lnTo>
                  <a:lnTo>
                    <a:pt x="684997" y="74873"/>
                  </a:lnTo>
                  <a:lnTo>
                    <a:pt x="731261" y="80032"/>
                  </a:lnTo>
                  <a:lnTo>
                    <a:pt x="776502" y="85031"/>
                  </a:lnTo>
                  <a:lnTo>
                    <a:pt x="819993" y="89752"/>
                  </a:lnTo>
                  <a:lnTo>
                    <a:pt x="861233" y="94105"/>
                  </a:lnTo>
                  <a:lnTo>
                    <a:pt x="899998" y="98034"/>
                  </a:lnTo>
                  <a:lnTo>
                    <a:pt x="936368" y="101515"/>
                  </a:lnTo>
                  <a:lnTo>
                    <a:pt x="958487" y="103505"/>
                  </a:lnTo>
                  <a:lnTo>
                    <a:pt x="998315" y="106769"/>
                  </a:lnTo>
                  <a:lnTo>
                    <a:pt x="1036985" y="109444"/>
                  </a:lnTo>
                  <a:lnTo>
                    <a:pt x="1076284" y="111625"/>
                  </a:lnTo>
                  <a:lnTo>
                    <a:pt x="1117958" y="113413"/>
                  </a:lnTo>
                  <a:lnTo>
                    <a:pt x="1163033" y="114886"/>
                  </a:lnTo>
                  <a:lnTo>
                    <a:pt x="1210989" y="116086"/>
                  </a:lnTo>
                  <a:lnTo>
                    <a:pt x="1258883" y="117021"/>
                  </a:lnTo>
                  <a:lnTo>
                    <a:pt x="1301278" y="117682"/>
                  </a:lnTo>
                  <a:lnTo>
                    <a:pt x="1332160" y="118076"/>
                  </a:lnTo>
                  <a:lnTo>
                    <a:pt x="1348546" y="118250"/>
                  </a:lnTo>
                  <a:lnTo>
                    <a:pt x="1353158" y="118292"/>
                  </a:lnTo>
                  <a:lnTo>
                    <a:pt x="1353158" y="88719"/>
                  </a:lnTo>
                  <a:lnTo>
                    <a:pt x="1351345" y="88703"/>
                  </a:lnTo>
                  <a:lnTo>
                    <a:pt x="1340141" y="88592"/>
                  </a:lnTo>
                  <a:lnTo>
                    <a:pt x="1314739" y="88290"/>
                  </a:lnTo>
                  <a:lnTo>
                    <a:pt x="1276126" y="87734"/>
                  </a:lnTo>
                  <a:lnTo>
                    <a:pt x="1229597" y="86903"/>
                  </a:lnTo>
                  <a:lnTo>
                    <a:pt x="1181166" y="85804"/>
                  </a:lnTo>
                  <a:lnTo>
                    <a:pt x="1134811" y="84438"/>
                  </a:lnTo>
                  <a:lnTo>
                    <a:pt x="1091892" y="82778"/>
                  </a:lnTo>
                  <a:lnTo>
                    <a:pt x="1051865" y="80759"/>
                  </a:lnTo>
                  <a:lnTo>
                    <a:pt x="1013178" y="78286"/>
                  </a:lnTo>
                  <a:lnTo>
                    <a:pt x="973978" y="75256"/>
                  </a:lnTo>
                  <a:lnTo>
                    <a:pt x="958487" y="73932"/>
                  </a:lnTo>
                  <a:lnTo>
                    <a:pt x="923459" y="70734"/>
                  </a:lnTo>
                  <a:lnTo>
                    <a:pt x="886250" y="67089"/>
                  </a:lnTo>
                  <a:lnTo>
                    <a:pt x="846583" y="63003"/>
                  </a:lnTo>
                  <a:lnTo>
                    <a:pt x="804487" y="58508"/>
                  </a:lnTo>
                  <a:lnTo>
                    <a:pt x="760291" y="53674"/>
                  </a:lnTo>
                  <a:lnTo>
                    <a:pt x="714586" y="48603"/>
                  </a:lnTo>
                  <a:lnTo>
                    <a:pt x="668160" y="43418"/>
                  </a:lnTo>
                  <a:lnTo>
                    <a:pt x="621896" y="38259"/>
                  </a:lnTo>
                  <a:lnTo>
                    <a:pt x="576655" y="33260"/>
                  </a:lnTo>
                  <a:lnTo>
                    <a:pt x="533164" y="28539"/>
                  </a:lnTo>
                  <a:lnTo>
                    <a:pt x="491925" y="24186"/>
                  </a:lnTo>
                  <a:lnTo>
                    <a:pt x="453160" y="20258"/>
                  </a:lnTo>
                  <a:lnTo>
                    <a:pt x="416789" y="16776"/>
                  </a:lnTo>
                  <a:lnTo>
                    <a:pt x="394671" y="14786"/>
                  </a:lnTo>
                  <a:lnTo>
                    <a:pt x="354842" y="11523"/>
                  </a:lnTo>
                  <a:lnTo>
                    <a:pt x="316172" y="8847"/>
                  </a:lnTo>
                  <a:lnTo>
                    <a:pt x="276873" y="6667"/>
                  </a:lnTo>
                  <a:lnTo>
                    <a:pt x="235199" y="4878"/>
                  </a:lnTo>
                  <a:lnTo>
                    <a:pt x="190124" y="3405"/>
                  </a:lnTo>
                  <a:lnTo>
                    <a:pt x="142169" y="2205"/>
                  </a:lnTo>
                  <a:lnTo>
                    <a:pt x="94274" y="1270"/>
                  </a:lnTo>
                  <a:lnTo>
                    <a:pt x="51879" y="609"/>
                  </a:lnTo>
                  <a:lnTo>
                    <a:pt x="20997" y="215"/>
                  </a:lnTo>
                  <a:lnTo>
                    <a:pt x="4611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2128699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158272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3400341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4671982"/>
              <a:ext cx="1353158" cy="1182922"/>
            </a:xfrm>
            <a:custGeom>
              <a:avLst/>
              <a:pathLst>
                <a:path w="1353158" h="1182922">
                  <a:moveTo>
                    <a:pt x="0" y="29573"/>
                  </a:moveTo>
                  <a:lnTo>
                    <a:pt x="1554" y="29744"/>
                  </a:lnTo>
                  <a:lnTo>
                    <a:pt x="11242" y="30978"/>
                  </a:lnTo>
                  <a:lnTo>
                    <a:pt x="33541" y="34334"/>
                  </a:lnTo>
                  <a:lnTo>
                    <a:pt x="68221" y="40593"/>
                  </a:lnTo>
                  <a:lnTo>
                    <a:pt x="111180" y="50058"/>
                  </a:lnTo>
                  <a:lnTo>
                    <a:pt x="157118" y="62684"/>
                  </a:lnTo>
                  <a:lnTo>
                    <a:pt x="202013" y="78404"/>
                  </a:lnTo>
                  <a:lnTo>
                    <a:pt x="243999" y="97401"/>
                  </a:lnTo>
                  <a:lnTo>
                    <a:pt x="283018" y="120233"/>
                  </a:lnTo>
                  <a:lnTo>
                    <a:pt x="320111" y="147822"/>
                  </a:lnTo>
                  <a:lnTo>
                    <a:pt x="356809" y="181321"/>
                  </a:lnTo>
                  <a:lnTo>
                    <a:pt x="394671" y="221797"/>
                  </a:lnTo>
                  <a:lnTo>
                    <a:pt x="421504" y="253355"/>
                  </a:lnTo>
                  <a:lnTo>
                    <a:pt x="449576" y="288338"/>
                  </a:lnTo>
                  <a:lnTo>
                    <a:pt x="479064" y="326790"/>
                  </a:lnTo>
                  <a:lnTo>
                    <a:pt x="510034" y="368614"/>
                  </a:lnTo>
                  <a:lnTo>
                    <a:pt x="542444" y="413566"/>
                  </a:lnTo>
                  <a:lnTo>
                    <a:pt x="576147" y="461240"/>
                  </a:lnTo>
                  <a:lnTo>
                    <a:pt x="610899" y="511080"/>
                  </a:lnTo>
                  <a:lnTo>
                    <a:pt x="646376" y="562396"/>
                  </a:lnTo>
                  <a:lnTo>
                    <a:pt x="682198" y="614410"/>
                  </a:lnTo>
                  <a:lnTo>
                    <a:pt x="717954" y="666293"/>
                  </a:lnTo>
                  <a:lnTo>
                    <a:pt x="753243" y="717227"/>
                  </a:lnTo>
                  <a:lnTo>
                    <a:pt x="787698" y="766456"/>
                  </a:lnTo>
                  <a:lnTo>
                    <a:pt x="821018" y="813330"/>
                  </a:lnTo>
                  <a:lnTo>
                    <a:pt x="852987" y="857338"/>
                  </a:lnTo>
                  <a:lnTo>
                    <a:pt x="883492" y="898125"/>
                  </a:lnTo>
                  <a:lnTo>
                    <a:pt x="912525" y="935493"/>
                  </a:lnTo>
                  <a:lnTo>
                    <a:pt x="940185" y="969392"/>
                  </a:lnTo>
                  <a:lnTo>
                    <a:pt x="958487" y="990697"/>
                  </a:lnTo>
                  <a:lnTo>
                    <a:pt x="996306" y="1031132"/>
                  </a:lnTo>
                  <a:lnTo>
                    <a:pt x="1033006" y="1064638"/>
                  </a:lnTo>
                  <a:lnTo>
                    <a:pt x="1070097" y="1092233"/>
                  </a:lnTo>
                  <a:lnTo>
                    <a:pt x="1109113" y="1115070"/>
                  </a:lnTo>
                  <a:lnTo>
                    <a:pt x="1151095" y="1134071"/>
                  </a:lnTo>
                  <a:lnTo>
                    <a:pt x="1195987" y="1149794"/>
                  </a:lnTo>
                  <a:lnTo>
                    <a:pt x="1241927" y="1162424"/>
                  </a:lnTo>
                  <a:lnTo>
                    <a:pt x="1284892" y="1171893"/>
                  </a:lnTo>
                  <a:lnTo>
                    <a:pt x="1319584" y="1178155"/>
                  </a:lnTo>
                  <a:lnTo>
                    <a:pt x="1341898" y="1181514"/>
                  </a:lnTo>
                  <a:lnTo>
                    <a:pt x="1351598" y="1182750"/>
                  </a:lnTo>
                  <a:lnTo>
                    <a:pt x="1353158" y="1182922"/>
                  </a:lnTo>
                  <a:lnTo>
                    <a:pt x="1353158" y="1153349"/>
                  </a:lnTo>
                  <a:lnTo>
                    <a:pt x="1351603" y="1153177"/>
                  </a:lnTo>
                  <a:lnTo>
                    <a:pt x="1341915" y="1151943"/>
                  </a:lnTo>
                  <a:lnTo>
                    <a:pt x="1319616" y="1148587"/>
                  </a:lnTo>
                  <a:lnTo>
                    <a:pt x="1284936" y="1142329"/>
                  </a:lnTo>
                  <a:lnTo>
                    <a:pt x="1241977" y="1132863"/>
                  </a:lnTo>
                  <a:lnTo>
                    <a:pt x="1196039" y="1120237"/>
                  </a:lnTo>
                  <a:lnTo>
                    <a:pt x="1151144" y="1104517"/>
                  </a:lnTo>
                  <a:lnTo>
                    <a:pt x="1109159" y="1085520"/>
                  </a:lnTo>
                  <a:lnTo>
                    <a:pt x="1070140" y="1062688"/>
                  </a:lnTo>
                  <a:lnTo>
                    <a:pt x="1033047" y="1035099"/>
                  </a:lnTo>
                  <a:lnTo>
                    <a:pt x="996348" y="1001600"/>
                  </a:lnTo>
                  <a:lnTo>
                    <a:pt x="958487" y="961124"/>
                  </a:lnTo>
                  <a:lnTo>
                    <a:pt x="931654" y="929566"/>
                  </a:lnTo>
                  <a:lnTo>
                    <a:pt x="903581" y="894583"/>
                  </a:lnTo>
                  <a:lnTo>
                    <a:pt x="874093" y="856132"/>
                  </a:lnTo>
                  <a:lnTo>
                    <a:pt x="843123" y="814307"/>
                  </a:lnTo>
                  <a:lnTo>
                    <a:pt x="810713" y="769355"/>
                  </a:lnTo>
                  <a:lnTo>
                    <a:pt x="777010" y="721681"/>
                  </a:lnTo>
                  <a:lnTo>
                    <a:pt x="742258" y="671842"/>
                  </a:lnTo>
                  <a:lnTo>
                    <a:pt x="706781" y="620525"/>
                  </a:lnTo>
                  <a:lnTo>
                    <a:pt x="670959" y="568511"/>
                  </a:lnTo>
                  <a:lnTo>
                    <a:pt x="635203" y="516629"/>
                  </a:lnTo>
                  <a:lnTo>
                    <a:pt x="599914" y="465694"/>
                  </a:lnTo>
                  <a:lnTo>
                    <a:pt x="565459" y="416465"/>
                  </a:lnTo>
                  <a:lnTo>
                    <a:pt x="532140" y="369591"/>
                  </a:lnTo>
                  <a:lnTo>
                    <a:pt x="500170" y="325583"/>
                  </a:lnTo>
                  <a:lnTo>
                    <a:pt x="469665" y="284796"/>
                  </a:lnTo>
                  <a:lnTo>
                    <a:pt x="440632" y="247428"/>
                  </a:lnTo>
                  <a:lnTo>
                    <a:pt x="412972" y="213529"/>
                  </a:lnTo>
                  <a:lnTo>
                    <a:pt x="394671" y="192224"/>
                  </a:lnTo>
                  <a:lnTo>
                    <a:pt x="356851" y="151790"/>
                  </a:lnTo>
                  <a:lnTo>
                    <a:pt x="320152" y="118283"/>
                  </a:lnTo>
                  <a:lnTo>
                    <a:pt x="283060" y="90688"/>
                  </a:lnTo>
                  <a:lnTo>
                    <a:pt x="244044" y="67851"/>
                  </a:lnTo>
                  <a:lnTo>
                    <a:pt x="202062" y="48850"/>
                  </a:lnTo>
                  <a:lnTo>
                    <a:pt x="157170" y="33127"/>
                  </a:lnTo>
                  <a:lnTo>
                    <a:pt x="111231" y="20497"/>
                  </a:lnTo>
                  <a:lnTo>
                    <a:pt x="68266" y="11028"/>
                  </a:lnTo>
                  <a:lnTo>
                    <a:pt x="33573" y="4766"/>
                  </a:lnTo>
                  <a:lnTo>
                    <a:pt x="11260" y="1408"/>
                  </a:lnTo>
                  <a:lnTo>
                    <a:pt x="1559" y="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36528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3429914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4287533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239485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42443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3459487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3489060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245400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3518633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2187846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248357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3548206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4701555"/>
              <a:ext cx="1353158" cy="1182922"/>
            </a:xfrm>
            <a:custGeom>
              <a:avLst/>
              <a:pathLst>
                <a:path w="1353158" h="1182922">
                  <a:moveTo>
                    <a:pt x="0" y="29573"/>
                  </a:moveTo>
                  <a:lnTo>
                    <a:pt x="1554" y="29744"/>
                  </a:lnTo>
                  <a:lnTo>
                    <a:pt x="11242" y="30978"/>
                  </a:lnTo>
                  <a:lnTo>
                    <a:pt x="33541" y="34334"/>
                  </a:lnTo>
                  <a:lnTo>
                    <a:pt x="68221" y="40593"/>
                  </a:lnTo>
                  <a:lnTo>
                    <a:pt x="111180" y="50058"/>
                  </a:lnTo>
                  <a:lnTo>
                    <a:pt x="157118" y="62684"/>
                  </a:lnTo>
                  <a:lnTo>
                    <a:pt x="202013" y="78404"/>
                  </a:lnTo>
                  <a:lnTo>
                    <a:pt x="243999" y="97401"/>
                  </a:lnTo>
                  <a:lnTo>
                    <a:pt x="283018" y="120233"/>
                  </a:lnTo>
                  <a:lnTo>
                    <a:pt x="320111" y="147822"/>
                  </a:lnTo>
                  <a:lnTo>
                    <a:pt x="356809" y="181321"/>
                  </a:lnTo>
                  <a:lnTo>
                    <a:pt x="394671" y="221797"/>
                  </a:lnTo>
                  <a:lnTo>
                    <a:pt x="421504" y="253355"/>
                  </a:lnTo>
                  <a:lnTo>
                    <a:pt x="449576" y="288338"/>
                  </a:lnTo>
                  <a:lnTo>
                    <a:pt x="479064" y="326790"/>
                  </a:lnTo>
                  <a:lnTo>
                    <a:pt x="510034" y="368614"/>
                  </a:lnTo>
                  <a:lnTo>
                    <a:pt x="542444" y="413566"/>
                  </a:lnTo>
                  <a:lnTo>
                    <a:pt x="576147" y="461240"/>
                  </a:lnTo>
                  <a:lnTo>
                    <a:pt x="610899" y="511080"/>
                  </a:lnTo>
                  <a:lnTo>
                    <a:pt x="646376" y="562396"/>
                  </a:lnTo>
                  <a:lnTo>
                    <a:pt x="682198" y="614410"/>
                  </a:lnTo>
                  <a:lnTo>
                    <a:pt x="717954" y="666293"/>
                  </a:lnTo>
                  <a:lnTo>
                    <a:pt x="753243" y="717227"/>
                  </a:lnTo>
                  <a:lnTo>
                    <a:pt x="787698" y="766456"/>
                  </a:lnTo>
                  <a:lnTo>
                    <a:pt x="821018" y="813330"/>
                  </a:lnTo>
                  <a:lnTo>
                    <a:pt x="852987" y="857338"/>
                  </a:lnTo>
                  <a:lnTo>
                    <a:pt x="883492" y="898125"/>
                  </a:lnTo>
                  <a:lnTo>
                    <a:pt x="912525" y="935493"/>
                  </a:lnTo>
                  <a:lnTo>
                    <a:pt x="940185" y="969392"/>
                  </a:lnTo>
                  <a:lnTo>
                    <a:pt x="958487" y="990697"/>
                  </a:lnTo>
                  <a:lnTo>
                    <a:pt x="996306" y="1031132"/>
                  </a:lnTo>
                  <a:lnTo>
                    <a:pt x="1033006" y="1064638"/>
                  </a:lnTo>
                  <a:lnTo>
                    <a:pt x="1070097" y="1092233"/>
                  </a:lnTo>
                  <a:lnTo>
                    <a:pt x="1109113" y="1115070"/>
                  </a:lnTo>
                  <a:lnTo>
                    <a:pt x="1151095" y="1134071"/>
                  </a:lnTo>
                  <a:lnTo>
                    <a:pt x="1195987" y="1149794"/>
                  </a:lnTo>
                  <a:lnTo>
                    <a:pt x="1241927" y="1162424"/>
                  </a:lnTo>
                  <a:lnTo>
                    <a:pt x="1284892" y="1171893"/>
                  </a:lnTo>
                  <a:lnTo>
                    <a:pt x="1319584" y="1178155"/>
                  </a:lnTo>
                  <a:lnTo>
                    <a:pt x="1341898" y="1181514"/>
                  </a:lnTo>
                  <a:lnTo>
                    <a:pt x="1351598" y="1182750"/>
                  </a:lnTo>
                  <a:lnTo>
                    <a:pt x="1353158" y="1182922"/>
                  </a:lnTo>
                  <a:lnTo>
                    <a:pt x="1353158" y="1153349"/>
                  </a:lnTo>
                  <a:lnTo>
                    <a:pt x="1351603" y="1153177"/>
                  </a:lnTo>
                  <a:lnTo>
                    <a:pt x="1341915" y="1151943"/>
                  </a:lnTo>
                  <a:lnTo>
                    <a:pt x="1319616" y="1148587"/>
                  </a:lnTo>
                  <a:lnTo>
                    <a:pt x="1284936" y="1142329"/>
                  </a:lnTo>
                  <a:lnTo>
                    <a:pt x="1241977" y="1132863"/>
                  </a:lnTo>
                  <a:lnTo>
                    <a:pt x="1196039" y="1120237"/>
                  </a:lnTo>
                  <a:lnTo>
                    <a:pt x="1151144" y="1104517"/>
                  </a:lnTo>
                  <a:lnTo>
                    <a:pt x="1109159" y="1085520"/>
                  </a:lnTo>
                  <a:lnTo>
                    <a:pt x="1070140" y="1062688"/>
                  </a:lnTo>
                  <a:lnTo>
                    <a:pt x="1033047" y="1035099"/>
                  </a:lnTo>
                  <a:lnTo>
                    <a:pt x="996348" y="1001600"/>
                  </a:lnTo>
                  <a:lnTo>
                    <a:pt x="958487" y="961124"/>
                  </a:lnTo>
                  <a:lnTo>
                    <a:pt x="931654" y="929566"/>
                  </a:lnTo>
                  <a:lnTo>
                    <a:pt x="903581" y="894583"/>
                  </a:lnTo>
                  <a:lnTo>
                    <a:pt x="874093" y="856132"/>
                  </a:lnTo>
                  <a:lnTo>
                    <a:pt x="843123" y="814307"/>
                  </a:lnTo>
                  <a:lnTo>
                    <a:pt x="810713" y="769355"/>
                  </a:lnTo>
                  <a:lnTo>
                    <a:pt x="777010" y="721681"/>
                  </a:lnTo>
                  <a:lnTo>
                    <a:pt x="742258" y="671842"/>
                  </a:lnTo>
                  <a:lnTo>
                    <a:pt x="706781" y="620525"/>
                  </a:lnTo>
                  <a:lnTo>
                    <a:pt x="670959" y="568511"/>
                  </a:lnTo>
                  <a:lnTo>
                    <a:pt x="635203" y="516629"/>
                  </a:lnTo>
                  <a:lnTo>
                    <a:pt x="599914" y="465694"/>
                  </a:lnTo>
                  <a:lnTo>
                    <a:pt x="565459" y="416465"/>
                  </a:lnTo>
                  <a:lnTo>
                    <a:pt x="532140" y="369591"/>
                  </a:lnTo>
                  <a:lnTo>
                    <a:pt x="500170" y="325583"/>
                  </a:lnTo>
                  <a:lnTo>
                    <a:pt x="469665" y="284796"/>
                  </a:lnTo>
                  <a:lnTo>
                    <a:pt x="440632" y="247428"/>
                  </a:lnTo>
                  <a:lnTo>
                    <a:pt x="412972" y="213529"/>
                  </a:lnTo>
                  <a:lnTo>
                    <a:pt x="394671" y="192224"/>
                  </a:lnTo>
                  <a:lnTo>
                    <a:pt x="356851" y="151790"/>
                  </a:lnTo>
                  <a:lnTo>
                    <a:pt x="320152" y="118283"/>
                  </a:lnTo>
                  <a:lnTo>
                    <a:pt x="283060" y="90688"/>
                  </a:lnTo>
                  <a:lnTo>
                    <a:pt x="244044" y="67851"/>
                  </a:lnTo>
                  <a:lnTo>
                    <a:pt x="202062" y="48850"/>
                  </a:lnTo>
                  <a:lnTo>
                    <a:pt x="157170" y="33127"/>
                  </a:lnTo>
                  <a:lnTo>
                    <a:pt x="111231" y="20497"/>
                  </a:lnTo>
                  <a:lnTo>
                    <a:pt x="68266" y="11028"/>
                  </a:lnTo>
                  <a:lnTo>
                    <a:pt x="33573" y="4766"/>
                  </a:lnTo>
                  <a:lnTo>
                    <a:pt x="11260" y="1408"/>
                  </a:lnTo>
                  <a:lnTo>
                    <a:pt x="1559" y="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251314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3577779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4317106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3607352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4346679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254272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3636925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4731128"/>
              <a:ext cx="1353158" cy="1182922"/>
            </a:xfrm>
            <a:custGeom>
              <a:avLst/>
              <a:pathLst>
                <a:path w="1353158" h="1182922">
                  <a:moveTo>
                    <a:pt x="0" y="29573"/>
                  </a:moveTo>
                  <a:lnTo>
                    <a:pt x="1554" y="29744"/>
                  </a:lnTo>
                  <a:lnTo>
                    <a:pt x="11242" y="30978"/>
                  </a:lnTo>
                  <a:lnTo>
                    <a:pt x="33541" y="34334"/>
                  </a:lnTo>
                  <a:lnTo>
                    <a:pt x="68221" y="40593"/>
                  </a:lnTo>
                  <a:lnTo>
                    <a:pt x="111180" y="50058"/>
                  </a:lnTo>
                  <a:lnTo>
                    <a:pt x="157118" y="62684"/>
                  </a:lnTo>
                  <a:lnTo>
                    <a:pt x="202013" y="78404"/>
                  </a:lnTo>
                  <a:lnTo>
                    <a:pt x="243999" y="97401"/>
                  </a:lnTo>
                  <a:lnTo>
                    <a:pt x="283018" y="120233"/>
                  </a:lnTo>
                  <a:lnTo>
                    <a:pt x="320111" y="147822"/>
                  </a:lnTo>
                  <a:lnTo>
                    <a:pt x="356809" y="181321"/>
                  </a:lnTo>
                  <a:lnTo>
                    <a:pt x="394671" y="221797"/>
                  </a:lnTo>
                  <a:lnTo>
                    <a:pt x="421504" y="253355"/>
                  </a:lnTo>
                  <a:lnTo>
                    <a:pt x="449576" y="288338"/>
                  </a:lnTo>
                  <a:lnTo>
                    <a:pt x="479064" y="326790"/>
                  </a:lnTo>
                  <a:lnTo>
                    <a:pt x="510034" y="368614"/>
                  </a:lnTo>
                  <a:lnTo>
                    <a:pt x="542444" y="413566"/>
                  </a:lnTo>
                  <a:lnTo>
                    <a:pt x="576147" y="461240"/>
                  </a:lnTo>
                  <a:lnTo>
                    <a:pt x="610899" y="511080"/>
                  </a:lnTo>
                  <a:lnTo>
                    <a:pt x="646376" y="562396"/>
                  </a:lnTo>
                  <a:lnTo>
                    <a:pt x="682198" y="614410"/>
                  </a:lnTo>
                  <a:lnTo>
                    <a:pt x="717954" y="666293"/>
                  </a:lnTo>
                  <a:lnTo>
                    <a:pt x="753243" y="717227"/>
                  </a:lnTo>
                  <a:lnTo>
                    <a:pt x="787698" y="766456"/>
                  </a:lnTo>
                  <a:lnTo>
                    <a:pt x="821018" y="813330"/>
                  </a:lnTo>
                  <a:lnTo>
                    <a:pt x="852987" y="857338"/>
                  </a:lnTo>
                  <a:lnTo>
                    <a:pt x="883492" y="898125"/>
                  </a:lnTo>
                  <a:lnTo>
                    <a:pt x="912525" y="935493"/>
                  </a:lnTo>
                  <a:lnTo>
                    <a:pt x="940185" y="969392"/>
                  </a:lnTo>
                  <a:lnTo>
                    <a:pt x="958487" y="990697"/>
                  </a:lnTo>
                  <a:lnTo>
                    <a:pt x="996306" y="1031132"/>
                  </a:lnTo>
                  <a:lnTo>
                    <a:pt x="1033006" y="1064638"/>
                  </a:lnTo>
                  <a:lnTo>
                    <a:pt x="1070097" y="1092233"/>
                  </a:lnTo>
                  <a:lnTo>
                    <a:pt x="1109113" y="1115070"/>
                  </a:lnTo>
                  <a:lnTo>
                    <a:pt x="1151095" y="1134071"/>
                  </a:lnTo>
                  <a:lnTo>
                    <a:pt x="1195987" y="1149794"/>
                  </a:lnTo>
                  <a:lnTo>
                    <a:pt x="1241927" y="1162424"/>
                  </a:lnTo>
                  <a:lnTo>
                    <a:pt x="1284892" y="1171893"/>
                  </a:lnTo>
                  <a:lnTo>
                    <a:pt x="1319584" y="1178155"/>
                  </a:lnTo>
                  <a:lnTo>
                    <a:pt x="1341898" y="1181514"/>
                  </a:lnTo>
                  <a:lnTo>
                    <a:pt x="1351598" y="1182750"/>
                  </a:lnTo>
                  <a:lnTo>
                    <a:pt x="1353158" y="1182922"/>
                  </a:lnTo>
                  <a:lnTo>
                    <a:pt x="1353158" y="1153349"/>
                  </a:lnTo>
                  <a:lnTo>
                    <a:pt x="1351603" y="1153177"/>
                  </a:lnTo>
                  <a:lnTo>
                    <a:pt x="1341915" y="1151943"/>
                  </a:lnTo>
                  <a:lnTo>
                    <a:pt x="1319616" y="1148587"/>
                  </a:lnTo>
                  <a:lnTo>
                    <a:pt x="1284936" y="1142329"/>
                  </a:lnTo>
                  <a:lnTo>
                    <a:pt x="1241977" y="1132863"/>
                  </a:lnTo>
                  <a:lnTo>
                    <a:pt x="1196039" y="1120237"/>
                  </a:lnTo>
                  <a:lnTo>
                    <a:pt x="1151144" y="1104517"/>
                  </a:lnTo>
                  <a:lnTo>
                    <a:pt x="1109159" y="1085520"/>
                  </a:lnTo>
                  <a:lnTo>
                    <a:pt x="1070140" y="1062688"/>
                  </a:lnTo>
                  <a:lnTo>
                    <a:pt x="1033047" y="1035099"/>
                  </a:lnTo>
                  <a:lnTo>
                    <a:pt x="996348" y="1001600"/>
                  </a:lnTo>
                  <a:lnTo>
                    <a:pt x="958487" y="961124"/>
                  </a:lnTo>
                  <a:lnTo>
                    <a:pt x="931654" y="929566"/>
                  </a:lnTo>
                  <a:lnTo>
                    <a:pt x="903581" y="894583"/>
                  </a:lnTo>
                  <a:lnTo>
                    <a:pt x="874093" y="856132"/>
                  </a:lnTo>
                  <a:lnTo>
                    <a:pt x="843123" y="814307"/>
                  </a:lnTo>
                  <a:lnTo>
                    <a:pt x="810713" y="769355"/>
                  </a:lnTo>
                  <a:lnTo>
                    <a:pt x="777010" y="721681"/>
                  </a:lnTo>
                  <a:lnTo>
                    <a:pt x="742258" y="671842"/>
                  </a:lnTo>
                  <a:lnTo>
                    <a:pt x="706781" y="620525"/>
                  </a:lnTo>
                  <a:lnTo>
                    <a:pt x="670959" y="568511"/>
                  </a:lnTo>
                  <a:lnTo>
                    <a:pt x="635203" y="516629"/>
                  </a:lnTo>
                  <a:lnTo>
                    <a:pt x="599914" y="465694"/>
                  </a:lnTo>
                  <a:lnTo>
                    <a:pt x="565459" y="416465"/>
                  </a:lnTo>
                  <a:lnTo>
                    <a:pt x="532140" y="369591"/>
                  </a:lnTo>
                  <a:lnTo>
                    <a:pt x="500170" y="325583"/>
                  </a:lnTo>
                  <a:lnTo>
                    <a:pt x="469665" y="284796"/>
                  </a:lnTo>
                  <a:lnTo>
                    <a:pt x="440632" y="247428"/>
                  </a:lnTo>
                  <a:lnTo>
                    <a:pt x="412972" y="213529"/>
                  </a:lnTo>
                  <a:lnTo>
                    <a:pt x="394671" y="192224"/>
                  </a:lnTo>
                  <a:lnTo>
                    <a:pt x="356851" y="151790"/>
                  </a:lnTo>
                  <a:lnTo>
                    <a:pt x="320152" y="118283"/>
                  </a:lnTo>
                  <a:lnTo>
                    <a:pt x="283060" y="90688"/>
                  </a:lnTo>
                  <a:lnTo>
                    <a:pt x="244044" y="67851"/>
                  </a:lnTo>
                  <a:lnTo>
                    <a:pt x="202062" y="48850"/>
                  </a:lnTo>
                  <a:lnTo>
                    <a:pt x="157170" y="33127"/>
                  </a:lnTo>
                  <a:lnTo>
                    <a:pt x="111231" y="20497"/>
                  </a:lnTo>
                  <a:lnTo>
                    <a:pt x="68266" y="11028"/>
                  </a:lnTo>
                  <a:lnTo>
                    <a:pt x="33573" y="4766"/>
                  </a:lnTo>
                  <a:lnTo>
                    <a:pt x="11260" y="1408"/>
                  </a:lnTo>
                  <a:lnTo>
                    <a:pt x="1559" y="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3666498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3696071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4849421"/>
              <a:ext cx="1353158" cy="1508225"/>
            </a:xfrm>
            <a:custGeom>
              <a:avLst/>
              <a:pathLst>
                <a:path w="1353158" h="1508225">
                  <a:moveTo>
                    <a:pt x="0" y="29573"/>
                  </a:moveTo>
                  <a:lnTo>
                    <a:pt x="1428" y="29774"/>
                  </a:lnTo>
                  <a:lnTo>
                    <a:pt x="10367" y="31222"/>
                  </a:lnTo>
                  <a:lnTo>
                    <a:pt x="31101" y="35171"/>
                  </a:lnTo>
                  <a:lnTo>
                    <a:pt x="63724" y="42574"/>
                  </a:lnTo>
                  <a:lnTo>
                    <a:pt x="104719" y="53843"/>
                  </a:lnTo>
                  <a:lnTo>
                    <a:pt x="149204" y="68957"/>
                  </a:lnTo>
                  <a:lnTo>
                    <a:pt x="193206" y="87809"/>
                  </a:lnTo>
                  <a:lnTo>
                    <a:pt x="234650" y="110545"/>
                  </a:lnTo>
                  <a:lnTo>
                    <a:pt x="273187" y="137721"/>
                  </a:lnTo>
                  <a:lnTo>
                    <a:pt x="309586" y="170325"/>
                  </a:lnTo>
                  <a:lnTo>
                    <a:pt x="345179" y="209667"/>
                  </a:lnTo>
                  <a:lnTo>
                    <a:pt x="381413" y="257070"/>
                  </a:lnTo>
                  <a:lnTo>
                    <a:pt x="394671" y="276015"/>
                  </a:lnTo>
                  <a:lnTo>
                    <a:pt x="419213" y="312920"/>
                  </a:lnTo>
                  <a:lnTo>
                    <a:pt x="444781" y="353505"/>
                  </a:lnTo>
                  <a:lnTo>
                    <a:pt x="471521" y="397827"/>
                  </a:lnTo>
                  <a:lnTo>
                    <a:pt x="499501" y="445822"/>
                  </a:lnTo>
                  <a:lnTo>
                    <a:pt x="528712" y="497294"/>
                  </a:lnTo>
                  <a:lnTo>
                    <a:pt x="559072" y="551901"/>
                  </a:lnTo>
                  <a:lnTo>
                    <a:pt x="590427" y="609161"/>
                  </a:lnTo>
                  <a:lnTo>
                    <a:pt x="622558" y="668462"/>
                  </a:lnTo>
                  <a:lnTo>
                    <a:pt x="655196" y="729087"/>
                  </a:lnTo>
                  <a:lnTo>
                    <a:pt x="688040" y="790244"/>
                  </a:lnTo>
                  <a:lnTo>
                    <a:pt x="720774" y="851114"/>
                  </a:lnTo>
                  <a:lnTo>
                    <a:pt x="753088" y="910895"/>
                  </a:lnTo>
                  <a:lnTo>
                    <a:pt x="784703" y="968843"/>
                  </a:lnTo>
                  <a:lnTo>
                    <a:pt x="815383" y="1024309"/>
                  </a:lnTo>
                  <a:lnTo>
                    <a:pt x="844954" y="1076771"/>
                  </a:lnTo>
                  <a:lnTo>
                    <a:pt x="873310" y="1125844"/>
                  </a:lnTo>
                  <a:lnTo>
                    <a:pt x="900421" y="1171289"/>
                  </a:lnTo>
                  <a:lnTo>
                    <a:pt x="926332" y="1213003"/>
                  </a:lnTo>
                  <a:lnTo>
                    <a:pt x="951164" y="1251008"/>
                  </a:lnTo>
                  <a:lnTo>
                    <a:pt x="958487" y="1261783"/>
                  </a:lnTo>
                  <a:lnTo>
                    <a:pt x="995244" y="1312264"/>
                  </a:lnTo>
                  <a:lnTo>
                    <a:pt x="1030906" y="1354336"/>
                  </a:lnTo>
                  <a:lnTo>
                    <a:pt x="1066851" y="1389174"/>
                  </a:lnTo>
                  <a:lnTo>
                    <a:pt x="1104500" y="1418146"/>
                  </a:lnTo>
                  <a:lnTo>
                    <a:pt x="1144880" y="1442373"/>
                  </a:lnTo>
                  <a:lnTo>
                    <a:pt x="1188110" y="1462570"/>
                  </a:lnTo>
                  <a:lnTo>
                    <a:pt x="1232786" y="1479016"/>
                  </a:lnTo>
                  <a:lnTo>
                    <a:pt x="1275572" y="1491667"/>
                  </a:lnTo>
                  <a:lnTo>
                    <a:pt x="1311702" y="1500425"/>
                  </a:lnTo>
                  <a:lnTo>
                    <a:pt x="1336870" y="1505518"/>
                  </a:lnTo>
                  <a:lnTo>
                    <a:pt x="1349716" y="1507719"/>
                  </a:lnTo>
                  <a:lnTo>
                    <a:pt x="1353158" y="1508225"/>
                  </a:lnTo>
                  <a:lnTo>
                    <a:pt x="1353158" y="1478652"/>
                  </a:lnTo>
                  <a:lnTo>
                    <a:pt x="1351729" y="1478451"/>
                  </a:lnTo>
                  <a:lnTo>
                    <a:pt x="1342790" y="1477002"/>
                  </a:lnTo>
                  <a:lnTo>
                    <a:pt x="1322057" y="1473054"/>
                  </a:lnTo>
                  <a:lnTo>
                    <a:pt x="1289434" y="1465651"/>
                  </a:lnTo>
                  <a:lnTo>
                    <a:pt x="1248438" y="1454381"/>
                  </a:lnTo>
                  <a:lnTo>
                    <a:pt x="1203953" y="1439268"/>
                  </a:lnTo>
                  <a:lnTo>
                    <a:pt x="1159951" y="1420416"/>
                  </a:lnTo>
                  <a:lnTo>
                    <a:pt x="1118507" y="1397680"/>
                  </a:lnTo>
                  <a:lnTo>
                    <a:pt x="1079970" y="1370504"/>
                  </a:lnTo>
                  <a:lnTo>
                    <a:pt x="1043571" y="1337900"/>
                  </a:lnTo>
                  <a:lnTo>
                    <a:pt x="1007978" y="1298558"/>
                  </a:lnTo>
                  <a:lnTo>
                    <a:pt x="971744" y="1251154"/>
                  </a:lnTo>
                  <a:lnTo>
                    <a:pt x="958487" y="1232210"/>
                  </a:lnTo>
                  <a:lnTo>
                    <a:pt x="933944" y="1195305"/>
                  </a:lnTo>
                  <a:lnTo>
                    <a:pt x="908376" y="1154720"/>
                  </a:lnTo>
                  <a:lnTo>
                    <a:pt x="881636" y="1110398"/>
                  </a:lnTo>
                  <a:lnTo>
                    <a:pt x="853657" y="1062403"/>
                  </a:lnTo>
                  <a:lnTo>
                    <a:pt x="824445" y="1010931"/>
                  </a:lnTo>
                  <a:lnTo>
                    <a:pt x="794085" y="956324"/>
                  </a:lnTo>
                  <a:lnTo>
                    <a:pt x="762730" y="899064"/>
                  </a:lnTo>
                  <a:lnTo>
                    <a:pt x="730600" y="839762"/>
                  </a:lnTo>
                  <a:lnTo>
                    <a:pt x="697961" y="779138"/>
                  </a:lnTo>
                  <a:lnTo>
                    <a:pt x="665117" y="717981"/>
                  </a:lnTo>
                  <a:lnTo>
                    <a:pt x="632383" y="657111"/>
                  </a:lnTo>
                  <a:lnTo>
                    <a:pt x="600069" y="597330"/>
                  </a:lnTo>
                  <a:lnTo>
                    <a:pt x="568454" y="539382"/>
                  </a:lnTo>
                  <a:lnTo>
                    <a:pt x="537774" y="483916"/>
                  </a:lnTo>
                  <a:lnTo>
                    <a:pt x="508203" y="431454"/>
                  </a:lnTo>
                  <a:lnTo>
                    <a:pt x="479847" y="382381"/>
                  </a:lnTo>
                  <a:lnTo>
                    <a:pt x="452736" y="336936"/>
                  </a:lnTo>
                  <a:lnTo>
                    <a:pt x="426826" y="295222"/>
                  </a:lnTo>
                  <a:lnTo>
                    <a:pt x="401993" y="257217"/>
                  </a:lnTo>
                  <a:lnTo>
                    <a:pt x="394671" y="246442"/>
                  </a:lnTo>
                  <a:lnTo>
                    <a:pt x="357913" y="195961"/>
                  </a:lnTo>
                  <a:lnTo>
                    <a:pt x="322251" y="153889"/>
                  </a:lnTo>
                  <a:lnTo>
                    <a:pt x="286306" y="119051"/>
                  </a:lnTo>
                  <a:lnTo>
                    <a:pt x="248657" y="90079"/>
                  </a:lnTo>
                  <a:lnTo>
                    <a:pt x="208277" y="65852"/>
                  </a:lnTo>
                  <a:lnTo>
                    <a:pt x="165047" y="45655"/>
                  </a:lnTo>
                  <a:lnTo>
                    <a:pt x="120371" y="29209"/>
                  </a:lnTo>
                  <a:lnTo>
                    <a:pt x="77585" y="16558"/>
                  </a:lnTo>
                  <a:lnTo>
                    <a:pt x="41455" y="7800"/>
                  </a:lnTo>
                  <a:lnTo>
                    <a:pt x="16287" y="2707"/>
                  </a:lnTo>
                  <a:lnTo>
                    <a:pt x="3441" y="5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257229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4878994"/>
              <a:ext cx="1353158" cy="1508225"/>
            </a:xfrm>
            <a:custGeom>
              <a:avLst/>
              <a:pathLst>
                <a:path w="1353158" h="1508225">
                  <a:moveTo>
                    <a:pt x="0" y="29573"/>
                  </a:moveTo>
                  <a:lnTo>
                    <a:pt x="1428" y="29774"/>
                  </a:lnTo>
                  <a:lnTo>
                    <a:pt x="10367" y="31222"/>
                  </a:lnTo>
                  <a:lnTo>
                    <a:pt x="31101" y="35171"/>
                  </a:lnTo>
                  <a:lnTo>
                    <a:pt x="63724" y="42574"/>
                  </a:lnTo>
                  <a:lnTo>
                    <a:pt x="104719" y="53843"/>
                  </a:lnTo>
                  <a:lnTo>
                    <a:pt x="149204" y="68957"/>
                  </a:lnTo>
                  <a:lnTo>
                    <a:pt x="193206" y="87809"/>
                  </a:lnTo>
                  <a:lnTo>
                    <a:pt x="234650" y="110545"/>
                  </a:lnTo>
                  <a:lnTo>
                    <a:pt x="273187" y="137721"/>
                  </a:lnTo>
                  <a:lnTo>
                    <a:pt x="309586" y="170325"/>
                  </a:lnTo>
                  <a:lnTo>
                    <a:pt x="345179" y="209667"/>
                  </a:lnTo>
                  <a:lnTo>
                    <a:pt x="381413" y="257070"/>
                  </a:lnTo>
                  <a:lnTo>
                    <a:pt x="394671" y="276015"/>
                  </a:lnTo>
                  <a:lnTo>
                    <a:pt x="419213" y="312920"/>
                  </a:lnTo>
                  <a:lnTo>
                    <a:pt x="444781" y="353505"/>
                  </a:lnTo>
                  <a:lnTo>
                    <a:pt x="471521" y="397827"/>
                  </a:lnTo>
                  <a:lnTo>
                    <a:pt x="499501" y="445822"/>
                  </a:lnTo>
                  <a:lnTo>
                    <a:pt x="528712" y="497294"/>
                  </a:lnTo>
                  <a:lnTo>
                    <a:pt x="559072" y="551901"/>
                  </a:lnTo>
                  <a:lnTo>
                    <a:pt x="590427" y="609161"/>
                  </a:lnTo>
                  <a:lnTo>
                    <a:pt x="622558" y="668462"/>
                  </a:lnTo>
                  <a:lnTo>
                    <a:pt x="655196" y="729087"/>
                  </a:lnTo>
                  <a:lnTo>
                    <a:pt x="688040" y="790244"/>
                  </a:lnTo>
                  <a:lnTo>
                    <a:pt x="720774" y="851114"/>
                  </a:lnTo>
                  <a:lnTo>
                    <a:pt x="753088" y="910895"/>
                  </a:lnTo>
                  <a:lnTo>
                    <a:pt x="784703" y="968843"/>
                  </a:lnTo>
                  <a:lnTo>
                    <a:pt x="815383" y="1024309"/>
                  </a:lnTo>
                  <a:lnTo>
                    <a:pt x="844954" y="1076771"/>
                  </a:lnTo>
                  <a:lnTo>
                    <a:pt x="873310" y="1125844"/>
                  </a:lnTo>
                  <a:lnTo>
                    <a:pt x="900421" y="1171289"/>
                  </a:lnTo>
                  <a:lnTo>
                    <a:pt x="926332" y="1213003"/>
                  </a:lnTo>
                  <a:lnTo>
                    <a:pt x="951164" y="1251008"/>
                  </a:lnTo>
                  <a:lnTo>
                    <a:pt x="958487" y="1261783"/>
                  </a:lnTo>
                  <a:lnTo>
                    <a:pt x="995244" y="1312264"/>
                  </a:lnTo>
                  <a:lnTo>
                    <a:pt x="1030906" y="1354336"/>
                  </a:lnTo>
                  <a:lnTo>
                    <a:pt x="1066851" y="1389174"/>
                  </a:lnTo>
                  <a:lnTo>
                    <a:pt x="1104500" y="1418146"/>
                  </a:lnTo>
                  <a:lnTo>
                    <a:pt x="1144880" y="1442373"/>
                  </a:lnTo>
                  <a:lnTo>
                    <a:pt x="1188110" y="1462570"/>
                  </a:lnTo>
                  <a:lnTo>
                    <a:pt x="1232786" y="1479016"/>
                  </a:lnTo>
                  <a:lnTo>
                    <a:pt x="1275572" y="1491667"/>
                  </a:lnTo>
                  <a:lnTo>
                    <a:pt x="1311702" y="1500425"/>
                  </a:lnTo>
                  <a:lnTo>
                    <a:pt x="1336870" y="1505518"/>
                  </a:lnTo>
                  <a:lnTo>
                    <a:pt x="1349716" y="1507719"/>
                  </a:lnTo>
                  <a:lnTo>
                    <a:pt x="1353158" y="1508225"/>
                  </a:lnTo>
                  <a:lnTo>
                    <a:pt x="1353158" y="1478652"/>
                  </a:lnTo>
                  <a:lnTo>
                    <a:pt x="1351729" y="1478451"/>
                  </a:lnTo>
                  <a:lnTo>
                    <a:pt x="1342790" y="1477002"/>
                  </a:lnTo>
                  <a:lnTo>
                    <a:pt x="1322057" y="1473054"/>
                  </a:lnTo>
                  <a:lnTo>
                    <a:pt x="1289434" y="1465651"/>
                  </a:lnTo>
                  <a:lnTo>
                    <a:pt x="1248438" y="1454381"/>
                  </a:lnTo>
                  <a:lnTo>
                    <a:pt x="1203953" y="1439268"/>
                  </a:lnTo>
                  <a:lnTo>
                    <a:pt x="1159951" y="1420416"/>
                  </a:lnTo>
                  <a:lnTo>
                    <a:pt x="1118507" y="1397680"/>
                  </a:lnTo>
                  <a:lnTo>
                    <a:pt x="1079970" y="1370504"/>
                  </a:lnTo>
                  <a:lnTo>
                    <a:pt x="1043571" y="1337900"/>
                  </a:lnTo>
                  <a:lnTo>
                    <a:pt x="1007978" y="1298558"/>
                  </a:lnTo>
                  <a:lnTo>
                    <a:pt x="971744" y="1251154"/>
                  </a:lnTo>
                  <a:lnTo>
                    <a:pt x="958487" y="1232210"/>
                  </a:lnTo>
                  <a:lnTo>
                    <a:pt x="933944" y="1195305"/>
                  </a:lnTo>
                  <a:lnTo>
                    <a:pt x="908376" y="1154720"/>
                  </a:lnTo>
                  <a:lnTo>
                    <a:pt x="881636" y="1110398"/>
                  </a:lnTo>
                  <a:lnTo>
                    <a:pt x="853657" y="1062403"/>
                  </a:lnTo>
                  <a:lnTo>
                    <a:pt x="824445" y="1010931"/>
                  </a:lnTo>
                  <a:lnTo>
                    <a:pt x="794085" y="956324"/>
                  </a:lnTo>
                  <a:lnTo>
                    <a:pt x="762730" y="899064"/>
                  </a:lnTo>
                  <a:lnTo>
                    <a:pt x="730600" y="839762"/>
                  </a:lnTo>
                  <a:lnTo>
                    <a:pt x="697961" y="779138"/>
                  </a:lnTo>
                  <a:lnTo>
                    <a:pt x="665117" y="717981"/>
                  </a:lnTo>
                  <a:lnTo>
                    <a:pt x="632383" y="657111"/>
                  </a:lnTo>
                  <a:lnTo>
                    <a:pt x="600069" y="597330"/>
                  </a:lnTo>
                  <a:lnTo>
                    <a:pt x="568454" y="539382"/>
                  </a:lnTo>
                  <a:lnTo>
                    <a:pt x="537774" y="483916"/>
                  </a:lnTo>
                  <a:lnTo>
                    <a:pt x="508203" y="431454"/>
                  </a:lnTo>
                  <a:lnTo>
                    <a:pt x="479847" y="382381"/>
                  </a:lnTo>
                  <a:lnTo>
                    <a:pt x="452736" y="336936"/>
                  </a:lnTo>
                  <a:lnTo>
                    <a:pt x="426826" y="295222"/>
                  </a:lnTo>
                  <a:lnTo>
                    <a:pt x="401993" y="257217"/>
                  </a:lnTo>
                  <a:lnTo>
                    <a:pt x="394671" y="246442"/>
                  </a:lnTo>
                  <a:lnTo>
                    <a:pt x="357913" y="195961"/>
                  </a:lnTo>
                  <a:lnTo>
                    <a:pt x="322251" y="153889"/>
                  </a:lnTo>
                  <a:lnTo>
                    <a:pt x="286306" y="119051"/>
                  </a:lnTo>
                  <a:lnTo>
                    <a:pt x="248657" y="90079"/>
                  </a:lnTo>
                  <a:lnTo>
                    <a:pt x="208277" y="65852"/>
                  </a:lnTo>
                  <a:lnTo>
                    <a:pt x="165047" y="45655"/>
                  </a:lnTo>
                  <a:lnTo>
                    <a:pt x="120371" y="29209"/>
                  </a:lnTo>
                  <a:lnTo>
                    <a:pt x="77585" y="16558"/>
                  </a:lnTo>
                  <a:lnTo>
                    <a:pt x="41455" y="7800"/>
                  </a:lnTo>
                  <a:lnTo>
                    <a:pt x="16287" y="2707"/>
                  </a:lnTo>
                  <a:lnTo>
                    <a:pt x="3441" y="5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260186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4376252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263144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266101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4405825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3725644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3755218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269058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784791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272016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3814364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274973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4760701"/>
              <a:ext cx="1353158" cy="1182922"/>
            </a:xfrm>
            <a:custGeom>
              <a:avLst/>
              <a:pathLst>
                <a:path w="1353158" h="1182922">
                  <a:moveTo>
                    <a:pt x="0" y="29573"/>
                  </a:moveTo>
                  <a:lnTo>
                    <a:pt x="1554" y="29744"/>
                  </a:lnTo>
                  <a:lnTo>
                    <a:pt x="11242" y="30978"/>
                  </a:lnTo>
                  <a:lnTo>
                    <a:pt x="33541" y="34334"/>
                  </a:lnTo>
                  <a:lnTo>
                    <a:pt x="68221" y="40593"/>
                  </a:lnTo>
                  <a:lnTo>
                    <a:pt x="111180" y="50058"/>
                  </a:lnTo>
                  <a:lnTo>
                    <a:pt x="157118" y="62684"/>
                  </a:lnTo>
                  <a:lnTo>
                    <a:pt x="202013" y="78404"/>
                  </a:lnTo>
                  <a:lnTo>
                    <a:pt x="243999" y="97401"/>
                  </a:lnTo>
                  <a:lnTo>
                    <a:pt x="283018" y="120233"/>
                  </a:lnTo>
                  <a:lnTo>
                    <a:pt x="320111" y="147822"/>
                  </a:lnTo>
                  <a:lnTo>
                    <a:pt x="356809" y="181321"/>
                  </a:lnTo>
                  <a:lnTo>
                    <a:pt x="394671" y="221797"/>
                  </a:lnTo>
                  <a:lnTo>
                    <a:pt x="421504" y="253355"/>
                  </a:lnTo>
                  <a:lnTo>
                    <a:pt x="449576" y="288338"/>
                  </a:lnTo>
                  <a:lnTo>
                    <a:pt x="479064" y="326790"/>
                  </a:lnTo>
                  <a:lnTo>
                    <a:pt x="510034" y="368614"/>
                  </a:lnTo>
                  <a:lnTo>
                    <a:pt x="542444" y="413566"/>
                  </a:lnTo>
                  <a:lnTo>
                    <a:pt x="576147" y="461240"/>
                  </a:lnTo>
                  <a:lnTo>
                    <a:pt x="610899" y="511080"/>
                  </a:lnTo>
                  <a:lnTo>
                    <a:pt x="646376" y="562396"/>
                  </a:lnTo>
                  <a:lnTo>
                    <a:pt x="682198" y="614410"/>
                  </a:lnTo>
                  <a:lnTo>
                    <a:pt x="717954" y="666293"/>
                  </a:lnTo>
                  <a:lnTo>
                    <a:pt x="753243" y="717227"/>
                  </a:lnTo>
                  <a:lnTo>
                    <a:pt x="787698" y="766456"/>
                  </a:lnTo>
                  <a:lnTo>
                    <a:pt x="821018" y="813330"/>
                  </a:lnTo>
                  <a:lnTo>
                    <a:pt x="852987" y="857338"/>
                  </a:lnTo>
                  <a:lnTo>
                    <a:pt x="883492" y="898125"/>
                  </a:lnTo>
                  <a:lnTo>
                    <a:pt x="912525" y="935493"/>
                  </a:lnTo>
                  <a:lnTo>
                    <a:pt x="940185" y="969392"/>
                  </a:lnTo>
                  <a:lnTo>
                    <a:pt x="958487" y="990697"/>
                  </a:lnTo>
                  <a:lnTo>
                    <a:pt x="996306" y="1031132"/>
                  </a:lnTo>
                  <a:lnTo>
                    <a:pt x="1033006" y="1064638"/>
                  </a:lnTo>
                  <a:lnTo>
                    <a:pt x="1070097" y="1092233"/>
                  </a:lnTo>
                  <a:lnTo>
                    <a:pt x="1109113" y="1115070"/>
                  </a:lnTo>
                  <a:lnTo>
                    <a:pt x="1151095" y="1134071"/>
                  </a:lnTo>
                  <a:lnTo>
                    <a:pt x="1195987" y="1149794"/>
                  </a:lnTo>
                  <a:lnTo>
                    <a:pt x="1241927" y="1162424"/>
                  </a:lnTo>
                  <a:lnTo>
                    <a:pt x="1284892" y="1171893"/>
                  </a:lnTo>
                  <a:lnTo>
                    <a:pt x="1319584" y="1178155"/>
                  </a:lnTo>
                  <a:lnTo>
                    <a:pt x="1341898" y="1181514"/>
                  </a:lnTo>
                  <a:lnTo>
                    <a:pt x="1351598" y="1182750"/>
                  </a:lnTo>
                  <a:lnTo>
                    <a:pt x="1353158" y="1182922"/>
                  </a:lnTo>
                  <a:lnTo>
                    <a:pt x="1353158" y="1153349"/>
                  </a:lnTo>
                  <a:lnTo>
                    <a:pt x="1351603" y="1153177"/>
                  </a:lnTo>
                  <a:lnTo>
                    <a:pt x="1341915" y="1151943"/>
                  </a:lnTo>
                  <a:lnTo>
                    <a:pt x="1319616" y="1148587"/>
                  </a:lnTo>
                  <a:lnTo>
                    <a:pt x="1284936" y="1142329"/>
                  </a:lnTo>
                  <a:lnTo>
                    <a:pt x="1241977" y="1132863"/>
                  </a:lnTo>
                  <a:lnTo>
                    <a:pt x="1196039" y="1120237"/>
                  </a:lnTo>
                  <a:lnTo>
                    <a:pt x="1151144" y="1104517"/>
                  </a:lnTo>
                  <a:lnTo>
                    <a:pt x="1109159" y="1085520"/>
                  </a:lnTo>
                  <a:lnTo>
                    <a:pt x="1070140" y="1062688"/>
                  </a:lnTo>
                  <a:lnTo>
                    <a:pt x="1033047" y="1035099"/>
                  </a:lnTo>
                  <a:lnTo>
                    <a:pt x="996348" y="1001600"/>
                  </a:lnTo>
                  <a:lnTo>
                    <a:pt x="958487" y="961124"/>
                  </a:lnTo>
                  <a:lnTo>
                    <a:pt x="931654" y="929566"/>
                  </a:lnTo>
                  <a:lnTo>
                    <a:pt x="903581" y="894583"/>
                  </a:lnTo>
                  <a:lnTo>
                    <a:pt x="874093" y="856132"/>
                  </a:lnTo>
                  <a:lnTo>
                    <a:pt x="843123" y="814307"/>
                  </a:lnTo>
                  <a:lnTo>
                    <a:pt x="810713" y="769355"/>
                  </a:lnTo>
                  <a:lnTo>
                    <a:pt x="777010" y="721681"/>
                  </a:lnTo>
                  <a:lnTo>
                    <a:pt x="742258" y="671842"/>
                  </a:lnTo>
                  <a:lnTo>
                    <a:pt x="706781" y="620525"/>
                  </a:lnTo>
                  <a:lnTo>
                    <a:pt x="670959" y="568511"/>
                  </a:lnTo>
                  <a:lnTo>
                    <a:pt x="635203" y="516629"/>
                  </a:lnTo>
                  <a:lnTo>
                    <a:pt x="599914" y="465694"/>
                  </a:lnTo>
                  <a:lnTo>
                    <a:pt x="565459" y="416465"/>
                  </a:lnTo>
                  <a:lnTo>
                    <a:pt x="532140" y="369591"/>
                  </a:lnTo>
                  <a:lnTo>
                    <a:pt x="500170" y="325583"/>
                  </a:lnTo>
                  <a:lnTo>
                    <a:pt x="469665" y="284796"/>
                  </a:lnTo>
                  <a:lnTo>
                    <a:pt x="440632" y="247428"/>
                  </a:lnTo>
                  <a:lnTo>
                    <a:pt x="412972" y="213529"/>
                  </a:lnTo>
                  <a:lnTo>
                    <a:pt x="394671" y="192224"/>
                  </a:lnTo>
                  <a:lnTo>
                    <a:pt x="356851" y="151790"/>
                  </a:lnTo>
                  <a:lnTo>
                    <a:pt x="320152" y="118283"/>
                  </a:lnTo>
                  <a:lnTo>
                    <a:pt x="283060" y="90688"/>
                  </a:lnTo>
                  <a:lnTo>
                    <a:pt x="244044" y="67851"/>
                  </a:lnTo>
                  <a:lnTo>
                    <a:pt x="202062" y="48850"/>
                  </a:lnTo>
                  <a:lnTo>
                    <a:pt x="157170" y="33127"/>
                  </a:lnTo>
                  <a:lnTo>
                    <a:pt x="111231" y="20497"/>
                  </a:lnTo>
                  <a:lnTo>
                    <a:pt x="68266" y="11028"/>
                  </a:lnTo>
                  <a:lnTo>
                    <a:pt x="33573" y="4766"/>
                  </a:lnTo>
                  <a:lnTo>
                    <a:pt x="11260" y="1408"/>
                  </a:lnTo>
                  <a:lnTo>
                    <a:pt x="1559" y="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277930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3843937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280888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283845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4435398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4464971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3873510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286802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3903083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4494544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4524117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3932656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2217419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3962229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4553690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4790275"/>
              <a:ext cx="1353158" cy="1182922"/>
            </a:xfrm>
            <a:custGeom>
              <a:avLst/>
              <a:pathLst>
                <a:path w="1353158" h="1182922">
                  <a:moveTo>
                    <a:pt x="0" y="29573"/>
                  </a:moveTo>
                  <a:lnTo>
                    <a:pt x="1554" y="29744"/>
                  </a:lnTo>
                  <a:lnTo>
                    <a:pt x="11242" y="30978"/>
                  </a:lnTo>
                  <a:lnTo>
                    <a:pt x="33541" y="34334"/>
                  </a:lnTo>
                  <a:lnTo>
                    <a:pt x="68221" y="40593"/>
                  </a:lnTo>
                  <a:lnTo>
                    <a:pt x="111180" y="50058"/>
                  </a:lnTo>
                  <a:lnTo>
                    <a:pt x="157118" y="62684"/>
                  </a:lnTo>
                  <a:lnTo>
                    <a:pt x="202013" y="78404"/>
                  </a:lnTo>
                  <a:lnTo>
                    <a:pt x="243999" y="97401"/>
                  </a:lnTo>
                  <a:lnTo>
                    <a:pt x="283018" y="120233"/>
                  </a:lnTo>
                  <a:lnTo>
                    <a:pt x="320111" y="147822"/>
                  </a:lnTo>
                  <a:lnTo>
                    <a:pt x="356809" y="181321"/>
                  </a:lnTo>
                  <a:lnTo>
                    <a:pt x="394671" y="221797"/>
                  </a:lnTo>
                  <a:lnTo>
                    <a:pt x="421504" y="253355"/>
                  </a:lnTo>
                  <a:lnTo>
                    <a:pt x="449576" y="288338"/>
                  </a:lnTo>
                  <a:lnTo>
                    <a:pt x="479064" y="326790"/>
                  </a:lnTo>
                  <a:lnTo>
                    <a:pt x="510034" y="368614"/>
                  </a:lnTo>
                  <a:lnTo>
                    <a:pt x="542444" y="413566"/>
                  </a:lnTo>
                  <a:lnTo>
                    <a:pt x="576147" y="461240"/>
                  </a:lnTo>
                  <a:lnTo>
                    <a:pt x="610899" y="511080"/>
                  </a:lnTo>
                  <a:lnTo>
                    <a:pt x="646376" y="562396"/>
                  </a:lnTo>
                  <a:lnTo>
                    <a:pt x="682198" y="614410"/>
                  </a:lnTo>
                  <a:lnTo>
                    <a:pt x="717954" y="666293"/>
                  </a:lnTo>
                  <a:lnTo>
                    <a:pt x="753243" y="717227"/>
                  </a:lnTo>
                  <a:lnTo>
                    <a:pt x="787698" y="766456"/>
                  </a:lnTo>
                  <a:lnTo>
                    <a:pt x="821018" y="813330"/>
                  </a:lnTo>
                  <a:lnTo>
                    <a:pt x="852987" y="857338"/>
                  </a:lnTo>
                  <a:lnTo>
                    <a:pt x="883492" y="898125"/>
                  </a:lnTo>
                  <a:lnTo>
                    <a:pt x="912525" y="935493"/>
                  </a:lnTo>
                  <a:lnTo>
                    <a:pt x="940185" y="969392"/>
                  </a:lnTo>
                  <a:lnTo>
                    <a:pt x="958487" y="990697"/>
                  </a:lnTo>
                  <a:lnTo>
                    <a:pt x="996306" y="1031132"/>
                  </a:lnTo>
                  <a:lnTo>
                    <a:pt x="1033006" y="1064638"/>
                  </a:lnTo>
                  <a:lnTo>
                    <a:pt x="1070097" y="1092233"/>
                  </a:lnTo>
                  <a:lnTo>
                    <a:pt x="1109113" y="1115070"/>
                  </a:lnTo>
                  <a:lnTo>
                    <a:pt x="1151095" y="1134071"/>
                  </a:lnTo>
                  <a:lnTo>
                    <a:pt x="1195987" y="1149794"/>
                  </a:lnTo>
                  <a:lnTo>
                    <a:pt x="1241927" y="1162424"/>
                  </a:lnTo>
                  <a:lnTo>
                    <a:pt x="1284892" y="1171893"/>
                  </a:lnTo>
                  <a:lnTo>
                    <a:pt x="1319584" y="1178155"/>
                  </a:lnTo>
                  <a:lnTo>
                    <a:pt x="1341898" y="1181514"/>
                  </a:lnTo>
                  <a:lnTo>
                    <a:pt x="1351598" y="1182750"/>
                  </a:lnTo>
                  <a:lnTo>
                    <a:pt x="1353158" y="1182922"/>
                  </a:lnTo>
                  <a:lnTo>
                    <a:pt x="1353158" y="1153349"/>
                  </a:lnTo>
                  <a:lnTo>
                    <a:pt x="1351603" y="1153177"/>
                  </a:lnTo>
                  <a:lnTo>
                    <a:pt x="1341915" y="1151943"/>
                  </a:lnTo>
                  <a:lnTo>
                    <a:pt x="1319616" y="1148587"/>
                  </a:lnTo>
                  <a:lnTo>
                    <a:pt x="1284936" y="1142329"/>
                  </a:lnTo>
                  <a:lnTo>
                    <a:pt x="1241977" y="1132863"/>
                  </a:lnTo>
                  <a:lnTo>
                    <a:pt x="1196039" y="1120237"/>
                  </a:lnTo>
                  <a:lnTo>
                    <a:pt x="1151144" y="1104517"/>
                  </a:lnTo>
                  <a:lnTo>
                    <a:pt x="1109159" y="1085520"/>
                  </a:lnTo>
                  <a:lnTo>
                    <a:pt x="1070140" y="1062688"/>
                  </a:lnTo>
                  <a:lnTo>
                    <a:pt x="1033047" y="1035099"/>
                  </a:lnTo>
                  <a:lnTo>
                    <a:pt x="996348" y="1001600"/>
                  </a:lnTo>
                  <a:lnTo>
                    <a:pt x="958487" y="961124"/>
                  </a:lnTo>
                  <a:lnTo>
                    <a:pt x="931654" y="929566"/>
                  </a:lnTo>
                  <a:lnTo>
                    <a:pt x="903581" y="894583"/>
                  </a:lnTo>
                  <a:lnTo>
                    <a:pt x="874093" y="856132"/>
                  </a:lnTo>
                  <a:lnTo>
                    <a:pt x="843123" y="814307"/>
                  </a:lnTo>
                  <a:lnTo>
                    <a:pt x="810713" y="769355"/>
                  </a:lnTo>
                  <a:lnTo>
                    <a:pt x="777010" y="721681"/>
                  </a:lnTo>
                  <a:lnTo>
                    <a:pt x="742258" y="671842"/>
                  </a:lnTo>
                  <a:lnTo>
                    <a:pt x="706781" y="620525"/>
                  </a:lnTo>
                  <a:lnTo>
                    <a:pt x="670959" y="568511"/>
                  </a:lnTo>
                  <a:lnTo>
                    <a:pt x="635203" y="516629"/>
                  </a:lnTo>
                  <a:lnTo>
                    <a:pt x="599914" y="465694"/>
                  </a:lnTo>
                  <a:lnTo>
                    <a:pt x="565459" y="416465"/>
                  </a:lnTo>
                  <a:lnTo>
                    <a:pt x="532140" y="369591"/>
                  </a:lnTo>
                  <a:lnTo>
                    <a:pt x="500170" y="325583"/>
                  </a:lnTo>
                  <a:lnTo>
                    <a:pt x="469665" y="284796"/>
                  </a:lnTo>
                  <a:lnTo>
                    <a:pt x="440632" y="247428"/>
                  </a:lnTo>
                  <a:lnTo>
                    <a:pt x="412972" y="213529"/>
                  </a:lnTo>
                  <a:lnTo>
                    <a:pt x="394671" y="192224"/>
                  </a:lnTo>
                  <a:lnTo>
                    <a:pt x="356851" y="151790"/>
                  </a:lnTo>
                  <a:lnTo>
                    <a:pt x="320152" y="118283"/>
                  </a:lnTo>
                  <a:lnTo>
                    <a:pt x="283060" y="90688"/>
                  </a:lnTo>
                  <a:lnTo>
                    <a:pt x="244044" y="67851"/>
                  </a:lnTo>
                  <a:lnTo>
                    <a:pt x="202062" y="48850"/>
                  </a:lnTo>
                  <a:lnTo>
                    <a:pt x="157170" y="33127"/>
                  </a:lnTo>
                  <a:lnTo>
                    <a:pt x="111231" y="20497"/>
                  </a:lnTo>
                  <a:lnTo>
                    <a:pt x="68266" y="11028"/>
                  </a:lnTo>
                  <a:lnTo>
                    <a:pt x="33573" y="4766"/>
                  </a:lnTo>
                  <a:lnTo>
                    <a:pt x="11260" y="1408"/>
                  </a:lnTo>
                  <a:lnTo>
                    <a:pt x="1559" y="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3991802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4583263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289759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4021375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4050948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292717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295674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298631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4080521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4612836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301589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4110094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304546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307503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10461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313418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316375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4139667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4169240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19332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322290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4642409"/>
              <a:ext cx="1353158" cy="798472"/>
            </a:xfrm>
            <a:custGeom>
              <a:avLst/>
              <a:pathLst>
                <a:path w="1353158" h="798472">
                  <a:moveTo>
                    <a:pt x="0" y="29573"/>
                  </a:moveTo>
                  <a:lnTo>
                    <a:pt x="1687" y="29697"/>
                  </a:lnTo>
                  <a:lnTo>
                    <a:pt x="12156" y="30593"/>
                  </a:lnTo>
                  <a:lnTo>
                    <a:pt x="36065" y="33024"/>
                  </a:lnTo>
                  <a:lnTo>
                    <a:pt x="72810" y="37531"/>
                  </a:lnTo>
                  <a:lnTo>
                    <a:pt x="117673" y="44304"/>
                  </a:lnTo>
                  <a:lnTo>
                    <a:pt x="164964" y="53296"/>
                  </a:lnTo>
                  <a:lnTo>
                    <a:pt x="210662" y="64476"/>
                  </a:lnTo>
                  <a:lnTo>
                    <a:pt x="253150" y="78025"/>
                  </a:lnTo>
                  <a:lnTo>
                    <a:pt x="292678" y="94408"/>
                  </a:lnTo>
                  <a:lnTo>
                    <a:pt x="330560" y="114347"/>
                  </a:lnTo>
                  <a:lnTo>
                    <a:pt x="368508" y="138686"/>
                  </a:lnTo>
                  <a:lnTo>
                    <a:pt x="394671" y="157722"/>
                  </a:lnTo>
                  <a:lnTo>
                    <a:pt x="424764" y="181406"/>
                  </a:lnTo>
                  <a:lnTo>
                    <a:pt x="456438" y="207955"/>
                  </a:lnTo>
                  <a:lnTo>
                    <a:pt x="489913" y="237386"/>
                  </a:lnTo>
                  <a:lnTo>
                    <a:pt x="525237" y="269571"/>
                  </a:lnTo>
                  <a:lnTo>
                    <a:pt x="562287" y="304218"/>
                  </a:lnTo>
                  <a:lnTo>
                    <a:pt x="600786" y="340872"/>
                  </a:lnTo>
                  <a:lnTo>
                    <a:pt x="640317" y="378931"/>
                  </a:lnTo>
                  <a:lnTo>
                    <a:pt x="680361" y="417686"/>
                  </a:lnTo>
                  <a:lnTo>
                    <a:pt x="720352" y="456367"/>
                  </a:lnTo>
                  <a:lnTo>
                    <a:pt x="759725" y="494213"/>
                  </a:lnTo>
                  <a:lnTo>
                    <a:pt x="797979" y="530530"/>
                  </a:lnTo>
                  <a:lnTo>
                    <a:pt x="834720" y="564743"/>
                  </a:lnTo>
                  <a:lnTo>
                    <a:pt x="869699" y="596425"/>
                  </a:lnTo>
                  <a:lnTo>
                    <a:pt x="902826" y="625318"/>
                  </a:lnTo>
                  <a:lnTo>
                    <a:pt x="934180" y="651322"/>
                  </a:lnTo>
                  <a:lnTo>
                    <a:pt x="958487" y="670322"/>
                  </a:lnTo>
                  <a:lnTo>
                    <a:pt x="997363" y="697978"/>
                  </a:lnTo>
                  <a:lnTo>
                    <a:pt x="1035098" y="720766"/>
                  </a:lnTo>
                  <a:lnTo>
                    <a:pt x="1073345" y="739431"/>
                  </a:lnTo>
                  <a:lnTo>
                    <a:pt x="1113748" y="754805"/>
                  </a:lnTo>
                  <a:lnTo>
                    <a:pt x="1157348" y="767530"/>
                  </a:lnTo>
                  <a:lnTo>
                    <a:pt x="1203869" y="777976"/>
                  </a:lnTo>
                  <a:lnTo>
                    <a:pt x="1250916" y="786240"/>
                  </a:lnTo>
                  <a:lnTo>
                    <a:pt x="1293736" y="792259"/>
                  </a:lnTo>
                  <a:lnTo>
                    <a:pt x="1326593" y="796039"/>
                  </a:lnTo>
                  <a:lnTo>
                    <a:pt x="1345843" y="797884"/>
                  </a:lnTo>
                  <a:lnTo>
                    <a:pt x="1352638" y="798435"/>
                  </a:lnTo>
                  <a:lnTo>
                    <a:pt x="1353158" y="798472"/>
                  </a:lnTo>
                  <a:lnTo>
                    <a:pt x="1353158" y="768899"/>
                  </a:lnTo>
                  <a:lnTo>
                    <a:pt x="1351470" y="768774"/>
                  </a:lnTo>
                  <a:lnTo>
                    <a:pt x="1341001" y="767878"/>
                  </a:lnTo>
                  <a:lnTo>
                    <a:pt x="1317092" y="765448"/>
                  </a:lnTo>
                  <a:lnTo>
                    <a:pt x="1280347" y="760940"/>
                  </a:lnTo>
                  <a:lnTo>
                    <a:pt x="1235485" y="754167"/>
                  </a:lnTo>
                  <a:lnTo>
                    <a:pt x="1188193" y="745176"/>
                  </a:lnTo>
                  <a:lnTo>
                    <a:pt x="1142495" y="733996"/>
                  </a:lnTo>
                  <a:lnTo>
                    <a:pt x="1100008" y="720446"/>
                  </a:lnTo>
                  <a:lnTo>
                    <a:pt x="1060479" y="704063"/>
                  </a:lnTo>
                  <a:lnTo>
                    <a:pt x="1022597" y="684125"/>
                  </a:lnTo>
                  <a:lnTo>
                    <a:pt x="984649" y="659785"/>
                  </a:lnTo>
                  <a:lnTo>
                    <a:pt x="958487" y="640749"/>
                  </a:lnTo>
                  <a:lnTo>
                    <a:pt x="928394" y="617065"/>
                  </a:lnTo>
                  <a:lnTo>
                    <a:pt x="896719" y="590516"/>
                  </a:lnTo>
                  <a:lnTo>
                    <a:pt x="863244" y="561085"/>
                  </a:lnTo>
                  <a:lnTo>
                    <a:pt x="827921" y="528900"/>
                  </a:lnTo>
                  <a:lnTo>
                    <a:pt x="790870" y="494254"/>
                  </a:lnTo>
                  <a:lnTo>
                    <a:pt x="752371" y="457600"/>
                  </a:lnTo>
                  <a:lnTo>
                    <a:pt x="712840" y="419540"/>
                  </a:lnTo>
                  <a:lnTo>
                    <a:pt x="672796" y="380786"/>
                  </a:lnTo>
                  <a:lnTo>
                    <a:pt x="632806" y="342105"/>
                  </a:lnTo>
                  <a:lnTo>
                    <a:pt x="593433" y="304258"/>
                  </a:lnTo>
                  <a:lnTo>
                    <a:pt x="555179" y="267941"/>
                  </a:lnTo>
                  <a:lnTo>
                    <a:pt x="518437" y="233729"/>
                  </a:lnTo>
                  <a:lnTo>
                    <a:pt x="483458" y="202046"/>
                  </a:lnTo>
                  <a:lnTo>
                    <a:pt x="450331" y="173153"/>
                  </a:lnTo>
                  <a:lnTo>
                    <a:pt x="418977" y="147150"/>
                  </a:lnTo>
                  <a:lnTo>
                    <a:pt x="394671" y="128149"/>
                  </a:lnTo>
                  <a:lnTo>
                    <a:pt x="355794" y="100493"/>
                  </a:lnTo>
                  <a:lnTo>
                    <a:pt x="318059" y="77706"/>
                  </a:lnTo>
                  <a:lnTo>
                    <a:pt x="279812" y="59040"/>
                  </a:lnTo>
                  <a:lnTo>
                    <a:pt x="239410" y="43667"/>
                  </a:lnTo>
                  <a:lnTo>
                    <a:pt x="195809" y="30942"/>
                  </a:lnTo>
                  <a:lnTo>
                    <a:pt x="149288" y="20496"/>
                  </a:lnTo>
                  <a:lnTo>
                    <a:pt x="102241" y="12232"/>
                  </a:lnTo>
                  <a:lnTo>
                    <a:pt x="59421" y="6212"/>
                  </a:lnTo>
                  <a:lnTo>
                    <a:pt x="26564" y="2433"/>
                  </a:lnTo>
                  <a:lnTo>
                    <a:pt x="7314" y="588"/>
                  </a:lnTo>
                  <a:lnTo>
                    <a:pt x="519" y="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325247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328204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331162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334119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4198813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4819848"/>
              <a:ext cx="1353158" cy="1182922"/>
            </a:xfrm>
            <a:custGeom>
              <a:avLst/>
              <a:pathLst>
                <a:path w="1353158" h="1182922">
                  <a:moveTo>
                    <a:pt x="0" y="29573"/>
                  </a:moveTo>
                  <a:lnTo>
                    <a:pt x="1554" y="29744"/>
                  </a:lnTo>
                  <a:lnTo>
                    <a:pt x="11242" y="30978"/>
                  </a:lnTo>
                  <a:lnTo>
                    <a:pt x="33541" y="34334"/>
                  </a:lnTo>
                  <a:lnTo>
                    <a:pt x="68221" y="40593"/>
                  </a:lnTo>
                  <a:lnTo>
                    <a:pt x="111180" y="50058"/>
                  </a:lnTo>
                  <a:lnTo>
                    <a:pt x="157118" y="62684"/>
                  </a:lnTo>
                  <a:lnTo>
                    <a:pt x="202013" y="78404"/>
                  </a:lnTo>
                  <a:lnTo>
                    <a:pt x="243999" y="97401"/>
                  </a:lnTo>
                  <a:lnTo>
                    <a:pt x="283018" y="120233"/>
                  </a:lnTo>
                  <a:lnTo>
                    <a:pt x="320111" y="147822"/>
                  </a:lnTo>
                  <a:lnTo>
                    <a:pt x="356809" y="181321"/>
                  </a:lnTo>
                  <a:lnTo>
                    <a:pt x="394671" y="221797"/>
                  </a:lnTo>
                  <a:lnTo>
                    <a:pt x="421504" y="253355"/>
                  </a:lnTo>
                  <a:lnTo>
                    <a:pt x="449576" y="288338"/>
                  </a:lnTo>
                  <a:lnTo>
                    <a:pt x="479064" y="326790"/>
                  </a:lnTo>
                  <a:lnTo>
                    <a:pt x="510034" y="368614"/>
                  </a:lnTo>
                  <a:lnTo>
                    <a:pt x="542444" y="413566"/>
                  </a:lnTo>
                  <a:lnTo>
                    <a:pt x="576147" y="461240"/>
                  </a:lnTo>
                  <a:lnTo>
                    <a:pt x="610899" y="511080"/>
                  </a:lnTo>
                  <a:lnTo>
                    <a:pt x="646376" y="562396"/>
                  </a:lnTo>
                  <a:lnTo>
                    <a:pt x="682198" y="614410"/>
                  </a:lnTo>
                  <a:lnTo>
                    <a:pt x="717954" y="666293"/>
                  </a:lnTo>
                  <a:lnTo>
                    <a:pt x="753243" y="717227"/>
                  </a:lnTo>
                  <a:lnTo>
                    <a:pt x="787698" y="766456"/>
                  </a:lnTo>
                  <a:lnTo>
                    <a:pt x="821018" y="813330"/>
                  </a:lnTo>
                  <a:lnTo>
                    <a:pt x="852987" y="857338"/>
                  </a:lnTo>
                  <a:lnTo>
                    <a:pt x="883492" y="898125"/>
                  </a:lnTo>
                  <a:lnTo>
                    <a:pt x="912525" y="935493"/>
                  </a:lnTo>
                  <a:lnTo>
                    <a:pt x="940185" y="969392"/>
                  </a:lnTo>
                  <a:lnTo>
                    <a:pt x="958487" y="990697"/>
                  </a:lnTo>
                  <a:lnTo>
                    <a:pt x="996306" y="1031132"/>
                  </a:lnTo>
                  <a:lnTo>
                    <a:pt x="1033006" y="1064638"/>
                  </a:lnTo>
                  <a:lnTo>
                    <a:pt x="1070097" y="1092233"/>
                  </a:lnTo>
                  <a:lnTo>
                    <a:pt x="1109113" y="1115070"/>
                  </a:lnTo>
                  <a:lnTo>
                    <a:pt x="1151095" y="1134071"/>
                  </a:lnTo>
                  <a:lnTo>
                    <a:pt x="1195987" y="1149794"/>
                  </a:lnTo>
                  <a:lnTo>
                    <a:pt x="1241927" y="1162424"/>
                  </a:lnTo>
                  <a:lnTo>
                    <a:pt x="1284892" y="1171893"/>
                  </a:lnTo>
                  <a:lnTo>
                    <a:pt x="1319584" y="1178155"/>
                  </a:lnTo>
                  <a:lnTo>
                    <a:pt x="1341898" y="1181514"/>
                  </a:lnTo>
                  <a:lnTo>
                    <a:pt x="1351598" y="1182750"/>
                  </a:lnTo>
                  <a:lnTo>
                    <a:pt x="1353158" y="1182922"/>
                  </a:lnTo>
                  <a:lnTo>
                    <a:pt x="1353158" y="1153349"/>
                  </a:lnTo>
                  <a:lnTo>
                    <a:pt x="1351603" y="1153177"/>
                  </a:lnTo>
                  <a:lnTo>
                    <a:pt x="1341915" y="1151943"/>
                  </a:lnTo>
                  <a:lnTo>
                    <a:pt x="1319616" y="1148587"/>
                  </a:lnTo>
                  <a:lnTo>
                    <a:pt x="1284936" y="1142329"/>
                  </a:lnTo>
                  <a:lnTo>
                    <a:pt x="1241977" y="1132863"/>
                  </a:lnTo>
                  <a:lnTo>
                    <a:pt x="1196039" y="1120237"/>
                  </a:lnTo>
                  <a:lnTo>
                    <a:pt x="1151144" y="1104517"/>
                  </a:lnTo>
                  <a:lnTo>
                    <a:pt x="1109159" y="1085520"/>
                  </a:lnTo>
                  <a:lnTo>
                    <a:pt x="1070140" y="1062688"/>
                  </a:lnTo>
                  <a:lnTo>
                    <a:pt x="1033047" y="1035099"/>
                  </a:lnTo>
                  <a:lnTo>
                    <a:pt x="996348" y="1001600"/>
                  </a:lnTo>
                  <a:lnTo>
                    <a:pt x="958487" y="961124"/>
                  </a:lnTo>
                  <a:lnTo>
                    <a:pt x="931654" y="929566"/>
                  </a:lnTo>
                  <a:lnTo>
                    <a:pt x="903581" y="894583"/>
                  </a:lnTo>
                  <a:lnTo>
                    <a:pt x="874093" y="856132"/>
                  </a:lnTo>
                  <a:lnTo>
                    <a:pt x="843123" y="814307"/>
                  </a:lnTo>
                  <a:lnTo>
                    <a:pt x="810713" y="769355"/>
                  </a:lnTo>
                  <a:lnTo>
                    <a:pt x="777010" y="721681"/>
                  </a:lnTo>
                  <a:lnTo>
                    <a:pt x="742258" y="671842"/>
                  </a:lnTo>
                  <a:lnTo>
                    <a:pt x="706781" y="620525"/>
                  </a:lnTo>
                  <a:lnTo>
                    <a:pt x="670959" y="568511"/>
                  </a:lnTo>
                  <a:lnTo>
                    <a:pt x="635203" y="516629"/>
                  </a:lnTo>
                  <a:lnTo>
                    <a:pt x="599914" y="465694"/>
                  </a:lnTo>
                  <a:lnTo>
                    <a:pt x="565459" y="416465"/>
                  </a:lnTo>
                  <a:lnTo>
                    <a:pt x="532140" y="369591"/>
                  </a:lnTo>
                  <a:lnTo>
                    <a:pt x="500170" y="325583"/>
                  </a:lnTo>
                  <a:lnTo>
                    <a:pt x="469665" y="284796"/>
                  </a:lnTo>
                  <a:lnTo>
                    <a:pt x="440632" y="247428"/>
                  </a:lnTo>
                  <a:lnTo>
                    <a:pt x="412972" y="213529"/>
                  </a:lnTo>
                  <a:lnTo>
                    <a:pt x="394671" y="192224"/>
                  </a:lnTo>
                  <a:lnTo>
                    <a:pt x="356851" y="151790"/>
                  </a:lnTo>
                  <a:lnTo>
                    <a:pt x="320152" y="118283"/>
                  </a:lnTo>
                  <a:lnTo>
                    <a:pt x="283060" y="90688"/>
                  </a:lnTo>
                  <a:lnTo>
                    <a:pt x="244044" y="67851"/>
                  </a:lnTo>
                  <a:lnTo>
                    <a:pt x="202062" y="48850"/>
                  </a:lnTo>
                  <a:lnTo>
                    <a:pt x="157170" y="33127"/>
                  </a:lnTo>
                  <a:lnTo>
                    <a:pt x="111231" y="20497"/>
                  </a:lnTo>
                  <a:lnTo>
                    <a:pt x="68266" y="11028"/>
                  </a:lnTo>
                  <a:lnTo>
                    <a:pt x="33573" y="4766"/>
                  </a:lnTo>
                  <a:lnTo>
                    <a:pt x="11260" y="1408"/>
                  </a:lnTo>
                  <a:lnTo>
                    <a:pt x="1559" y="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4228386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4257960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5559174"/>
              <a:ext cx="1353158" cy="857618"/>
            </a:xfrm>
            <a:custGeom>
              <a:avLst/>
              <a:pathLst>
                <a:path w="1353158" h="857618">
                  <a:moveTo>
                    <a:pt x="0" y="29573"/>
                  </a:moveTo>
                  <a:lnTo>
                    <a:pt x="1668" y="29705"/>
                  </a:lnTo>
                  <a:lnTo>
                    <a:pt x="12029" y="30659"/>
                  </a:lnTo>
                  <a:lnTo>
                    <a:pt x="35717" y="33248"/>
                  </a:lnTo>
                  <a:lnTo>
                    <a:pt x="72180" y="38052"/>
                  </a:lnTo>
                  <a:lnTo>
                    <a:pt x="116787" y="45278"/>
                  </a:lnTo>
                  <a:lnTo>
                    <a:pt x="163901" y="54876"/>
                  </a:lnTo>
                  <a:lnTo>
                    <a:pt x="209494" y="66811"/>
                  </a:lnTo>
                  <a:lnTo>
                    <a:pt x="251915" y="81270"/>
                  </a:lnTo>
                  <a:lnTo>
                    <a:pt x="291372" y="98739"/>
                  </a:lnTo>
                  <a:lnTo>
                    <a:pt x="329141" y="119977"/>
                  </a:lnTo>
                  <a:lnTo>
                    <a:pt x="366910" y="145887"/>
                  </a:lnTo>
                  <a:lnTo>
                    <a:pt x="394671" y="167580"/>
                  </a:lnTo>
                  <a:lnTo>
                    <a:pt x="424230" y="192618"/>
                  </a:lnTo>
                  <a:lnTo>
                    <a:pt x="455313" y="220635"/>
                  </a:lnTo>
                  <a:lnTo>
                    <a:pt x="488130" y="251652"/>
                  </a:lnTo>
                  <a:lnTo>
                    <a:pt x="522734" y="285544"/>
                  </a:lnTo>
                  <a:lnTo>
                    <a:pt x="559020" y="322023"/>
                  </a:lnTo>
                  <a:lnTo>
                    <a:pt x="596734" y="360638"/>
                  </a:lnTo>
                  <a:lnTo>
                    <a:pt x="635492" y="400786"/>
                  </a:lnTo>
                  <a:lnTo>
                    <a:pt x="674810" y="441750"/>
                  </a:lnTo>
                  <a:lnTo>
                    <a:pt x="714152" y="482750"/>
                  </a:lnTo>
                  <a:lnTo>
                    <a:pt x="752980" y="523002"/>
                  </a:lnTo>
                  <a:lnTo>
                    <a:pt x="790805" y="561781"/>
                  </a:lnTo>
                  <a:lnTo>
                    <a:pt x="827232" y="598473"/>
                  </a:lnTo>
                  <a:lnTo>
                    <a:pt x="861994" y="632611"/>
                  </a:lnTo>
                  <a:lnTo>
                    <a:pt x="894971" y="663893"/>
                  </a:lnTo>
                  <a:lnTo>
                    <a:pt x="926203" y="692181"/>
                  </a:lnTo>
                  <a:lnTo>
                    <a:pt x="955887" y="717482"/>
                  </a:lnTo>
                  <a:lnTo>
                    <a:pt x="958487" y="719611"/>
                  </a:lnTo>
                  <a:lnTo>
                    <a:pt x="997220" y="749292"/>
                  </a:lnTo>
                  <a:lnTo>
                    <a:pt x="1034814" y="773767"/>
                  </a:lnTo>
                  <a:lnTo>
                    <a:pt x="1072903" y="793830"/>
                  </a:lnTo>
                  <a:lnTo>
                    <a:pt x="1113115" y="810364"/>
                  </a:lnTo>
                  <a:lnTo>
                    <a:pt x="1156495" y="824061"/>
                  </a:lnTo>
                  <a:lnTo>
                    <a:pt x="1202796" y="835317"/>
                  </a:lnTo>
                  <a:lnTo>
                    <a:pt x="1249702" y="844241"/>
                  </a:lnTo>
                  <a:lnTo>
                    <a:pt x="1292562" y="850768"/>
                  </a:lnTo>
                  <a:lnTo>
                    <a:pt x="1325691" y="854897"/>
                  </a:lnTo>
                  <a:lnTo>
                    <a:pt x="1345367" y="856940"/>
                  </a:lnTo>
                  <a:lnTo>
                    <a:pt x="1352538" y="857571"/>
                  </a:lnTo>
                  <a:lnTo>
                    <a:pt x="1353158" y="857618"/>
                  </a:lnTo>
                  <a:lnTo>
                    <a:pt x="1353158" y="828045"/>
                  </a:lnTo>
                  <a:lnTo>
                    <a:pt x="1351489" y="827913"/>
                  </a:lnTo>
                  <a:lnTo>
                    <a:pt x="1341128" y="826959"/>
                  </a:lnTo>
                  <a:lnTo>
                    <a:pt x="1317441" y="824370"/>
                  </a:lnTo>
                  <a:lnTo>
                    <a:pt x="1280977" y="819566"/>
                  </a:lnTo>
                  <a:lnTo>
                    <a:pt x="1236370" y="812340"/>
                  </a:lnTo>
                  <a:lnTo>
                    <a:pt x="1189257" y="802742"/>
                  </a:lnTo>
                  <a:lnTo>
                    <a:pt x="1143663" y="790806"/>
                  </a:lnTo>
                  <a:lnTo>
                    <a:pt x="1101242" y="776347"/>
                  </a:lnTo>
                  <a:lnTo>
                    <a:pt x="1061785" y="758879"/>
                  </a:lnTo>
                  <a:lnTo>
                    <a:pt x="1024017" y="737641"/>
                  </a:lnTo>
                  <a:lnTo>
                    <a:pt x="986247" y="711731"/>
                  </a:lnTo>
                  <a:lnTo>
                    <a:pt x="958487" y="690037"/>
                  </a:lnTo>
                  <a:lnTo>
                    <a:pt x="928927" y="664999"/>
                  </a:lnTo>
                  <a:lnTo>
                    <a:pt x="897844" y="636982"/>
                  </a:lnTo>
                  <a:lnTo>
                    <a:pt x="865027" y="605965"/>
                  </a:lnTo>
                  <a:lnTo>
                    <a:pt x="830423" y="572073"/>
                  </a:lnTo>
                  <a:lnTo>
                    <a:pt x="794137" y="535594"/>
                  </a:lnTo>
                  <a:lnTo>
                    <a:pt x="756423" y="496980"/>
                  </a:lnTo>
                  <a:lnTo>
                    <a:pt x="717666" y="456832"/>
                  </a:lnTo>
                  <a:lnTo>
                    <a:pt x="678348" y="415867"/>
                  </a:lnTo>
                  <a:lnTo>
                    <a:pt x="639005" y="374867"/>
                  </a:lnTo>
                  <a:lnTo>
                    <a:pt x="600177" y="334616"/>
                  </a:lnTo>
                  <a:lnTo>
                    <a:pt x="562352" y="295837"/>
                  </a:lnTo>
                  <a:lnTo>
                    <a:pt x="525925" y="259145"/>
                  </a:lnTo>
                  <a:lnTo>
                    <a:pt x="491163" y="225007"/>
                  </a:lnTo>
                  <a:lnTo>
                    <a:pt x="458186" y="193724"/>
                  </a:lnTo>
                  <a:lnTo>
                    <a:pt x="426954" y="165437"/>
                  </a:lnTo>
                  <a:lnTo>
                    <a:pt x="397270" y="140136"/>
                  </a:lnTo>
                  <a:lnTo>
                    <a:pt x="394671" y="138007"/>
                  </a:lnTo>
                  <a:lnTo>
                    <a:pt x="355937" y="108326"/>
                  </a:lnTo>
                  <a:lnTo>
                    <a:pt x="318344" y="83851"/>
                  </a:lnTo>
                  <a:lnTo>
                    <a:pt x="280255" y="63788"/>
                  </a:lnTo>
                  <a:lnTo>
                    <a:pt x="240042" y="47253"/>
                  </a:lnTo>
                  <a:lnTo>
                    <a:pt x="196663" y="33557"/>
                  </a:lnTo>
                  <a:lnTo>
                    <a:pt x="150361" y="22301"/>
                  </a:lnTo>
                  <a:lnTo>
                    <a:pt x="103455" y="13377"/>
                  </a:lnTo>
                  <a:lnTo>
                    <a:pt x="60595" y="6850"/>
                  </a:lnTo>
                  <a:lnTo>
                    <a:pt x="27466" y="2721"/>
                  </a:lnTo>
                  <a:lnTo>
                    <a:pt x="7790" y="678"/>
                  </a:lnTo>
                  <a:lnTo>
                    <a:pt x="619" y="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5381736"/>
              <a:ext cx="1353158" cy="650607"/>
            </a:xfrm>
            <a:custGeom>
              <a:avLst/>
              <a:pathLst>
                <a:path w="1353158" h="650607">
                  <a:moveTo>
                    <a:pt x="0" y="29573"/>
                  </a:moveTo>
                  <a:lnTo>
                    <a:pt x="1729" y="29676"/>
                  </a:lnTo>
                  <a:lnTo>
                    <a:pt x="12443" y="30418"/>
                  </a:lnTo>
                  <a:lnTo>
                    <a:pt x="36853" y="32430"/>
                  </a:lnTo>
                  <a:lnTo>
                    <a:pt x="74230" y="36156"/>
                  </a:lnTo>
                  <a:lnTo>
                    <a:pt x="119661" y="41743"/>
                  </a:lnTo>
                  <a:lnTo>
                    <a:pt x="167347" y="49149"/>
                  </a:lnTo>
                  <a:lnTo>
                    <a:pt x="213274" y="58356"/>
                  </a:lnTo>
                  <a:lnTo>
                    <a:pt x="255909" y="69526"/>
                  </a:lnTo>
                  <a:lnTo>
                    <a:pt x="295602" y="83057"/>
                  </a:lnTo>
                  <a:lnTo>
                    <a:pt x="333746" y="99561"/>
                  </a:lnTo>
                  <a:lnTo>
                    <a:pt x="372104" y="119736"/>
                  </a:lnTo>
                  <a:lnTo>
                    <a:pt x="394671" y="133078"/>
                  </a:lnTo>
                  <a:lnTo>
                    <a:pt x="426113" y="153096"/>
                  </a:lnTo>
                  <a:lnTo>
                    <a:pt x="459292" y="175637"/>
                  </a:lnTo>
                  <a:lnTo>
                    <a:pt x="494442" y="200709"/>
                  </a:lnTo>
                  <a:lnTo>
                    <a:pt x="531597" y="228176"/>
                  </a:lnTo>
                  <a:lnTo>
                    <a:pt x="570592" y="257750"/>
                  </a:lnTo>
                  <a:lnTo>
                    <a:pt x="611076" y="288982"/>
                  </a:lnTo>
                  <a:lnTo>
                    <a:pt x="652543" y="321295"/>
                  </a:lnTo>
                  <a:lnTo>
                    <a:pt x="694384" y="354014"/>
                  </a:lnTo>
                  <a:lnTo>
                    <a:pt x="735947" y="386432"/>
                  </a:lnTo>
                  <a:lnTo>
                    <a:pt x="776613" y="417865"/>
                  </a:lnTo>
                  <a:lnTo>
                    <a:pt x="815856" y="447718"/>
                  </a:lnTo>
                  <a:lnTo>
                    <a:pt x="853301" y="475522"/>
                  </a:lnTo>
                  <a:lnTo>
                    <a:pt x="888753" y="500963"/>
                  </a:lnTo>
                  <a:lnTo>
                    <a:pt x="922215" y="523884"/>
                  </a:lnTo>
                  <a:lnTo>
                    <a:pt x="953893" y="544273"/>
                  </a:lnTo>
                  <a:lnTo>
                    <a:pt x="958487" y="547101"/>
                  </a:lnTo>
                  <a:lnTo>
                    <a:pt x="997686" y="569610"/>
                  </a:lnTo>
                  <a:lnTo>
                    <a:pt x="1035736" y="588125"/>
                  </a:lnTo>
                  <a:lnTo>
                    <a:pt x="1074338" y="603266"/>
                  </a:lnTo>
                  <a:lnTo>
                    <a:pt x="1115169" y="615718"/>
                  </a:lnTo>
                  <a:lnTo>
                    <a:pt x="1159266" y="626008"/>
                  </a:lnTo>
                  <a:lnTo>
                    <a:pt x="1206277" y="634434"/>
                  </a:lnTo>
                  <a:lnTo>
                    <a:pt x="1253628" y="641066"/>
                  </a:lnTo>
                  <a:lnTo>
                    <a:pt x="1296336" y="645852"/>
                  </a:lnTo>
                  <a:lnTo>
                    <a:pt x="1328557" y="648805"/>
                  </a:lnTo>
                  <a:lnTo>
                    <a:pt x="1346845" y="650201"/>
                  </a:lnTo>
                  <a:lnTo>
                    <a:pt x="1352824" y="650588"/>
                  </a:lnTo>
                  <a:lnTo>
                    <a:pt x="1353158" y="650607"/>
                  </a:lnTo>
                  <a:lnTo>
                    <a:pt x="1353158" y="621034"/>
                  </a:lnTo>
                  <a:lnTo>
                    <a:pt x="1351429" y="620931"/>
                  </a:lnTo>
                  <a:lnTo>
                    <a:pt x="1340714" y="620188"/>
                  </a:lnTo>
                  <a:lnTo>
                    <a:pt x="1316304" y="618176"/>
                  </a:lnTo>
                  <a:lnTo>
                    <a:pt x="1278928" y="614450"/>
                  </a:lnTo>
                  <a:lnTo>
                    <a:pt x="1233496" y="608863"/>
                  </a:lnTo>
                  <a:lnTo>
                    <a:pt x="1185810" y="601457"/>
                  </a:lnTo>
                  <a:lnTo>
                    <a:pt x="1139883" y="592250"/>
                  </a:lnTo>
                  <a:lnTo>
                    <a:pt x="1097248" y="581081"/>
                  </a:lnTo>
                  <a:lnTo>
                    <a:pt x="1057555" y="567549"/>
                  </a:lnTo>
                  <a:lnTo>
                    <a:pt x="1019412" y="551045"/>
                  </a:lnTo>
                  <a:lnTo>
                    <a:pt x="981053" y="530871"/>
                  </a:lnTo>
                  <a:lnTo>
                    <a:pt x="958487" y="517528"/>
                  </a:lnTo>
                  <a:lnTo>
                    <a:pt x="927044" y="497510"/>
                  </a:lnTo>
                  <a:lnTo>
                    <a:pt x="893866" y="474969"/>
                  </a:lnTo>
                  <a:lnTo>
                    <a:pt x="858715" y="449898"/>
                  </a:lnTo>
                  <a:lnTo>
                    <a:pt x="821560" y="422430"/>
                  </a:lnTo>
                  <a:lnTo>
                    <a:pt x="782565" y="392857"/>
                  </a:lnTo>
                  <a:lnTo>
                    <a:pt x="742082" y="361624"/>
                  </a:lnTo>
                  <a:lnTo>
                    <a:pt x="700614" y="329311"/>
                  </a:lnTo>
                  <a:lnTo>
                    <a:pt x="658774" y="296592"/>
                  </a:lnTo>
                  <a:lnTo>
                    <a:pt x="617210" y="264174"/>
                  </a:lnTo>
                  <a:lnTo>
                    <a:pt x="576545" y="232741"/>
                  </a:lnTo>
                  <a:lnTo>
                    <a:pt x="537301" y="202889"/>
                  </a:lnTo>
                  <a:lnTo>
                    <a:pt x="499857" y="175085"/>
                  </a:lnTo>
                  <a:lnTo>
                    <a:pt x="464405" y="149643"/>
                  </a:lnTo>
                  <a:lnTo>
                    <a:pt x="430942" y="126722"/>
                  </a:lnTo>
                  <a:lnTo>
                    <a:pt x="399264" y="106334"/>
                  </a:lnTo>
                  <a:lnTo>
                    <a:pt x="394671" y="103505"/>
                  </a:lnTo>
                  <a:lnTo>
                    <a:pt x="355472" y="80996"/>
                  </a:lnTo>
                  <a:lnTo>
                    <a:pt x="317421" y="62481"/>
                  </a:lnTo>
                  <a:lnTo>
                    <a:pt x="278819" y="47341"/>
                  </a:lnTo>
                  <a:lnTo>
                    <a:pt x="237989" y="34889"/>
                  </a:lnTo>
                  <a:lnTo>
                    <a:pt x="193891" y="24598"/>
                  </a:lnTo>
                  <a:lnTo>
                    <a:pt x="146880" y="16172"/>
                  </a:lnTo>
                  <a:lnTo>
                    <a:pt x="99530" y="9540"/>
                  </a:lnTo>
                  <a:lnTo>
                    <a:pt x="56822" y="4755"/>
                  </a:lnTo>
                  <a:lnTo>
                    <a:pt x="24600" y="1801"/>
                  </a:lnTo>
                  <a:lnTo>
                    <a:pt x="6313" y="405"/>
                  </a:lnTo>
                  <a:lnTo>
                    <a:pt x="333" y="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5293016"/>
              <a:ext cx="1353158" cy="177438"/>
            </a:xfrm>
            <a:custGeom>
              <a:avLst/>
              <a:pathLst>
                <a:path w="1353158" h="177438">
                  <a:moveTo>
                    <a:pt x="0" y="29573"/>
                  </a:moveTo>
                  <a:lnTo>
                    <a:pt x="1809" y="29598"/>
                  </a:lnTo>
                  <a:lnTo>
                    <a:pt x="12994" y="29784"/>
                  </a:lnTo>
                  <a:lnTo>
                    <a:pt x="38357" y="30285"/>
                  </a:lnTo>
                  <a:lnTo>
                    <a:pt x="76923" y="31211"/>
                  </a:lnTo>
                  <a:lnTo>
                    <a:pt x="123410" y="32594"/>
                  </a:lnTo>
                  <a:lnTo>
                    <a:pt x="171812" y="34423"/>
                  </a:lnTo>
                  <a:lnTo>
                    <a:pt x="218152" y="36695"/>
                  </a:lnTo>
                  <a:lnTo>
                    <a:pt x="261060" y="39458"/>
                  </a:lnTo>
                  <a:lnTo>
                    <a:pt x="301074" y="42818"/>
                  </a:lnTo>
                  <a:lnTo>
                    <a:pt x="339739" y="46932"/>
                  </a:lnTo>
                  <a:lnTo>
                    <a:pt x="378906" y="51973"/>
                  </a:lnTo>
                  <a:lnTo>
                    <a:pt x="394671" y="54217"/>
                  </a:lnTo>
                  <a:lnTo>
                    <a:pt x="429526" y="59520"/>
                  </a:lnTo>
                  <a:lnTo>
                    <a:pt x="466540" y="65560"/>
                  </a:lnTo>
                  <a:lnTo>
                    <a:pt x="505988" y="72330"/>
                  </a:lnTo>
                  <a:lnTo>
                    <a:pt x="547844" y="79775"/>
                  </a:lnTo>
                  <a:lnTo>
                    <a:pt x="591789" y="87782"/>
                  </a:lnTo>
                  <a:lnTo>
                    <a:pt x="637246" y="96186"/>
                  </a:lnTo>
                  <a:lnTo>
                    <a:pt x="683441" y="104783"/>
                  </a:lnTo>
                  <a:lnTo>
                    <a:pt x="729505" y="113346"/>
                  </a:lnTo>
                  <a:lnTo>
                    <a:pt x="774587" y="121653"/>
                  </a:lnTo>
                  <a:lnTo>
                    <a:pt x="817963" y="129508"/>
                  </a:lnTo>
                  <a:lnTo>
                    <a:pt x="859125" y="136762"/>
                  </a:lnTo>
                  <a:lnTo>
                    <a:pt x="897841" y="143319"/>
                  </a:lnTo>
                  <a:lnTo>
                    <a:pt x="934172" y="149138"/>
                  </a:lnTo>
                  <a:lnTo>
                    <a:pt x="958487" y="152794"/>
                  </a:lnTo>
                  <a:lnTo>
                    <a:pt x="998291" y="158230"/>
                  </a:lnTo>
                  <a:lnTo>
                    <a:pt x="1036937" y="162686"/>
                  </a:lnTo>
                  <a:lnTo>
                    <a:pt x="1076209" y="166320"/>
                  </a:lnTo>
                  <a:lnTo>
                    <a:pt x="1117850" y="169300"/>
                  </a:lnTo>
                  <a:lnTo>
                    <a:pt x="1162887" y="171755"/>
                  </a:lnTo>
                  <a:lnTo>
                    <a:pt x="1210807" y="173755"/>
                  </a:lnTo>
                  <a:lnTo>
                    <a:pt x="1258682" y="175314"/>
                  </a:lnTo>
                  <a:lnTo>
                    <a:pt x="1301091" y="176418"/>
                  </a:lnTo>
                  <a:lnTo>
                    <a:pt x="1332027" y="177076"/>
                  </a:lnTo>
                  <a:lnTo>
                    <a:pt x="1348487" y="177368"/>
                  </a:lnTo>
                  <a:lnTo>
                    <a:pt x="1353158" y="177438"/>
                  </a:lnTo>
                  <a:lnTo>
                    <a:pt x="1353158" y="147865"/>
                  </a:lnTo>
                  <a:lnTo>
                    <a:pt x="1351348" y="147839"/>
                  </a:lnTo>
                  <a:lnTo>
                    <a:pt x="1340164" y="147654"/>
                  </a:lnTo>
                  <a:lnTo>
                    <a:pt x="1314800" y="147152"/>
                  </a:lnTo>
                  <a:lnTo>
                    <a:pt x="1276234" y="146226"/>
                  </a:lnTo>
                  <a:lnTo>
                    <a:pt x="1229747" y="144843"/>
                  </a:lnTo>
                  <a:lnTo>
                    <a:pt x="1181345" y="143015"/>
                  </a:lnTo>
                  <a:lnTo>
                    <a:pt x="1135005" y="140742"/>
                  </a:lnTo>
                  <a:lnTo>
                    <a:pt x="1092097" y="137979"/>
                  </a:lnTo>
                  <a:lnTo>
                    <a:pt x="1052084" y="134619"/>
                  </a:lnTo>
                  <a:lnTo>
                    <a:pt x="1013418" y="130505"/>
                  </a:lnTo>
                  <a:lnTo>
                    <a:pt x="974251" y="125464"/>
                  </a:lnTo>
                  <a:lnTo>
                    <a:pt x="958487" y="123221"/>
                  </a:lnTo>
                  <a:lnTo>
                    <a:pt x="923632" y="117917"/>
                  </a:lnTo>
                  <a:lnTo>
                    <a:pt x="886618" y="111878"/>
                  </a:lnTo>
                  <a:lnTo>
                    <a:pt x="847169" y="105107"/>
                  </a:lnTo>
                  <a:lnTo>
                    <a:pt x="805313" y="97663"/>
                  </a:lnTo>
                  <a:lnTo>
                    <a:pt x="761368" y="89656"/>
                  </a:lnTo>
                  <a:lnTo>
                    <a:pt x="715911" y="81251"/>
                  </a:lnTo>
                  <a:lnTo>
                    <a:pt x="669716" y="72654"/>
                  </a:lnTo>
                  <a:lnTo>
                    <a:pt x="623652" y="64091"/>
                  </a:lnTo>
                  <a:lnTo>
                    <a:pt x="578570" y="55785"/>
                  </a:lnTo>
                  <a:lnTo>
                    <a:pt x="535195" y="47929"/>
                  </a:lnTo>
                  <a:lnTo>
                    <a:pt x="494032" y="40675"/>
                  </a:lnTo>
                  <a:lnTo>
                    <a:pt x="455316" y="34118"/>
                  </a:lnTo>
                  <a:lnTo>
                    <a:pt x="418985" y="28299"/>
                  </a:lnTo>
                  <a:lnTo>
                    <a:pt x="394671" y="24644"/>
                  </a:lnTo>
                  <a:lnTo>
                    <a:pt x="354866" y="19208"/>
                  </a:lnTo>
                  <a:lnTo>
                    <a:pt x="316221" y="14751"/>
                  </a:lnTo>
                  <a:lnTo>
                    <a:pt x="276948" y="11118"/>
                  </a:lnTo>
                  <a:lnTo>
                    <a:pt x="235307" y="8138"/>
                  </a:lnTo>
                  <a:lnTo>
                    <a:pt x="190270" y="5682"/>
                  </a:lnTo>
                  <a:lnTo>
                    <a:pt x="142350" y="3682"/>
                  </a:lnTo>
                  <a:lnTo>
                    <a:pt x="94475" y="2123"/>
                  </a:lnTo>
                  <a:lnTo>
                    <a:pt x="52066" y="1020"/>
                  </a:lnTo>
                  <a:lnTo>
                    <a:pt x="21130" y="361"/>
                  </a:lnTo>
                  <a:lnTo>
                    <a:pt x="4671" y="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5588747"/>
              <a:ext cx="1353158" cy="857618"/>
            </a:xfrm>
            <a:custGeom>
              <a:avLst/>
              <a:pathLst>
                <a:path w="1353158" h="857618">
                  <a:moveTo>
                    <a:pt x="0" y="29573"/>
                  </a:moveTo>
                  <a:lnTo>
                    <a:pt x="1668" y="29705"/>
                  </a:lnTo>
                  <a:lnTo>
                    <a:pt x="12029" y="30659"/>
                  </a:lnTo>
                  <a:lnTo>
                    <a:pt x="35717" y="33248"/>
                  </a:lnTo>
                  <a:lnTo>
                    <a:pt x="72180" y="38052"/>
                  </a:lnTo>
                  <a:lnTo>
                    <a:pt x="116787" y="45278"/>
                  </a:lnTo>
                  <a:lnTo>
                    <a:pt x="163901" y="54876"/>
                  </a:lnTo>
                  <a:lnTo>
                    <a:pt x="209494" y="66811"/>
                  </a:lnTo>
                  <a:lnTo>
                    <a:pt x="251915" y="81270"/>
                  </a:lnTo>
                  <a:lnTo>
                    <a:pt x="291372" y="98739"/>
                  </a:lnTo>
                  <a:lnTo>
                    <a:pt x="329141" y="119977"/>
                  </a:lnTo>
                  <a:lnTo>
                    <a:pt x="366910" y="145887"/>
                  </a:lnTo>
                  <a:lnTo>
                    <a:pt x="394671" y="167580"/>
                  </a:lnTo>
                  <a:lnTo>
                    <a:pt x="424230" y="192618"/>
                  </a:lnTo>
                  <a:lnTo>
                    <a:pt x="455313" y="220635"/>
                  </a:lnTo>
                  <a:lnTo>
                    <a:pt x="488130" y="251652"/>
                  </a:lnTo>
                  <a:lnTo>
                    <a:pt x="522734" y="285544"/>
                  </a:lnTo>
                  <a:lnTo>
                    <a:pt x="559020" y="322023"/>
                  </a:lnTo>
                  <a:lnTo>
                    <a:pt x="596734" y="360638"/>
                  </a:lnTo>
                  <a:lnTo>
                    <a:pt x="635492" y="400786"/>
                  </a:lnTo>
                  <a:lnTo>
                    <a:pt x="674810" y="441750"/>
                  </a:lnTo>
                  <a:lnTo>
                    <a:pt x="714152" y="482750"/>
                  </a:lnTo>
                  <a:lnTo>
                    <a:pt x="752980" y="523002"/>
                  </a:lnTo>
                  <a:lnTo>
                    <a:pt x="790805" y="561781"/>
                  </a:lnTo>
                  <a:lnTo>
                    <a:pt x="827232" y="598473"/>
                  </a:lnTo>
                  <a:lnTo>
                    <a:pt x="861994" y="632611"/>
                  </a:lnTo>
                  <a:lnTo>
                    <a:pt x="894971" y="663893"/>
                  </a:lnTo>
                  <a:lnTo>
                    <a:pt x="926203" y="692181"/>
                  </a:lnTo>
                  <a:lnTo>
                    <a:pt x="955887" y="717482"/>
                  </a:lnTo>
                  <a:lnTo>
                    <a:pt x="958487" y="719611"/>
                  </a:lnTo>
                  <a:lnTo>
                    <a:pt x="997220" y="749292"/>
                  </a:lnTo>
                  <a:lnTo>
                    <a:pt x="1034814" y="773767"/>
                  </a:lnTo>
                  <a:lnTo>
                    <a:pt x="1072903" y="793830"/>
                  </a:lnTo>
                  <a:lnTo>
                    <a:pt x="1113115" y="810364"/>
                  </a:lnTo>
                  <a:lnTo>
                    <a:pt x="1156495" y="824061"/>
                  </a:lnTo>
                  <a:lnTo>
                    <a:pt x="1202796" y="835317"/>
                  </a:lnTo>
                  <a:lnTo>
                    <a:pt x="1249702" y="844241"/>
                  </a:lnTo>
                  <a:lnTo>
                    <a:pt x="1292562" y="850768"/>
                  </a:lnTo>
                  <a:lnTo>
                    <a:pt x="1325691" y="854897"/>
                  </a:lnTo>
                  <a:lnTo>
                    <a:pt x="1345367" y="856940"/>
                  </a:lnTo>
                  <a:lnTo>
                    <a:pt x="1352538" y="857571"/>
                  </a:lnTo>
                  <a:lnTo>
                    <a:pt x="1353158" y="857618"/>
                  </a:lnTo>
                  <a:lnTo>
                    <a:pt x="1353158" y="828045"/>
                  </a:lnTo>
                  <a:lnTo>
                    <a:pt x="1351489" y="827913"/>
                  </a:lnTo>
                  <a:lnTo>
                    <a:pt x="1341128" y="826959"/>
                  </a:lnTo>
                  <a:lnTo>
                    <a:pt x="1317441" y="824370"/>
                  </a:lnTo>
                  <a:lnTo>
                    <a:pt x="1280977" y="819566"/>
                  </a:lnTo>
                  <a:lnTo>
                    <a:pt x="1236370" y="812340"/>
                  </a:lnTo>
                  <a:lnTo>
                    <a:pt x="1189257" y="802742"/>
                  </a:lnTo>
                  <a:lnTo>
                    <a:pt x="1143663" y="790806"/>
                  </a:lnTo>
                  <a:lnTo>
                    <a:pt x="1101242" y="776347"/>
                  </a:lnTo>
                  <a:lnTo>
                    <a:pt x="1061785" y="758879"/>
                  </a:lnTo>
                  <a:lnTo>
                    <a:pt x="1024017" y="737641"/>
                  </a:lnTo>
                  <a:lnTo>
                    <a:pt x="986247" y="711731"/>
                  </a:lnTo>
                  <a:lnTo>
                    <a:pt x="958487" y="690037"/>
                  </a:lnTo>
                  <a:lnTo>
                    <a:pt x="928927" y="664999"/>
                  </a:lnTo>
                  <a:lnTo>
                    <a:pt x="897844" y="636982"/>
                  </a:lnTo>
                  <a:lnTo>
                    <a:pt x="865027" y="605965"/>
                  </a:lnTo>
                  <a:lnTo>
                    <a:pt x="830423" y="572073"/>
                  </a:lnTo>
                  <a:lnTo>
                    <a:pt x="794137" y="535594"/>
                  </a:lnTo>
                  <a:lnTo>
                    <a:pt x="756423" y="496980"/>
                  </a:lnTo>
                  <a:lnTo>
                    <a:pt x="717666" y="456832"/>
                  </a:lnTo>
                  <a:lnTo>
                    <a:pt x="678348" y="415867"/>
                  </a:lnTo>
                  <a:lnTo>
                    <a:pt x="639005" y="374867"/>
                  </a:lnTo>
                  <a:lnTo>
                    <a:pt x="600177" y="334616"/>
                  </a:lnTo>
                  <a:lnTo>
                    <a:pt x="562352" y="295837"/>
                  </a:lnTo>
                  <a:lnTo>
                    <a:pt x="525925" y="259145"/>
                  </a:lnTo>
                  <a:lnTo>
                    <a:pt x="491163" y="225007"/>
                  </a:lnTo>
                  <a:lnTo>
                    <a:pt x="458186" y="193724"/>
                  </a:lnTo>
                  <a:lnTo>
                    <a:pt x="426954" y="165437"/>
                  </a:lnTo>
                  <a:lnTo>
                    <a:pt x="397270" y="140136"/>
                  </a:lnTo>
                  <a:lnTo>
                    <a:pt x="394671" y="138007"/>
                  </a:lnTo>
                  <a:lnTo>
                    <a:pt x="355937" y="108326"/>
                  </a:lnTo>
                  <a:lnTo>
                    <a:pt x="318344" y="83851"/>
                  </a:lnTo>
                  <a:lnTo>
                    <a:pt x="280255" y="63788"/>
                  </a:lnTo>
                  <a:lnTo>
                    <a:pt x="240042" y="47253"/>
                  </a:lnTo>
                  <a:lnTo>
                    <a:pt x="196663" y="33557"/>
                  </a:lnTo>
                  <a:lnTo>
                    <a:pt x="150361" y="22301"/>
                  </a:lnTo>
                  <a:lnTo>
                    <a:pt x="103455" y="13377"/>
                  </a:lnTo>
                  <a:lnTo>
                    <a:pt x="60595" y="6850"/>
                  </a:lnTo>
                  <a:lnTo>
                    <a:pt x="27466" y="2721"/>
                  </a:lnTo>
                  <a:lnTo>
                    <a:pt x="7790" y="678"/>
                  </a:lnTo>
                  <a:lnTo>
                    <a:pt x="619" y="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4583263"/>
              <a:ext cx="1353158" cy="502741"/>
            </a:xfrm>
            <a:custGeom>
              <a:avLst/>
              <a:pathLst>
                <a:path w="1353158" h="502741">
                  <a:moveTo>
                    <a:pt x="0" y="502741"/>
                  </a:moveTo>
                  <a:lnTo>
                    <a:pt x="1763" y="502661"/>
                  </a:lnTo>
                  <a:lnTo>
                    <a:pt x="12681" y="502084"/>
                  </a:lnTo>
                  <a:lnTo>
                    <a:pt x="37504" y="500520"/>
                  </a:lnTo>
                  <a:lnTo>
                    <a:pt x="75397" y="497628"/>
                  </a:lnTo>
                  <a:lnTo>
                    <a:pt x="121291" y="493298"/>
                  </a:lnTo>
                  <a:lnTo>
                    <a:pt x="169292" y="487564"/>
                  </a:lnTo>
                  <a:lnTo>
                    <a:pt x="215401" y="480438"/>
                  </a:lnTo>
                  <a:lnTo>
                    <a:pt x="258156" y="471785"/>
                  </a:lnTo>
                  <a:lnTo>
                    <a:pt x="297986" y="461285"/>
                  </a:lnTo>
                  <a:lnTo>
                    <a:pt x="336352" y="448457"/>
                  </a:lnTo>
                  <a:lnTo>
                    <a:pt x="375056" y="432759"/>
                  </a:lnTo>
                  <a:lnTo>
                    <a:pt x="394671" y="423880"/>
                  </a:lnTo>
                  <a:lnTo>
                    <a:pt x="427422" y="407970"/>
                  </a:lnTo>
                  <a:lnTo>
                    <a:pt x="462066" y="389977"/>
                  </a:lnTo>
                  <a:lnTo>
                    <a:pt x="498855" y="369901"/>
                  </a:lnTo>
                  <a:lnTo>
                    <a:pt x="537802" y="347872"/>
                  </a:lnTo>
                  <a:lnTo>
                    <a:pt x="578692" y="324158"/>
                  </a:lnTo>
                  <a:lnTo>
                    <a:pt x="621093" y="299165"/>
                  </a:lnTo>
                  <a:lnTo>
                    <a:pt x="664406" y="273411"/>
                  </a:lnTo>
                  <a:lnTo>
                    <a:pt x="707924" y="247487"/>
                  </a:lnTo>
                  <a:lnTo>
                    <a:pt x="750918" y="221998"/>
                  </a:lnTo>
                  <a:lnTo>
                    <a:pt x="792717" y="197512"/>
                  </a:lnTo>
                  <a:lnTo>
                    <a:pt x="832791" y="174499"/>
                  </a:lnTo>
                  <a:lnTo>
                    <a:pt x="870800" y="153306"/>
                  </a:lnTo>
                  <a:lnTo>
                    <a:pt x="906627" y="134141"/>
                  </a:lnTo>
                  <a:lnTo>
                    <a:pt x="940391" y="117074"/>
                  </a:lnTo>
                  <a:lnTo>
                    <a:pt x="958487" y="108434"/>
                  </a:lnTo>
                  <a:lnTo>
                    <a:pt x="997949" y="91177"/>
                  </a:lnTo>
                  <a:lnTo>
                    <a:pt x="1036258" y="77003"/>
                  </a:lnTo>
                  <a:lnTo>
                    <a:pt x="1075151" y="65428"/>
                  </a:lnTo>
                  <a:lnTo>
                    <a:pt x="1116334" y="55919"/>
                  </a:lnTo>
                  <a:lnTo>
                    <a:pt x="1160839" y="48071"/>
                  </a:lnTo>
                  <a:lnTo>
                    <a:pt x="1208248" y="41660"/>
                  </a:lnTo>
                  <a:lnTo>
                    <a:pt x="1255834" y="36634"/>
                  </a:lnTo>
                  <a:lnTo>
                    <a:pt x="1298426" y="33037"/>
                  </a:lnTo>
                  <a:lnTo>
                    <a:pt x="1330103" y="30849"/>
                  </a:lnTo>
                  <a:lnTo>
                    <a:pt x="1347597" y="29842"/>
                  </a:lnTo>
                  <a:lnTo>
                    <a:pt x="1352938" y="2958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94" y="80"/>
                  </a:lnTo>
                  <a:lnTo>
                    <a:pt x="1340476" y="657"/>
                  </a:lnTo>
                  <a:lnTo>
                    <a:pt x="1315654" y="2221"/>
                  </a:lnTo>
                  <a:lnTo>
                    <a:pt x="1277760" y="5113"/>
                  </a:lnTo>
                  <a:lnTo>
                    <a:pt x="1231866" y="9443"/>
                  </a:lnTo>
                  <a:lnTo>
                    <a:pt x="1183865" y="15177"/>
                  </a:lnTo>
                  <a:lnTo>
                    <a:pt x="1137756" y="22303"/>
                  </a:lnTo>
                  <a:lnTo>
                    <a:pt x="1095001" y="30956"/>
                  </a:lnTo>
                  <a:lnTo>
                    <a:pt x="1055171" y="41456"/>
                  </a:lnTo>
                  <a:lnTo>
                    <a:pt x="1016805" y="54284"/>
                  </a:lnTo>
                  <a:lnTo>
                    <a:pt x="978101" y="69982"/>
                  </a:lnTo>
                  <a:lnTo>
                    <a:pt x="958487" y="78861"/>
                  </a:lnTo>
                  <a:lnTo>
                    <a:pt x="925735" y="94771"/>
                  </a:lnTo>
                  <a:lnTo>
                    <a:pt x="891091" y="112764"/>
                  </a:lnTo>
                  <a:lnTo>
                    <a:pt x="854302" y="132840"/>
                  </a:lnTo>
                  <a:lnTo>
                    <a:pt x="815355" y="154869"/>
                  </a:lnTo>
                  <a:lnTo>
                    <a:pt x="774466" y="178583"/>
                  </a:lnTo>
                  <a:lnTo>
                    <a:pt x="732064" y="203576"/>
                  </a:lnTo>
                  <a:lnTo>
                    <a:pt x="688751" y="229330"/>
                  </a:lnTo>
                  <a:lnTo>
                    <a:pt x="645233" y="255254"/>
                  </a:lnTo>
                  <a:lnTo>
                    <a:pt x="602239" y="280743"/>
                  </a:lnTo>
                  <a:lnTo>
                    <a:pt x="560440" y="305229"/>
                  </a:lnTo>
                  <a:lnTo>
                    <a:pt x="520366" y="328242"/>
                  </a:lnTo>
                  <a:lnTo>
                    <a:pt x="482357" y="349435"/>
                  </a:lnTo>
                  <a:lnTo>
                    <a:pt x="446530" y="368600"/>
                  </a:lnTo>
                  <a:lnTo>
                    <a:pt x="412766" y="385667"/>
                  </a:lnTo>
                  <a:lnTo>
                    <a:pt x="394671" y="394307"/>
                  </a:lnTo>
                  <a:lnTo>
                    <a:pt x="355208" y="411564"/>
                  </a:lnTo>
                  <a:lnTo>
                    <a:pt x="316899" y="425738"/>
                  </a:lnTo>
                  <a:lnTo>
                    <a:pt x="278006" y="437313"/>
                  </a:lnTo>
                  <a:lnTo>
                    <a:pt x="236824" y="446822"/>
                  </a:lnTo>
                  <a:lnTo>
                    <a:pt x="192318" y="454670"/>
                  </a:lnTo>
                  <a:lnTo>
                    <a:pt x="144910" y="461081"/>
                  </a:lnTo>
                  <a:lnTo>
                    <a:pt x="97323" y="466107"/>
                  </a:lnTo>
                  <a:lnTo>
                    <a:pt x="54731" y="469704"/>
                  </a:lnTo>
                  <a:lnTo>
                    <a:pt x="23054" y="471892"/>
                  </a:lnTo>
                  <a:lnTo>
                    <a:pt x="5560" y="472899"/>
                  </a:lnTo>
                  <a:lnTo>
                    <a:pt x="219" y="473159"/>
                  </a:lnTo>
                  <a:lnTo>
                    <a:pt x="0" y="47316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4612836"/>
              <a:ext cx="1353158" cy="502741"/>
            </a:xfrm>
            <a:custGeom>
              <a:avLst/>
              <a:pathLst>
                <a:path w="1353158" h="502741">
                  <a:moveTo>
                    <a:pt x="0" y="502741"/>
                  </a:moveTo>
                  <a:lnTo>
                    <a:pt x="1763" y="502661"/>
                  </a:lnTo>
                  <a:lnTo>
                    <a:pt x="12681" y="502084"/>
                  </a:lnTo>
                  <a:lnTo>
                    <a:pt x="37504" y="500520"/>
                  </a:lnTo>
                  <a:lnTo>
                    <a:pt x="75397" y="497628"/>
                  </a:lnTo>
                  <a:lnTo>
                    <a:pt x="121291" y="493298"/>
                  </a:lnTo>
                  <a:lnTo>
                    <a:pt x="169292" y="487564"/>
                  </a:lnTo>
                  <a:lnTo>
                    <a:pt x="215401" y="480438"/>
                  </a:lnTo>
                  <a:lnTo>
                    <a:pt x="258156" y="471785"/>
                  </a:lnTo>
                  <a:lnTo>
                    <a:pt x="297986" y="461285"/>
                  </a:lnTo>
                  <a:lnTo>
                    <a:pt x="336352" y="448457"/>
                  </a:lnTo>
                  <a:lnTo>
                    <a:pt x="375056" y="432759"/>
                  </a:lnTo>
                  <a:lnTo>
                    <a:pt x="394671" y="423880"/>
                  </a:lnTo>
                  <a:lnTo>
                    <a:pt x="427422" y="407970"/>
                  </a:lnTo>
                  <a:lnTo>
                    <a:pt x="462066" y="389977"/>
                  </a:lnTo>
                  <a:lnTo>
                    <a:pt x="498855" y="369901"/>
                  </a:lnTo>
                  <a:lnTo>
                    <a:pt x="537802" y="347872"/>
                  </a:lnTo>
                  <a:lnTo>
                    <a:pt x="578692" y="324158"/>
                  </a:lnTo>
                  <a:lnTo>
                    <a:pt x="621093" y="299165"/>
                  </a:lnTo>
                  <a:lnTo>
                    <a:pt x="664406" y="273411"/>
                  </a:lnTo>
                  <a:lnTo>
                    <a:pt x="707924" y="247487"/>
                  </a:lnTo>
                  <a:lnTo>
                    <a:pt x="750918" y="221998"/>
                  </a:lnTo>
                  <a:lnTo>
                    <a:pt x="792717" y="197512"/>
                  </a:lnTo>
                  <a:lnTo>
                    <a:pt x="832791" y="174499"/>
                  </a:lnTo>
                  <a:lnTo>
                    <a:pt x="870800" y="153306"/>
                  </a:lnTo>
                  <a:lnTo>
                    <a:pt x="906627" y="134141"/>
                  </a:lnTo>
                  <a:lnTo>
                    <a:pt x="940391" y="117074"/>
                  </a:lnTo>
                  <a:lnTo>
                    <a:pt x="958487" y="108434"/>
                  </a:lnTo>
                  <a:lnTo>
                    <a:pt x="997949" y="91177"/>
                  </a:lnTo>
                  <a:lnTo>
                    <a:pt x="1036258" y="77003"/>
                  </a:lnTo>
                  <a:lnTo>
                    <a:pt x="1075151" y="65428"/>
                  </a:lnTo>
                  <a:lnTo>
                    <a:pt x="1116334" y="55919"/>
                  </a:lnTo>
                  <a:lnTo>
                    <a:pt x="1160839" y="48071"/>
                  </a:lnTo>
                  <a:lnTo>
                    <a:pt x="1208248" y="41660"/>
                  </a:lnTo>
                  <a:lnTo>
                    <a:pt x="1255834" y="36634"/>
                  </a:lnTo>
                  <a:lnTo>
                    <a:pt x="1298426" y="33037"/>
                  </a:lnTo>
                  <a:lnTo>
                    <a:pt x="1330103" y="30849"/>
                  </a:lnTo>
                  <a:lnTo>
                    <a:pt x="1347597" y="29842"/>
                  </a:lnTo>
                  <a:lnTo>
                    <a:pt x="1352938" y="2958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94" y="80"/>
                  </a:lnTo>
                  <a:lnTo>
                    <a:pt x="1340476" y="657"/>
                  </a:lnTo>
                  <a:lnTo>
                    <a:pt x="1315654" y="2221"/>
                  </a:lnTo>
                  <a:lnTo>
                    <a:pt x="1277760" y="5113"/>
                  </a:lnTo>
                  <a:lnTo>
                    <a:pt x="1231866" y="9443"/>
                  </a:lnTo>
                  <a:lnTo>
                    <a:pt x="1183865" y="15177"/>
                  </a:lnTo>
                  <a:lnTo>
                    <a:pt x="1137756" y="22303"/>
                  </a:lnTo>
                  <a:lnTo>
                    <a:pt x="1095001" y="30956"/>
                  </a:lnTo>
                  <a:lnTo>
                    <a:pt x="1055171" y="41456"/>
                  </a:lnTo>
                  <a:lnTo>
                    <a:pt x="1016805" y="54284"/>
                  </a:lnTo>
                  <a:lnTo>
                    <a:pt x="978101" y="69982"/>
                  </a:lnTo>
                  <a:lnTo>
                    <a:pt x="958487" y="78861"/>
                  </a:lnTo>
                  <a:lnTo>
                    <a:pt x="925735" y="94771"/>
                  </a:lnTo>
                  <a:lnTo>
                    <a:pt x="891091" y="112764"/>
                  </a:lnTo>
                  <a:lnTo>
                    <a:pt x="854302" y="132840"/>
                  </a:lnTo>
                  <a:lnTo>
                    <a:pt x="815355" y="154869"/>
                  </a:lnTo>
                  <a:lnTo>
                    <a:pt x="774466" y="178583"/>
                  </a:lnTo>
                  <a:lnTo>
                    <a:pt x="732064" y="203576"/>
                  </a:lnTo>
                  <a:lnTo>
                    <a:pt x="688751" y="229330"/>
                  </a:lnTo>
                  <a:lnTo>
                    <a:pt x="645233" y="255254"/>
                  </a:lnTo>
                  <a:lnTo>
                    <a:pt x="602239" y="280743"/>
                  </a:lnTo>
                  <a:lnTo>
                    <a:pt x="560440" y="305229"/>
                  </a:lnTo>
                  <a:lnTo>
                    <a:pt x="520366" y="328242"/>
                  </a:lnTo>
                  <a:lnTo>
                    <a:pt x="482357" y="349435"/>
                  </a:lnTo>
                  <a:lnTo>
                    <a:pt x="446530" y="368600"/>
                  </a:lnTo>
                  <a:lnTo>
                    <a:pt x="412766" y="385667"/>
                  </a:lnTo>
                  <a:lnTo>
                    <a:pt x="394671" y="394307"/>
                  </a:lnTo>
                  <a:lnTo>
                    <a:pt x="355208" y="411564"/>
                  </a:lnTo>
                  <a:lnTo>
                    <a:pt x="316899" y="425738"/>
                  </a:lnTo>
                  <a:lnTo>
                    <a:pt x="278006" y="437313"/>
                  </a:lnTo>
                  <a:lnTo>
                    <a:pt x="236824" y="446822"/>
                  </a:lnTo>
                  <a:lnTo>
                    <a:pt x="192318" y="454670"/>
                  </a:lnTo>
                  <a:lnTo>
                    <a:pt x="144910" y="461081"/>
                  </a:lnTo>
                  <a:lnTo>
                    <a:pt x="97323" y="466107"/>
                  </a:lnTo>
                  <a:lnTo>
                    <a:pt x="54731" y="469704"/>
                  </a:lnTo>
                  <a:lnTo>
                    <a:pt x="23054" y="471892"/>
                  </a:lnTo>
                  <a:lnTo>
                    <a:pt x="5560" y="472899"/>
                  </a:lnTo>
                  <a:lnTo>
                    <a:pt x="219" y="473159"/>
                  </a:lnTo>
                  <a:lnTo>
                    <a:pt x="0" y="47316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2246992"/>
              <a:ext cx="1353158" cy="2691148"/>
            </a:xfrm>
            <a:custGeom>
              <a:avLst/>
              <a:pathLst>
                <a:path w="1353158" h="2691148">
                  <a:moveTo>
                    <a:pt x="0" y="2691148"/>
                  </a:moveTo>
                  <a:lnTo>
                    <a:pt x="818" y="2690944"/>
                  </a:lnTo>
                  <a:lnTo>
                    <a:pt x="6055" y="2689485"/>
                  </a:lnTo>
                  <a:lnTo>
                    <a:pt x="18702" y="2685466"/>
                  </a:lnTo>
                  <a:lnTo>
                    <a:pt x="39874" y="2677729"/>
                  </a:lnTo>
                  <a:lnTo>
                    <a:pt x="68692" y="2665502"/>
                  </a:lnTo>
                  <a:lnTo>
                    <a:pt x="102821" y="2648492"/>
                  </a:lnTo>
                  <a:lnTo>
                    <a:pt x="139455" y="2626752"/>
                  </a:lnTo>
                  <a:lnTo>
                    <a:pt x="176210" y="2600413"/>
                  </a:lnTo>
                  <a:lnTo>
                    <a:pt x="211581" y="2569440"/>
                  </a:lnTo>
                  <a:lnTo>
                    <a:pt x="244955" y="2533481"/>
                  </a:lnTo>
                  <a:lnTo>
                    <a:pt x="276408" y="2491814"/>
                  </a:lnTo>
                  <a:lnTo>
                    <a:pt x="306461" y="2443366"/>
                  </a:lnTo>
                  <a:lnTo>
                    <a:pt x="335874" y="2386793"/>
                  </a:lnTo>
                  <a:lnTo>
                    <a:pt x="365479" y="2320693"/>
                  </a:lnTo>
                  <a:lnTo>
                    <a:pt x="394671" y="2247552"/>
                  </a:lnTo>
                  <a:lnTo>
                    <a:pt x="413757" y="2196230"/>
                  </a:lnTo>
                  <a:lnTo>
                    <a:pt x="433445" y="2140894"/>
                  </a:lnTo>
                  <a:lnTo>
                    <a:pt x="453816" y="2081463"/>
                  </a:lnTo>
                  <a:lnTo>
                    <a:pt x="474922" y="2017933"/>
                  </a:lnTo>
                  <a:lnTo>
                    <a:pt x="496788" y="1950384"/>
                  </a:lnTo>
                  <a:lnTo>
                    <a:pt x="519410" y="1878986"/>
                  </a:lnTo>
                  <a:lnTo>
                    <a:pt x="542754" y="1804005"/>
                  </a:lnTo>
                  <a:lnTo>
                    <a:pt x="566762" y="1725806"/>
                  </a:lnTo>
                  <a:lnTo>
                    <a:pt x="591348" y="1644842"/>
                  </a:lnTo>
                  <a:lnTo>
                    <a:pt x="616404" y="1561656"/>
                  </a:lnTo>
                  <a:lnTo>
                    <a:pt x="641803" y="1476857"/>
                  </a:lnTo>
                  <a:lnTo>
                    <a:pt x="667405" y="1391111"/>
                  </a:lnTo>
                  <a:lnTo>
                    <a:pt x="693062" y="1305112"/>
                  </a:lnTo>
                  <a:lnTo>
                    <a:pt x="718621" y="1219565"/>
                  </a:lnTo>
                  <a:lnTo>
                    <a:pt x="743936" y="1135160"/>
                  </a:lnTo>
                  <a:lnTo>
                    <a:pt x="768870" y="1052548"/>
                  </a:lnTo>
                  <a:lnTo>
                    <a:pt x="793301" y="972321"/>
                  </a:lnTo>
                  <a:lnTo>
                    <a:pt x="817128" y="894996"/>
                  </a:lnTo>
                  <a:lnTo>
                    <a:pt x="840271" y="821004"/>
                  </a:lnTo>
                  <a:lnTo>
                    <a:pt x="862679" y="750680"/>
                  </a:lnTo>
                  <a:lnTo>
                    <a:pt x="884328" y="684263"/>
                  </a:lnTo>
                  <a:lnTo>
                    <a:pt x="905221" y="621898"/>
                  </a:lnTo>
                  <a:lnTo>
                    <a:pt x="925391" y="563638"/>
                  </a:lnTo>
                  <a:lnTo>
                    <a:pt x="944898" y="509457"/>
                  </a:lnTo>
                  <a:lnTo>
                    <a:pt x="958487" y="473168"/>
                  </a:lnTo>
                  <a:lnTo>
                    <a:pt x="988962" y="396980"/>
                  </a:lnTo>
                  <a:lnTo>
                    <a:pt x="1018543" y="331315"/>
                  </a:lnTo>
                  <a:lnTo>
                    <a:pt x="1047967" y="275120"/>
                  </a:lnTo>
                  <a:lnTo>
                    <a:pt x="1078065" y="226988"/>
                  </a:lnTo>
                  <a:lnTo>
                    <a:pt x="1109592" y="185586"/>
                  </a:lnTo>
                  <a:lnTo>
                    <a:pt x="1143054" y="149853"/>
                  </a:lnTo>
                  <a:lnTo>
                    <a:pt x="1178502" y="119083"/>
                  </a:lnTo>
                  <a:lnTo>
                    <a:pt x="1215290" y="92941"/>
                  </a:lnTo>
                  <a:lnTo>
                    <a:pt x="1251871" y="71400"/>
                  </a:lnTo>
                  <a:lnTo>
                    <a:pt x="1285830" y="54596"/>
                  </a:lnTo>
                  <a:lnTo>
                    <a:pt x="1314361" y="42571"/>
                  </a:lnTo>
                  <a:lnTo>
                    <a:pt x="1335171" y="35012"/>
                  </a:lnTo>
                  <a:lnTo>
                    <a:pt x="1347463" y="31129"/>
                  </a:lnTo>
                  <a:lnTo>
                    <a:pt x="1352438" y="2975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339" y="203"/>
                  </a:lnTo>
                  <a:lnTo>
                    <a:pt x="1347102" y="1662"/>
                  </a:lnTo>
                  <a:lnTo>
                    <a:pt x="1334455" y="5681"/>
                  </a:lnTo>
                  <a:lnTo>
                    <a:pt x="1313283" y="13418"/>
                  </a:lnTo>
                  <a:lnTo>
                    <a:pt x="1284465" y="25645"/>
                  </a:lnTo>
                  <a:lnTo>
                    <a:pt x="1250336" y="42655"/>
                  </a:lnTo>
                  <a:lnTo>
                    <a:pt x="1213702" y="64395"/>
                  </a:lnTo>
                  <a:lnTo>
                    <a:pt x="1176947" y="90734"/>
                  </a:lnTo>
                  <a:lnTo>
                    <a:pt x="1141576" y="121707"/>
                  </a:lnTo>
                  <a:lnTo>
                    <a:pt x="1108202" y="157666"/>
                  </a:lnTo>
                  <a:lnTo>
                    <a:pt x="1076750" y="199333"/>
                  </a:lnTo>
                  <a:lnTo>
                    <a:pt x="1046697" y="247782"/>
                  </a:lnTo>
                  <a:lnTo>
                    <a:pt x="1017283" y="304354"/>
                  </a:lnTo>
                  <a:lnTo>
                    <a:pt x="987678" y="370454"/>
                  </a:lnTo>
                  <a:lnTo>
                    <a:pt x="958487" y="443595"/>
                  </a:lnTo>
                  <a:lnTo>
                    <a:pt x="939400" y="494917"/>
                  </a:lnTo>
                  <a:lnTo>
                    <a:pt x="919712" y="550253"/>
                  </a:lnTo>
                  <a:lnTo>
                    <a:pt x="899342" y="609684"/>
                  </a:lnTo>
                  <a:lnTo>
                    <a:pt x="878235" y="673214"/>
                  </a:lnTo>
                  <a:lnTo>
                    <a:pt x="856369" y="740763"/>
                  </a:lnTo>
                  <a:lnTo>
                    <a:pt x="833747" y="812161"/>
                  </a:lnTo>
                  <a:lnTo>
                    <a:pt x="810403" y="887142"/>
                  </a:lnTo>
                  <a:lnTo>
                    <a:pt x="786395" y="965342"/>
                  </a:lnTo>
                  <a:lnTo>
                    <a:pt x="761809" y="1046305"/>
                  </a:lnTo>
                  <a:lnTo>
                    <a:pt x="736754" y="1129491"/>
                  </a:lnTo>
                  <a:lnTo>
                    <a:pt x="711354" y="1214290"/>
                  </a:lnTo>
                  <a:lnTo>
                    <a:pt x="685752" y="1300037"/>
                  </a:lnTo>
                  <a:lnTo>
                    <a:pt x="660095" y="1386036"/>
                  </a:lnTo>
                  <a:lnTo>
                    <a:pt x="634536" y="1471582"/>
                  </a:lnTo>
                  <a:lnTo>
                    <a:pt x="609221" y="1555987"/>
                  </a:lnTo>
                  <a:lnTo>
                    <a:pt x="584287" y="1638599"/>
                  </a:lnTo>
                  <a:lnTo>
                    <a:pt x="559856" y="1718826"/>
                  </a:lnTo>
                  <a:lnTo>
                    <a:pt x="536030" y="1796151"/>
                  </a:lnTo>
                  <a:lnTo>
                    <a:pt x="512886" y="1870143"/>
                  </a:lnTo>
                  <a:lnTo>
                    <a:pt x="490478" y="1940467"/>
                  </a:lnTo>
                  <a:lnTo>
                    <a:pt x="468829" y="2006884"/>
                  </a:lnTo>
                  <a:lnTo>
                    <a:pt x="447936" y="2069249"/>
                  </a:lnTo>
                  <a:lnTo>
                    <a:pt x="427766" y="2127509"/>
                  </a:lnTo>
                  <a:lnTo>
                    <a:pt x="408260" y="2181690"/>
                  </a:lnTo>
                  <a:lnTo>
                    <a:pt x="394671" y="2217979"/>
                  </a:lnTo>
                  <a:lnTo>
                    <a:pt x="364195" y="2294167"/>
                  </a:lnTo>
                  <a:lnTo>
                    <a:pt x="334614" y="2359833"/>
                  </a:lnTo>
                  <a:lnTo>
                    <a:pt x="305191" y="2416027"/>
                  </a:lnTo>
                  <a:lnTo>
                    <a:pt x="275092" y="2464159"/>
                  </a:lnTo>
                  <a:lnTo>
                    <a:pt x="243565" y="2505561"/>
                  </a:lnTo>
                  <a:lnTo>
                    <a:pt x="210104" y="2541294"/>
                  </a:lnTo>
                  <a:lnTo>
                    <a:pt x="174655" y="2572064"/>
                  </a:lnTo>
                  <a:lnTo>
                    <a:pt x="137867" y="2598207"/>
                  </a:lnTo>
                  <a:lnTo>
                    <a:pt x="101287" y="2619747"/>
                  </a:lnTo>
                  <a:lnTo>
                    <a:pt x="67327" y="2636551"/>
                  </a:lnTo>
                  <a:lnTo>
                    <a:pt x="38796" y="2648576"/>
                  </a:lnTo>
                  <a:lnTo>
                    <a:pt x="17986" y="2656135"/>
                  </a:lnTo>
                  <a:lnTo>
                    <a:pt x="5694" y="2660018"/>
                  </a:lnTo>
                  <a:lnTo>
                    <a:pt x="719" y="2661397"/>
                  </a:lnTo>
                  <a:lnTo>
                    <a:pt x="0" y="26615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4642409"/>
              <a:ext cx="1353158" cy="502741"/>
            </a:xfrm>
            <a:custGeom>
              <a:avLst/>
              <a:pathLst>
                <a:path w="1353158" h="502741">
                  <a:moveTo>
                    <a:pt x="0" y="502741"/>
                  </a:moveTo>
                  <a:lnTo>
                    <a:pt x="1763" y="502661"/>
                  </a:lnTo>
                  <a:lnTo>
                    <a:pt x="12681" y="502084"/>
                  </a:lnTo>
                  <a:lnTo>
                    <a:pt x="37504" y="500520"/>
                  </a:lnTo>
                  <a:lnTo>
                    <a:pt x="75397" y="497628"/>
                  </a:lnTo>
                  <a:lnTo>
                    <a:pt x="121291" y="493298"/>
                  </a:lnTo>
                  <a:lnTo>
                    <a:pt x="169292" y="487564"/>
                  </a:lnTo>
                  <a:lnTo>
                    <a:pt x="215401" y="480438"/>
                  </a:lnTo>
                  <a:lnTo>
                    <a:pt x="258156" y="471785"/>
                  </a:lnTo>
                  <a:lnTo>
                    <a:pt x="297986" y="461285"/>
                  </a:lnTo>
                  <a:lnTo>
                    <a:pt x="336352" y="448457"/>
                  </a:lnTo>
                  <a:lnTo>
                    <a:pt x="375056" y="432759"/>
                  </a:lnTo>
                  <a:lnTo>
                    <a:pt x="394671" y="423880"/>
                  </a:lnTo>
                  <a:lnTo>
                    <a:pt x="427422" y="407970"/>
                  </a:lnTo>
                  <a:lnTo>
                    <a:pt x="462066" y="389977"/>
                  </a:lnTo>
                  <a:lnTo>
                    <a:pt x="498855" y="369901"/>
                  </a:lnTo>
                  <a:lnTo>
                    <a:pt x="537802" y="347872"/>
                  </a:lnTo>
                  <a:lnTo>
                    <a:pt x="578692" y="324158"/>
                  </a:lnTo>
                  <a:lnTo>
                    <a:pt x="621093" y="299165"/>
                  </a:lnTo>
                  <a:lnTo>
                    <a:pt x="664406" y="273411"/>
                  </a:lnTo>
                  <a:lnTo>
                    <a:pt x="707924" y="247487"/>
                  </a:lnTo>
                  <a:lnTo>
                    <a:pt x="750918" y="221998"/>
                  </a:lnTo>
                  <a:lnTo>
                    <a:pt x="792717" y="197512"/>
                  </a:lnTo>
                  <a:lnTo>
                    <a:pt x="832791" y="174499"/>
                  </a:lnTo>
                  <a:lnTo>
                    <a:pt x="870800" y="153306"/>
                  </a:lnTo>
                  <a:lnTo>
                    <a:pt x="906627" y="134141"/>
                  </a:lnTo>
                  <a:lnTo>
                    <a:pt x="940391" y="117074"/>
                  </a:lnTo>
                  <a:lnTo>
                    <a:pt x="958487" y="108434"/>
                  </a:lnTo>
                  <a:lnTo>
                    <a:pt x="997949" y="91177"/>
                  </a:lnTo>
                  <a:lnTo>
                    <a:pt x="1036258" y="77003"/>
                  </a:lnTo>
                  <a:lnTo>
                    <a:pt x="1075151" y="65428"/>
                  </a:lnTo>
                  <a:lnTo>
                    <a:pt x="1116334" y="55919"/>
                  </a:lnTo>
                  <a:lnTo>
                    <a:pt x="1160839" y="48071"/>
                  </a:lnTo>
                  <a:lnTo>
                    <a:pt x="1208248" y="41660"/>
                  </a:lnTo>
                  <a:lnTo>
                    <a:pt x="1255834" y="36634"/>
                  </a:lnTo>
                  <a:lnTo>
                    <a:pt x="1298426" y="33037"/>
                  </a:lnTo>
                  <a:lnTo>
                    <a:pt x="1330103" y="30849"/>
                  </a:lnTo>
                  <a:lnTo>
                    <a:pt x="1347597" y="29842"/>
                  </a:lnTo>
                  <a:lnTo>
                    <a:pt x="1352938" y="2958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94" y="80"/>
                  </a:lnTo>
                  <a:lnTo>
                    <a:pt x="1340476" y="657"/>
                  </a:lnTo>
                  <a:lnTo>
                    <a:pt x="1315654" y="2221"/>
                  </a:lnTo>
                  <a:lnTo>
                    <a:pt x="1277760" y="5113"/>
                  </a:lnTo>
                  <a:lnTo>
                    <a:pt x="1231866" y="9443"/>
                  </a:lnTo>
                  <a:lnTo>
                    <a:pt x="1183865" y="15177"/>
                  </a:lnTo>
                  <a:lnTo>
                    <a:pt x="1137756" y="22303"/>
                  </a:lnTo>
                  <a:lnTo>
                    <a:pt x="1095001" y="30956"/>
                  </a:lnTo>
                  <a:lnTo>
                    <a:pt x="1055171" y="41456"/>
                  </a:lnTo>
                  <a:lnTo>
                    <a:pt x="1016805" y="54284"/>
                  </a:lnTo>
                  <a:lnTo>
                    <a:pt x="978101" y="69982"/>
                  </a:lnTo>
                  <a:lnTo>
                    <a:pt x="958487" y="78861"/>
                  </a:lnTo>
                  <a:lnTo>
                    <a:pt x="925735" y="94771"/>
                  </a:lnTo>
                  <a:lnTo>
                    <a:pt x="891091" y="112764"/>
                  </a:lnTo>
                  <a:lnTo>
                    <a:pt x="854302" y="132840"/>
                  </a:lnTo>
                  <a:lnTo>
                    <a:pt x="815355" y="154869"/>
                  </a:lnTo>
                  <a:lnTo>
                    <a:pt x="774466" y="178583"/>
                  </a:lnTo>
                  <a:lnTo>
                    <a:pt x="732064" y="203576"/>
                  </a:lnTo>
                  <a:lnTo>
                    <a:pt x="688751" y="229330"/>
                  </a:lnTo>
                  <a:lnTo>
                    <a:pt x="645233" y="255254"/>
                  </a:lnTo>
                  <a:lnTo>
                    <a:pt x="602239" y="280743"/>
                  </a:lnTo>
                  <a:lnTo>
                    <a:pt x="560440" y="305229"/>
                  </a:lnTo>
                  <a:lnTo>
                    <a:pt x="520366" y="328242"/>
                  </a:lnTo>
                  <a:lnTo>
                    <a:pt x="482357" y="349435"/>
                  </a:lnTo>
                  <a:lnTo>
                    <a:pt x="446530" y="368600"/>
                  </a:lnTo>
                  <a:lnTo>
                    <a:pt x="412766" y="385667"/>
                  </a:lnTo>
                  <a:lnTo>
                    <a:pt x="394671" y="394307"/>
                  </a:lnTo>
                  <a:lnTo>
                    <a:pt x="355208" y="411564"/>
                  </a:lnTo>
                  <a:lnTo>
                    <a:pt x="316899" y="425738"/>
                  </a:lnTo>
                  <a:lnTo>
                    <a:pt x="278006" y="437313"/>
                  </a:lnTo>
                  <a:lnTo>
                    <a:pt x="236824" y="446822"/>
                  </a:lnTo>
                  <a:lnTo>
                    <a:pt x="192318" y="454670"/>
                  </a:lnTo>
                  <a:lnTo>
                    <a:pt x="144910" y="461081"/>
                  </a:lnTo>
                  <a:lnTo>
                    <a:pt x="97323" y="466107"/>
                  </a:lnTo>
                  <a:lnTo>
                    <a:pt x="54731" y="469704"/>
                  </a:lnTo>
                  <a:lnTo>
                    <a:pt x="23054" y="471892"/>
                  </a:lnTo>
                  <a:lnTo>
                    <a:pt x="5560" y="472899"/>
                  </a:lnTo>
                  <a:lnTo>
                    <a:pt x="219" y="473159"/>
                  </a:lnTo>
                  <a:lnTo>
                    <a:pt x="0" y="47316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5411309"/>
              <a:ext cx="1353158" cy="650607"/>
            </a:xfrm>
            <a:custGeom>
              <a:avLst/>
              <a:pathLst>
                <a:path w="1353158" h="650607">
                  <a:moveTo>
                    <a:pt x="0" y="29573"/>
                  </a:moveTo>
                  <a:lnTo>
                    <a:pt x="1729" y="29676"/>
                  </a:lnTo>
                  <a:lnTo>
                    <a:pt x="12443" y="30418"/>
                  </a:lnTo>
                  <a:lnTo>
                    <a:pt x="36853" y="32430"/>
                  </a:lnTo>
                  <a:lnTo>
                    <a:pt x="74230" y="36156"/>
                  </a:lnTo>
                  <a:lnTo>
                    <a:pt x="119661" y="41743"/>
                  </a:lnTo>
                  <a:lnTo>
                    <a:pt x="167347" y="49149"/>
                  </a:lnTo>
                  <a:lnTo>
                    <a:pt x="213274" y="58356"/>
                  </a:lnTo>
                  <a:lnTo>
                    <a:pt x="255909" y="69526"/>
                  </a:lnTo>
                  <a:lnTo>
                    <a:pt x="295602" y="83057"/>
                  </a:lnTo>
                  <a:lnTo>
                    <a:pt x="333746" y="99561"/>
                  </a:lnTo>
                  <a:lnTo>
                    <a:pt x="372104" y="119736"/>
                  </a:lnTo>
                  <a:lnTo>
                    <a:pt x="394671" y="133078"/>
                  </a:lnTo>
                  <a:lnTo>
                    <a:pt x="426113" y="153096"/>
                  </a:lnTo>
                  <a:lnTo>
                    <a:pt x="459292" y="175637"/>
                  </a:lnTo>
                  <a:lnTo>
                    <a:pt x="494442" y="200709"/>
                  </a:lnTo>
                  <a:lnTo>
                    <a:pt x="531597" y="228176"/>
                  </a:lnTo>
                  <a:lnTo>
                    <a:pt x="570592" y="257750"/>
                  </a:lnTo>
                  <a:lnTo>
                    <a:pt x="611076" y="288982"/>
                  </a:lnTo>
                  <a:lnTo>
                    <a:pt x="652543" y="321295"/>
                  </a:lnTo>
                  <a:lnTo>
                    <a:pt x="694384" y="354014"/>
                  </a:lnTo>
                  <a:lnTo>
                    <a:pt x="735947" y="386432"/>
                  </a:lnTo>
                  <a:lnTo>
                    <a:pt x="776613" y="417865"/>
                  </a:lnTo>
                  <a:lnTo>
                    <a:pt x="815856" y="447718"/>
                  </a:lnTo>
                  <a:lnTo>
                    <a:pt x="853301" y="475522"/>
                  </a:lnTo>
                  <a:lnTo>
                    <a:pt x="888753" y="500963"/>
                  </a:lnTo>
                  <a:lnTo>
                    <a:pt x="922215" y="523884"/>
                  </a:lnTo>
                  <a:lnTo>
                    <a:pt x="953893" y="544273"/>
                  </a:lnTo>
                  <a:lnTo>
                    <a:pt x="958487" y="547101"/>
                  </a:lnTo>
                  <a:lnTo>
                    <a:pt x="997686" y="569610"/>
                  </a:lnTo>
                  <a:lnTo>
                    <a:pt x="1035736" y="588125"/>
                  </a:lnTo>
                  <a:lnTo>
                    <a:pt x="1074338" y="603266"/>
                  </a:lnTo>
                  <a:lnTo>
                    <a:pt x="1115169" y="615718"/>
                  </a:lnTo>
                  <a:lnTo>
                    <a:pt x="1159266" y="626008"/>
                  </a:lnTo>
                  <a:lnTo>
                    <a:pt x="1206277" y="634434"/>
                  </a:lnTo>
                  <a:lnTo>
                    <a:pt x="1253628" y="641066"/>
                  </a:lnTo>
                  <a:lnTo>
                    <a:pt x="1296336" y="645852"/>
                  </a:lnTo>
                  <a:lnTo>
                    <a:pt x="1328557" y="648805"/>
                  </a:lnTo>
                  <a:lnTo>
                    <a:pt x="1346845" y="650201"/>
                  </a:lnTo>
                  <a:lnTo>
                    <a:pt x="1352824" y="650588"/>
                  </a:lnTo>
                  <a:lnTo>
                    <a:pt x="1353158" y="650607"/>
                  </a:lnTo>
                  <a:lnTo>
                    <a:pt x="1353158" y="621034"/>
                  </a:lnTo>
                  <a:lnTo>
                    <a:pt x="1351429" y="620931"/>
                  </a:lnTo>
                  <a:lnTo>
                    <a:pt x="1340714" y="620188"/>
                  </a:lnTo>
                  <a:lnTo>
                    <a:pt x="1316304" y="618176"/>
                  </a:lnTo>
                  <a:lnTo>
                    <a:pt x="1278928" y="614450"/>
                  </a:lnTo>
                  <a:lnTo>
                    <a:pt x="1233496" y="608863"/>
                  </a:lnTo>
                  <a:lnTo>
                    <a:pt x="1185810" y="601457"/>
                  </a:lnTo>
                  <a:lnTo>
                    <a:pt x="1139883" y="592250"/>
                  </a:lnTo>
                  <a:lnTo>
                    <a:pt x="1097248" y="581081"/>
                  </a:lnTo>
                  <a:lnTo>
                    <a:pt x="1057555" y="567549"/>
                  </a:lnTo>
                  <a:lnTo>
                    <a:pt x="1019412" y="551045"/>
                  </a:lnTo>
                  <a:lnTo>
                    <a:pt x="981053" y="530871"/>
                  </a:lnTo>
                  <a:lnTo>
                    <a:pt x="958487" y="517528"/>
                  </a:lnTo>
                  <a:lnTo>
                    <a:pt x="927044" y="497510"/>
                  </a:lnTo>
                  <a:lnTo>
                    <a:pt x="893866" y="474969"/>
                  </a:lnTo>
                  <a:lnTo>
                    <a:pt x="858715" y="449898"/>
                  </a:lnTo>
                  <a:lnTo>
                    <a:pt x="821560" y="422430"/>
                  </a:lnTo>
                  <a:lnTo>
                    <a:pt x="782565" y="392857"/>
                  </a:lnTo>
                  <a:lnTo>
                    <a:pt x="742082" y="361624"/>
                  </a:lnTo>
                  <a:lnTo>
                    <a:pt x="700614" y="329311"/>
                  </a:lnTo>
                  <a:lnTo>
                    <a:pt x="658774" y="296592"/>
                  </a:lnTo>
                  <a:lnTo>
                    <a:pt x="617210" y="264174"/>
                  </a:lnTo>
                  <a:lnTo>
                    <a:pt x="576545" y="232741"/>
                  </a:lnTo>
                  <a:lnTo>
                    <a:pt x="537301" y="202889"/>
                  </a:lnTo>
                  <a:lnTo>
                    <a:pt x="499857" y="175085"/>
                  </a:lnTo>
                  <a:lnTo>
                    <a:pt x="464405" y="149643"/>
                  </a:lnTo>
                  <a:lnTo>
                    <a:pt x="430942" y="126722"/>
                  </a:lnTo>
                  <a:lnTo>
                    <a:pt x="399264" y="106334"/>
                  </a:lnTo>
                  <a:lnTo>
                    <a:pt x="394671" y="103505"/>
                  </a:lnTo>
                  <a:lnTo>
                    <a:pt x="355472" y="80996"/>
                  </a:lnTo>
                  <a:lnTo>
                    <a:pt x="317421" y="62481"/>
                  </a:lnTo>
                  <a:lnTo>
                    <a:pt x="278819" y="47341"/>
                  </a:lnTo>
                  <a:lnTo>
                    <a:pt x="237989" y="34889"/>
                  </a:lnTo>
                  <a:lnTo>
                    <a:pt x="193891" y="24598"/>
                  </a:lnTo>
                  <a:lnTo>
                    <a:pt x="146880" y="16172"/>
                  </a:lnTo>
                  <a:lnTo>
                    <a:pt x="99530" y="9540"/>
                  </a:lnTo>
                  <a:lnTo>
                    <a:pt x="56822" y="4755"/>
                  </a:lnTo>
                  <a:lnTo>
                    <a:pt x="24600" y="1801"/>
                  </a:lnTo>
                  <a:lnTo>
                    <a:pt x="6313" y="405"/>
                  </a:lnTo>
                  <a:lnTo>
                    <a:pt x="333" y="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4671982"/>
              <a:ext cx="1353158" cy="502741"/>
            </a:xfrm>
            <a:custGeom>
              <a:avLst/>
              <a:pathLst>
                <a:path w="1353158" h="502741">
                  <a:moveTo>
                    <a:pt x="0" y="502741"/>
                  </a:moveTo>
                  <a:lnTo>
                    <a:pt x="1763" y="502661"/>
                  </a:lnTo>
                  <a:lnTo>
                    <a:pt x="12681" y="502084"/>
                  </a:lnTo>
                  <a:lnTo>
                    <a:pt x="37504" y="500520"/>
                  </a:lnTo>
                  <a:lnTo>
                    <a:pt x="75397" y="497628"/>
                  </a:lnTo>
                  <a:lnTo>
                    <a:pt x="121291" y="493298"/>
                  </a:lnTo>
                  <a:lnTo>
                    <a:pt x="169292" y="487564"/>
                  </a:lnTo>
                  <a:lnTo>
                    <a:pt x="215401" y="480438"/>
                  </a:lnTo>
                  <a:lnTo>
                    <a:pt x="258156" y="471785"/>
                  </a:lnTo>
                  <a:lnTo>
                    <a:pt x="297986" y="461285"/>
                  </a:lnTo>
                  <a:lnTo>
                    <a:pt x="336352" y="448457"/>
                  </a:lnTo>
                  <a:lnTo>
                    <a:pt x="375056" y="432759"/>
                  </a:lnTo>
                  <a:lnTo>
                    <a:pt x="394671" y="423880"/>
                  </a:lnTo>
                  <a:lnTo>
                    <a:pt x="427422" y="407970"/>
                  </a:lnTo>
                  <a:lnTo>
                    <a:pt x="462066" y="389977"/>
                  </a:lnTo>
                  <a:lnTo>
                    <a:pt x="498855" y="369901"/>
                  </a:lnTo>
                  <a:lnTo>
                    <a:pt x="537802" y="347872"/>
                  </a:lnTo>
                  <a:lnTo>
                    <a:pt x="578692" y="324158"/>
                  </a:lnTo>
                  <a:lnTo>
                    <a:pt x="621093" y="299165"/>
                  </a:lnTo>
                  <a:lnTo>
                    <a:pt x="664406" y="273411"/>
                  </a:lnTo>
                  <a:lnTo>
                    <a:pt x="707924" y="247487"/>
                  </a:lnTo>
                  <a:lnTo>
                    <a:pt x="750918" y="221998"/>
                  </a:lnTo>
                  <a:lnTo>
                    <a:pt x="792717" y="197512"/>
                  </a:lnTo>
                  <a:lnTo>
                    <a:pt x="832791" y="174499"/>
                  </a:lnTo>
                  <a:lnTo>
                    <a:pt x="870800" y="153306"/>
                  </a:lnTo>
                  <a:lnTo>
                    <a:pt x="906627" y="134141"/>
                  </a:lnTo>
                  <a:lnTo>
                    <a:pt x="940391" y="117074"/>
                  </a:lnTo>
                  <a:lnTo>
                    <a:pt x="958487" y="108434"/>
                  </a:lnTo>
                  <a:lnTo>
                    <a:pt x="997949" y="91177"/>
                  </a:lnTo>
                  <a:lnTo>
                    <a:pt x="1036258" y="77003"/>
                  </a:lnTo>
                  <a:lnTo>
                    <a:pt x="1075151" y="65428"/>
                  </a:lnTo>
                  <a:lnTo>
                    <a:pt x="1116334" y="55919"/>
                  </a:lnTo>
                  <a:lnTo>
                    <a:pt x="1160839" y="48071"/>
                  </a:lnTo>
                  <a:lnTo>
                    <a:pt x="1208248" y="41660"/>
                  </a:lnTo>
                  <a:lnTo>
                    <a:pt x="1255834" y="36634"/>
                  </a:lnTo>
                  <a:lnTo>
                    <a:pt x="1298426" y="33037"/>
                  </a:lnTo>
                  <a:lnTo>
                    <a:pt x="1330103" y="30849"/>
                  </a:lnTo>
                  <a:lnTo>
                    <a:pt x="1347597" y="29842"/>
                  </a:lnTo>
                  <a:lnTo>
                    <a:pt x="1352938" y="2958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94" y="80"/>
                  </a:lnTo>
                  <a:lnTo>
                    <a:pt x="1340476" y="657"/>
                  </a:lnTo>
                  <a:lnTo>
                    <a:pt x="1315654" y="2221"/>
                  </a:lnTo>
                  <a:lnTo>
                    <a:pt x="1277760" y="5113"/>
                  </a:lnTo>
                  <a:lnTo>
                    <a:pt x="1231866" y="9443"/>
                  </a:lnTo>
                  <a:lnTo>
                    <a:pt x="1183865" y="15177"/>
                  </a:lnTo>
                  <a:lnTo>
                    <a:pt x="1137756" y="22303"/>
                  </a:lnTo>
                  <a:lnTo>
                    <a:pt x="1095001" y="30956"/>
                  </a:lnTo>
                  <a:lnTo>
                    <a:pt x="1055171" y="41456"/>
                  </a:lnTo>
                  <a:lnTo>
                    <a:pt x="1016805" y="54284"/>
                  </a:lnTo>
                  <a:lnTo>
                    <a:pt x="978101" y="69982"/>
                  </a:lnTo>
                  <a:lnTo>
                    <a:pt x="958487" y="78861"/>
                  </a:lnTo>
                  <a:lnTo>
                    <a:pt x="925735" y="94771"/>
                  </a:lnTo>
                  <a:lnTo>
                    <a:pt x="891091" y="112764"/>
                  </a:lnTo>
                  <a:lnTo>
                    <a:pt x="854302" y="132840"/>
                  </a:lnTo>
                  <a:lnTo>
                    <a:pt x="815355" y="154869"/>
                  </a:lnTo>
                  <a:lnTo>
                    <a:pt x="774466" y="178583"/>
                  </a:lnTo>
                  <a:lnTo>
                    <a:pt x="732064" y="203576"/>
                  </a:lnTo>
                  <a:lnTo>
                    <a:pt x="688751" y="229330"/>
                  </a:lnTo>
                  <a:lnTo>
                    <a:pt x="645233" y="255254"/>
                  </a:lnTo>
                  <a:lnTo>
                    <a:pt x="602239" y="280743"/>
                  </a:lnTo>
                  <a:lnTo>
                    <a:pt x="560440" y="305229"/>
                  </a:lnTo>
                  <a:lnTo>
                    <a:pt x="520366" y="328242"/>
                  </a:lnTo>
                  <a:lnTo>
                    <a:pt x="482357" y="349435"/>
                  </a:lnTo>
                  <a:lnTo>
                    <a:pt x="446530" y="368600"/>
                  </a:lnTo>
                  <a:lnTo>
                    <a:pt x="412766" y="385667"/>
                  </a:lnTo>
                  <a:lnTo>
                    <a:pt x="394671" y="394307"/>
                  </a:lnTo>
                  <a:lnTo>
                    <a:pt x="355208" y="411564"/>
                  </a:lnTo>
                  <a:lnTo>
                    <a:pt x="316899" y="425738"/>
                  </a:lnTo>
                  <a:lnTo>
                    <a:pt x="278006" y="437313"/>
                  </a:lnTo>
                  <a:lnTo>
                    <a:pt x="236824" y="446822"/>
                  </a:lnTo>
                  <a:lnTo>
                    <a:pt x="192318" y="454670"/>
                  </a:lnTo>
                  <a:lnTo>
                    <a:pt x="144910" y="461081"/>
                  </a:lnTo>
                  <a:lnTo>
                    <a:pt x="97323" y="466107"/>
                  </a:lnTo>
                  <a:lnTo>
                    <a:pt x="54731" y="469704"/>
                  </a:lnTo>
                  <a:lnTo>
                    <a:pt x="23054" y="471892"/>
                  </a:lnTo>
                  <a:lnTo>
                    <a:pt x="5560" y="472899"/>
                  </a:lnTo>
                  <a:lnTo>
                    <a:pt x="219" y="473159"/>
                  </a:lnTo>
                  <a:lnTo>
                    <a:pt x="0" y="47316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5440882"/>
              <a:ext cx="1353158" cy="650607"/>
            </a:xfrm>
            <a:custGeom>
              <a:avLst/>
              <a:pathLst>
                <a:path w="1353158" h="650607">
                  <a:moveTo>
                    <a:pt x="0" y="29573"/>
                  </a:moveTo>
                  <a:lnTo>
                    <a:pt x="1729" y="29676"/>
                  </a:lnTo>
                  <a:lnTo>
                    <a:pt x="12443" y="30418"/>
                  </a:lnTo>
                  <a:lnTo>
                    <a:pt x="36853" y="32430"/>
                  </a:lnTo>
                  <a:lnTo>
                    <a:pt x="74230" y="36156"/>
                  </a:lnTo>
                  <a:lnTo>
                    <a:pt x="119661" y="41743"/>
                  </a:lnTo>
                  <a:lnTo>
                    <a:pt x="167347" y="49149"/>
                  </a:lnTo>
                  <a:lnTo>
                    <a:pt x="213274" y="58356"/>
                  </a:lnTo>
                  <a:lnTo>
                    <a:pt x="255909" y="69526"/>
                  </a:lnTo>
                  <a:lnTo>
                    <a:pt x="295602" y="83057"/>
                  </a:lnTo>
                  <a:lnTo>
                    <a:pt x="333746" y="99561"/>
                  </a:lnTo>
                  <a:lnTo>
                    <a:pt x="372104" y="119736"/>
                  </a:lnTo>
                  <a:lnTo>
                    <a:pt x="394671" y="133078"/>
                  </a:lnTo>
                  <a:lnTo>
                    <a:pt x="426113" y="153096"/>
                  </a:lnTo>
                  <a:lnTo>
                    <a:pt x="459292" y="175637"/>
                  </a:lnTo>
                  <a:lnTo>
                    <a:pt x="494442" y="200709"/>
                  </a:lnTo>
                  <a:lnTo>
                    <a:pt x="531597" y="228176"/>
                  </a:lnTo>
                  <a:lnTo>
                    <a:pt x="570592" y="257750"/>
                  </a:lnTo>
                  <a:lnTo>
                    <a:pt x="611076" y="288982"/>
                  </a:lnTo>
                  <a:lnTo>
                    <a:pt x="652543" y="321295"/>
                  </a:lnTo>
                  <a:lnTo>
                    <a:pt x="694384" y="354014"/>
                  </a:lnTo>
                  <a:lnTo>
                    <a:pt x="735947" y="386432"/>
                  </a:lnTo>
                  <a:lnTo>
                    <a:pt x="776613" y="417865"/>
                  </a:lnTo>
                  <a:lnTo>
                    <a:pt x="815856" y="447718"/>
                  </a:lnTo>
                  <a:lnTo>
                    <a:pt x="853301" y="475522"/>
                  </a:lnTo>
                  <a:lnTo>
                    <a:pt x="888753" y="500963"/>
                  </a:lnTo>
                  <a:lnTo>
                    <a:pt x="922215" y="523884"/>
                  </a:lnTo>
                  <a:lnTo>
                    <a:pt x="953893" y="544273"/>
                  </a:lnTo>
                  <a:lnTo>
                    <a:pt x="958487" y="547101"/>
                  </a:lnTo>
                  <a:lnTo>
                    <a:pt x="997686" y="569610"/>
                  </a:lnTo>
                  <a:lnTo>
                    <a:pt x="1035736" y="588125"/>
                  </a:lnTo>
                  <a:lnTo>
                    <a:pt x="1074338" y="603266"/>
                  </a:lnTo>
                  <a:lnTo>
                    <a:pt x="1115169" y="615718"/>
                  </a:lnTo>
                  <a:lnTo>
                    <a:pt x="1159266" y="626008"/>
                  </a:lnTo>
                  <a:lnTo>
                    <a:pt x="1206277" y="634434"/>
                  </a:lnTo>
                  <a:lnTo>
                    <a:pt x="1253628" y="641066"/>
                  </a:lnTo>
                  <a:lnTo>
                    <a:pt x="1296336" y="645852"/>
                  </a:lnTo>
                  <a:lnTo>
                    <a:pt x="1328557" y="648805"/>
                  </a:lnTo>
                  <a:lnTo>
                    <a:pt x="1346845" y="650201"/>
                  </a:lnTo>
                  <a:lnTo>
                    <a:pt x="1352824" y="650588"/>
                  </a:lnTo>
                  <a:lnTo>
                    <a:pt x="1353158" y="650607"/>
                  </a:lnTo>
                  <a:lnTo>
                    <a:pt x="1353158" y="621034"/>
                  </a:lnTo>
                  <a:lnTo>
                    <a:pt x="1351429" y="620931"/>
                  </a:lnTo>
                  <a:lnTo>
                    <a:pt x="1340714" y="620188"/>
                  </a:lnTo>
                  <a:lnTo>
                    <a:pt x="1316304" y="618176"/>
                  </a:lnTo>
                  <a:lnTo>
                    <a:pt x="1278928" y="614450"/>
                  </a:lnTo>
                  <a:lnTo>
                    <a:pt x="1233496" y="608863"/>
                  </a:lnTo>
                  <a:lnTo>
                    <a:pt x="1185810" y="601457"/>
                  </a:lnTo>
                  <a:lnTo>
                    <a:pt x="1139883" y="592250"/>
                  </a:lnTo>
                  <a:lnTo>
                    <a:pt x="1097248" y="581081"/>
                  </a:lnTo>
                  <a:lnTo>
                    <a:pt x="1057555" y="567549"/>
                  </a:lnTo>
                  <a:lnTo>
                    <a:pt x="1019412" y="551045"/>
                  </a:lnTo>
                  <a:lnTo>
                    <a:pt x="981053" y="530871"/>
                  </a:lnTo>
                  <a:lnTo>
                    <a:pt x="958487" y="517528"/>
                  </a:lnTo>
                  <a:lnTo>
                    <a:pt x="927044" y="497510"/>
                  </a:lnTo>
                  <a:lnTo>
                    <a:pt x="893866" y="474969"/>
                  </a:lnTo>
                  <a:lnTo>
                    <a:pt x="858715" y="449898"/>
                  </a:lnTo>
                  <a:lnTo>
                    <a:pt x="821560" y="422430"/>
                  </a:lnTo>
                  <a:lnTo>
                    <a:pt x="782565" y="392857"/>
                  </a:lnTo>
                  <a:lnTo>
                    <a:pt x="742082" y="361624"/>
                  </a:lnTo>
                  <a:lnTo>
                    <a:pt x="700614" y="329311"/>
                  </a:lnTo>
                  <a:lnTo>
                    <a:pt x="658774" y="296592"/>
                  </a:lnTo>
                  <a:lnTo>
                    <a:pt x="617210" y="264174"/>
                  </a:lnTo>
                  <a:lnTo>
                    <a:pt x="576545" y="232741"/>
                  </a:lnTo>
                  <a:lnTo>
                    <a:pt x="537301" y="202889"/>
                  </a:lnTo>
                  <a:lnTo>
                    <a:pt x="499857" y="175085"/>
                  </a:lnTo>
                  <a:lnTo>
                    <a:pt x="464405" y="149643"/>
                  </a:lnTo>
                  <a:lnTo>
                    <a:pt x="430942" y="126722"/>
                  </a:lnTo>
                  <a:lnTo>
                    <a:pt x="399264" y="106334"/>
                  </a:lnTo>
                  <a:lnTo>
                    <a:pt x="394671" y="103505"/>
                  </a:lnTo>
                  <a:lnTo>
                    <a:pt x="355472" y="80996"/>
                  </a:lnTo>
                  <a:lnTo>
                    <a:pt x="317421" y="62481"/>
                  </a:lnTo>
                  <a:lnTo>
                    <a:pt x="278819" y="47341"/>
                  </a:lnTo>
                  <a:lnTo>
                    <a:pt x="237989" y="34889"/>
                  </a:lnTo>
                  <a:lnTo>
                    <a:pt x="193891" y="24598"/>
                  </a:lnTo>
                  <a:lnTo>
                    <a:pt x="146880" y="16172"/>
                  </a:lnTo>
                  <a:lnTo>
                    <a:pt x="99530" y="9540"/>
                  </a:lnTo>
                  <a:lnTo>
                    <a:pt x="56822" y="4755"/>
                  </a:lnTo>
                  <a:lnTo>
                    <a:pt x="24600" y="1801"/>
                  </a:lnTo>
                  <a:lnTo>
                    <a:pt x="6313" y="405"/>
                  </a:lnTo>
                  <a:lnTo>
                    <a:pt x="333" y="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5470455"/>
              <a:ext cx="1353158" cy="650607"/>
            </a:xfrm>
            <a:custGeom>
              <a:avLst/>
              <a:pathLst>
                <a:path w="1353158" h="650607">
                  <a:moveTo>
                    <a:pt x="0" y="29573"/>
                  </a:moveTo>
                  <a:lnTo>
                    <a:pt x="1729" y="29676"/>
                  </a:lnTo>
                  <a:lnTo>
                    <a:pt x="12443" y="30418"/>
                  </a:lnTo>
                  <a:lnTo>
                    <a:pt x="36853" y="32430"/>
                  </a:lnTo>
                  <a:lnTo>
                    <a:pt x="74230" y="36156"/>
                  </a:lnTo>
                  <a:lnTo>
                    <a:pt x="119661" y="41743"/>
                  </a:lnTo>
                  <a:lnTo>
                    <a:pt x="167347" y="49149"/>
                  </a:lnTo>
                  <a:lnTo>
                    <a:pt x="213274" y="58356"/>
                  </a:lnTo>
                  <a:lnTo>
                    <a:pt x="255909" y="69526"/>
                  </a:lnTo>
                  <a:lnTo>
                    <a:pt x="295602" y="83057"/>
                  </a:lnTo>
                  <a:lnTo>
                    <a:pt x="333746" y="99561"/>
                  </a:lnTo>
                  <a:lnTo>
                    <a:pt x="372104" y="119736"/>
                  </a:lnTo>
                  <a:lnTo>
                    <a:pt x="394671" y="133078"/>
                  </a:lnTo>
                  <a:lnTo>
                    <a:pt x="426113" y="153096"/>
                  </a:lnTo>
                  <a:lnTo>
                    <a:pt x="459292" y="175637"/>
                  </a:lnTo>
                  <a:lnTo>
                    <a:pt x="494442" y="200709"/>
                  </a:lnTo>
                  <a:lnTo>
                    <a:pt x="531597" y="228176"/>
                  </a:lnTo>
                  <a:lnTo>
                    <a:pt x="570592" y="257750"/>
                  </a:lnTo>
                  <a:lnTo>
                    <a:pt x="611076" y="288982"/>
                  </a:lnTo>
                  <a:lnTo>
                    <a:pt x="652543" y="321295"/>
                  </a:lnTo>
                  <a:lnTo>
                    <a:pt x="694384" y="354014"/>
                  </a:lnTo>
                  <a:lnTo>
                    <a:pt x="735947" y="386432"/>
                  </a:lnTo>
                  <a:lnTo>
                    <a:pt x="776613" y="417865"/>
                  </a:lnTo>
                  <a:lnTo>
                    <a:pt x="815856" y="447718"/>
                  </a:lnTo>
                  <a:lnTo>
                    <a:pt x="853301" y="475522"/>
                  </a:lnTo>
                  <a:lnTo>
                    <a:pt x="888753" y="500963"/>
                  </a:lnTo>
                  <a:lnTo>
                    <a:pt x="922215" y="523884"/>
                  </a:lnTo>
                  <a:lnTo>
                    <a:pt x="953893" y="544273"/>
                  </a:lnTo>
                  <a:lnTo>
                    <a:pt x="958487" y="547101"/>
                  </a:lnTo>
                  <a:lnTo>
                    <a:pt x="997686" y="569610"/>
                  </a:lnTo>
                  <a:lnTo>
                    <a:pt x="1035736" y="588125"/>
                  </a:lnTo>
                  <a:lnTo>
                    <a:pt x="1074338" y="603266"/>
                  </a:lnTo>
                  <a:lnTo>
                    <a:pt x="1115169" y="615718"/>
                  </a:lnTo>
                  <a:lnTo>
                    <a:pt x="1159266" y="626008"/>
                  </a:lnTo>
                  <a:lnTo>
                    <a:pt x="1206277" y="634434"/>
                  </a:lnTo>
                  <a:lnTo>
                    <a:pt x="1253628" y="641066"/>
                  </a:lnTo>
                  <a:lnTo>
                    <a:pt x="1296336" y="645852"/>
                  </a:lnTo>
                  <a:lnTo>
                    <a:pt x="1328557" y="648805"/>
                  </a:lnTo>
                  <a:lnTo>
                    <a:pt x="1346845" y="650201"/>
                  </a:lnTo>
                  <a:lnTo>
                    <a:pt x="1352824" y="650588"/>
                  </a:lnTo>
                  <a:lnTo>
                    <a:pt x="1353158" y="650607"/>
                  </a:lnTo>
                  <a:lnTo>
                    <a:pt x="1353158" y="621034"/>
                  </a:lnTo>
                  <a:lnTo>
                    <a:pt x="1351429" y="620931"/>
                  </a:lnTo>
                  <a:lnTo>
                    <a:pt x="1340714" y="620188"/>
                  </a:lnTo>
                  <a:lnTo>
                    <a:pt x="1316304" y="618176"/>
                  </a:lnTo>
                  <a:lnTo>
                    <a:pt x="1278928" y="614450"/>
                  </a:lnTo>
                  <a:lnTo>
                    <a:pt x="1233496" y="608863"/>
                  </a:lnTo>
                  <a:lnTo>
                    <a:pt x="1185810" y="601457"/>
                  </a:lnTo>
                  <a:lnTo>
                    <a:pt x="1139883" y="592250"/>
                  </a:lnTo>
                  <a:lnTo>
                    <a:pt x="1097248" y="581081"/>
                  </a:lnTo>
                  <a:lnTo>
                    <a:pt x="1057555" y="567549"/>
                  </a:lnTo>
                  <a:lnTo>
                    <a:pt x="1019412" y="551045"/>
                  </a:lnTo>
                  <a:lnTo>
                    <a:pt x="981053" y="530871"/>
                  </a:lnTo>
                  <a:lnTo>
                    <a:pt x="958487" y="517528"/>
                  </a:lnTo>
                  <a:lnTo>
                    <a:pt x="927044" y="497510"/>
                  </a:lnTo>
                  <a:lnTo>
                    <a:pt x="893866" y="474969"/>
                  </a:lnTo>
                  <a:lnTo>
                    <a:pt x="858715" y="449898"/>
                  </a:lnTo>
                  <a:lnTo>
                    <a:pt x="821560" y="422430"/>
                  </a:lnTo>
                  <a:lnTo>
                    <a:pt x="782565" y="392857"/>
                  </a:lnTo>
                  <a:lnTo>
                    <a:pt x="742082" y="361624"/>
                  </a:lnTo>
                  <a:lnTo>
                    <a:pt x="700614" y="329311"/>
                  </a:lnTo>
                  <a:lnTo>
                    <a:pt x="658774" y="296592"/>
                  </a:lnTo>
                  <a:lnTo>
                    <a:pt x="617210" y="264174"/>
                  </a:lnTo>
                  <a:lnTo>
                    <a:pt x="576545" y="232741"/>
                  </a:lnTo>
                  <a:lnTo>
                    <a:pt x="537301" y="202889"/>
                  </a:lnTo>
                  <a:lnTo>
                    <a:pt x="499857" y="175085"/>
                  </a:lnTo>
                  <a:lnTo>
                    <a:pt x="464405" y="149643"/>
                  </a:lnTo>
                  <a:lnTo>
                    <a:pt x="430942" y="126722"/>
                  </a:lnTo>
                  <a:lnTo>
                    <a:pt x="399264" y="106334"/>
                  </a:lnTo>
                  <a:lnTo>
                    <a:pt x="394671" y="103505"/>
                  </a:lnTo>
                  <a:lnTo>
                    <a:pt x="355472" y="80996"/>
                  </a:lnTo>
                  <a:lnTo>
                    <a:pt x="317421" y="62481"/>
                  </a:lnTo>
                  <a:lnTo>
                    <a:pt x="278819" y="47341"/>
                  </a:lnTo>
                  <a:lnTo>
                    <a:pt x="237989" y="34889"/>
                  </a:lnTo>
                  <a:lnTo>
                    <a:pt x="193891" y="24598"/>
                  </a:lnTo>
                  <a:lnTo>
                    <a:pt x="146880" y="16172"/>
                  </a:lnTo>
                  <a:lnTo>
                    <a:pt x="99530" y="9540"/>
                  </a:lnTo>
                  <a:lnTo>
                    <a:pt x="56822" y="4755"/>
                  </a:lnTo>
                  <a:lnTo>
                    <a:pt x="24600" y="1801"/>
                  </a:lnTo>
                  <a:lnTo>
                    <a:pt x="6313" y="405"/>
                  </a:lnTo>
                  <a:lnTo>
                    <a:pt x="333" y="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5500028"/>
              <a:ext cx="1353158" cy="650607"/>
            </a:xfrm>
            <a:custGeom>
              <a:avLst/>
              <a:pathLst>
                <a:path w="1353158" h="650607">
                  <a:moveTo>
                    <a:pt x="0" y="29573"/>
                  </a:moveTo>
                  <a:lnTo>
                    <a:pt x="1729" y="29676"/>
                  </a:lnTo>
                  <a:lnTo>
                    <a:pt x="12443" y="30418"/>
                  </a:lnTo>
                  <a:lnTo>
                    <a:pt x="36853" y="32430"/>
                  </a:lnTo>
                  <a:lnTo>
                    <a:pt x="74230" y="36156"/>
                  </a:lnTo>
                  <a:lnTo>
                    <a:pt x="119661" y="41743"/>
                  </a:lnTo>
                  <a:lnTo>
                    <a:pt x="167347" y="49149"/>
                  </a:lnTo>
                  <a:lnTo>
                    <a:pt x="213274" y="58356"/>
                  </a:lnTo>
                  <a:lnTo>
                    <a:pt x="255909" y="69526"/>
                  </a:lnTo>
                  <a:lnTo>
                    <a:pt x="295602" y="83057"/>
                  </a:lnTo>
                  <a:lnTo>
                    <a:pt x="333746" y="99561"/>
                  </a:lnTo>
                  <a:lnTo>
                    <a:pt x="372104" y="119736"/>
                  </a:lnTo>
                  <a:lnTo>
                    <a:pt x="394671" y="133078"/>
                  </a:lnTo>
                  <a:lnTo>
                    <a:pt x="426113" y="153096"/>
                  </a:lnTo>
                  <a:lnTo>
                    <a:pt x="459292" y="175637"/>
                  </a:lnTo>
                  <a:lnTo>
                    <a:pt x="494442" y="200709"/>
                  </a:lnTo>
                  <a:lnTo>
                    <a:pt x="531597" y="228176"/>
                  </a:lnTo>
                  <a:lnTo>
                    <a:pt x="570592" y="257750"/>
                  </a:lnTo>
                  <a:lnTo>
                    <a:pt x="611076" y="288982"/>
                  </a:lnTo>
                  <a:lnTo>
                    <a:pt x="652543" y="321295"/>
                  </a:lnTo>
                  <a:lnTo>
                    <a:pt x="694384" y="354014"/>
                  </a:lnTo>
                  <a:lnTo>
                    <a:pt x="735947" y="386432"/>
                  </a:lnTo>
                  <a:lnTo>
                    <a:pt x="776613" y="417865"/>
                  </a:lnTo>
                  <a:lnTo>
                    <a:pt x="815856" y="447718"/>
                  </a:lnTo>
                  <a:lnTo>
                    <a:pt x="853301" y="475522"/>
                  </a:lnTo>
                  <a:lnTo>
                    <a:pt x="888753" y="500963"/>
                  </a:lnTo>
                  <a:lnTo>
                    <a:pt x="922215" y="523884"/>
                  </a:lnTo>
                  <a:lnTo>
                    <a:pt x="953893" y="544273"/>
                  </a:lnTo>
                  <a:lnTo>
                    <a:pt x="958487" y="547101"/>
                  </a:lnTo>
                  <a:lnTo>
                    <a:pt x="997686" y="569610"/>
                  </a:lnTo>
                  <a:lnTo>
                    <a:pt x="1035736" y="588125"/>
                  </a:lnTo>
                  <a:lnTo>
                    <a:pt x="1074338" y="603266"/>
                  </a:lnTo>
                  <a:lnTo>
                    <a:pt x="1115169" y="615718"/>
                  </a:lnTo>
                  <a:lnTo>
                    <a:pt x="1159266" y="626008"/>
                  </a:lnTo>
                  <a:lnTo>
                    <a:pt x="1206277" y="634434"/>
                  </a:lnTo>
                  <a:lnTo>
                    <a:pt x="1253628" y="641066"/>
                  </a:lnTo>
                  <a:lnTo>
                    <a:pt x="1296336" y="645852"/>
                  </a:lnTo>
                  <a:lnTo>
                    <a:pt x="1328557" y="648805"/>
                  </a:lnTo>
                  <a:lnTo>
                    <a:pt x="1346845" y="650201"/>
                  </a:lnTo>
                  <a:lnTo>
                    <a:pt x="1352824" y="650588"/>
                  </a:lnTo>
                  <a:lnTo>
                    <a:pt x="1353158" y="650607"/>
                  </a:lnTo>
                  <a:lnTo>
                    <a:pt x="1353158" y="621034"/>
                  </a:lnTo>
                  <a:lnTo>
                    <a:pt x="1351429" y="620931"/>
                  </a:lnTo>
                  <a:lnTo>
                    <a:pt x="1340714" y="620188"/>
                  </a:lnTo>
                  <a:lnTo>
                    <a:pt x="1316304" y="618176"/>
                  </a:lnTo>
                  <a:lnTo>
                    <a:pt x="1278928" y="614450"/>
                  </a:lnTo>
                  <a:lnTo>
                    <a:pt x="1233496" y="608863"/>
                  </a:lnTo>
                  <a:lnTo>
                    <a:pt x="1185810" y="601457"/>
                  </a:lnTo>
                  <a:lnTo>
                    <a:pt x="1139883" y="592250"/>
                  </a:lnTo>
                  <a:lnTo>
                    <a:pt x="1097248" y="581081"/>
                  </a:lnTo>
                  <a:lnTo>
                    <a:pt x="1057555" y="567549"/>
                  </a:lnTo>
                  <a:lnTo>
                    <a:pt x="1019412" y="551045"/>
                  </a:lnTo>
                  <a:lnTo>
                    <a:pt x="981053" y="530871"/>
                  </a:lnTo>
                  <a:lnTo>
                    <a:pt x="958487" y="517528"/>
                  </a:lnTo>
                  <a:lnTo>
                    <a:pt x="927044" y="497510"/>
                  </a:lnTo>
                  <a:lnTo>
                    <a:pt x="893866" y="474969"/>
                  </a:lnTo>
                  <a:lnTo>
                    <a:pt x="858715" y="449898"/>
                  </a:lnTo>
                  <a:lnTo>
                    <a:pt x="821560" y="422430"/>
                  </a:lnTo>
                  <a:lnTo>
                    <a:pt x="782565" y="392857"/>
                  </a:lnTo>
                  <a:lnTo>
                    <a:pt x="742082" y="361624"/>
                  </a:lnTo>
                  <a:lnTo>
                    <a:pt x="700614" y="329311"/>
                  </a:lnTo>
                  <a:lnTo>
                    <a:pt x="658774" y="296592"/>
                  </a:lnTo>
                  <a:lnTo>
                    <a:pt x="617210" y="264174"/>
                  </a:lnTo>
                  <a:lnTo>
                    <a:pt x="576545" y="232741"/>
                  </a:lnTo>
                  <a:lnTo>
                    <a:pt x="537301" y="202889"/>
                  </a:lnTo>
                  <a:lnTo>
                    <a:pt x="499857" y="175085"/>
                  </a:lnTo>
                  <a:lnTo>
                    <a:pt x="464405" y="149643"/>
                  </a:lnTo>
                  <a:lnTo>
                    <a:pt x="430942" y="126722"/>
                  </a:lnTo>
                  <a:lnTo>
                    <a:pt x="399264" y="106334"/>
                  </a:lnTo>
                  <a:lnTo>
                    <a:pt x="394671" y="103505"/>
                  </a:lnTo>
                  <a:lnTo>
                    <a:pt x="355472" y="80996"/>
                  </a:lnTo>
                  <a:lnTo>
                    <a:pt x="317421" y="62481"/>
                  </a:lnTo>
                  <a:lnTo>
                    <a:pt x="278819" y="47341"/>
                  </a:lnTo>
                  <a:lnTo>
                    <a:pt x="237989" y="34889"/>
                  </a:lnTo>
                  <a:lnTo>
                    <a:pt x="193891" y="24598"/>
                  </a:lnTo>
                  <a:lnTo>
                    <a:pt x="146880" y="16172"/>
                  </a:lnTo>
                  <a:lnTo>
                    <a:pt x="99530" y="9540"/>
                  </a:lnTo>
                  <a:lnTo>
                    <a:pt x="56822" y="4755"/>
                  </a:lnTo>
                  <a:lnTo>
                    <a:pt x="24600" y="1801"/>
                  </a:lnTo>
                  <a:lnTo>
                    <a:pt x="6313" y="405"/>
                  </a:lnTo>
                  <a:lnTo>
                    <a:pt x="333" y="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4701555"/>
              <a:ext cx="1353158" cy="502741"/>
            </a:xfrm>
            <a:custGeom>
              <a:avLst/>
              <a:pathLst>
                <a:path w="1353158" h="502741">
                  <a:moveTo>
                    <a:pt x="0" y="502741"/>
                  </a:moveTo>
                  <a:lnTo>
                    <a:pt x="1763" y="502661"/>
                  </a:lnTo>
                  <a:lnTo>
                    <a:pt x="12681" y="502084"/>
                  </a:lnTo>
                  <a:lnTo>
                    <a:pt x="37504" y="500520"/>
                  </a:lnTo>
                  <a:lnTo>
                    <a:pt x="75397" y="497628"/>
                  </a:lnTo>
                  <a:lnTo>
                    <a:pt x="121291" y="493298"/>
                  </a:lnTo>
                  <a:lnTo>
                    <a:pt x="169292" y="487564"/>
                  </a:lnTo>
                  <a:lnTo>
                    <a:pt x="215401" y="480438"/>
                  </a:lnTo>
                  <a:lnTo>
                    <a:pt x="258156" y="471785"/>
                  </a:lnTo>
                  <a:lnTo>
                    <a:pt x="297986" y="461285"/>
                  </a:lnTo>
                  <a:lnTo>
                    <a:pt x="336352" y="448457"/>
                  </a:lnTo>
                  <a:lnTo>
                    <a:pt x="375056" y="432759"/>
                  </a:lnTo>
                  <a:lnTo>
                    <a:pt x="394671" y="423880"/>
                  </a:lnTo>
                  <a:lnTo>
                    <a:pt x="427422" y="407970"/>
                  </a:lnTo>
                  <a:lnTo>
                    <a:pt x="462066" y="389977"/>
                  </a:lnTo>
                  <a:lnTo>
                    <a:pt x="498855" y="369901"/>
                  </a:lnTo>
                  <a:lnTo>
                    <a:pt x="537802" y="347872"/>
                  </a:lnTo>
                  <a:lnTo>
                    <a:pt x="578692" y="324158"/>
                  </a:lnTo>
                  <a:lnTo>
                    <a:pt x="621093" y="299165"/>
                  </a:lnTo>
                  <a:lnTo>
                    <a:pt x="664406" y="273411"/>
                  </a:lnTo>
                  <a:lnTo>
                    <a:pt x="707924" y="247487"/>
                  </a:lnTo>
                  <a:lnTo>
                    <a:pt x="750918" y="221998"/>
                  </a:lnTo>
                  <a:lnTo>
                    <a:pt x="792717" y="197512"/>
                  </a:lnTo>
                  <a:lnTo>
                    <a:pt x="832791" y="174499"/>
                  </a:lnTo>
                  <a:lnTo>
                    <a:pt x="870800" y="153306"/>
                  </a:lnTo>
                  <a:lnTo>
                    <a:pt x="906627" y="134141"/>
                  </a:lnTo>
                  <a:lnTo>
                    <a:pt x="940391" y="117074"/>
                  </a:lnTo>
                  <a:lnTo>
                    <a:pt x="958487" y="108434"/>
                  </a:lnTo>
                  <a:lnTo>
                    <a:pt x="997949" y="91177"/>
                  </a:lnTo>
                  <a:lnTo>
                    <a:pt x="1036258" y="77003"/>
                  </a:lnTo>
                  <a:lnTo>
                    <a:pt x="1075151" y="65428"/>
                  </a:lnTo>
                  <a:lnTo>
                    <a:pt x="1116334" y="55919"/>
                  </a:lnTo>
                  <a:lnTo>
                    <a:pt x="1160839" y="48071"/>
                  </a:lnTo>
                  <a:lnTo>
                    <a:pt x="1208248" y="41660"/>
                  </a:lnTo>
                  <a:lnTo>
                    <a:pt x="1255834" y="36634"/>
                  </a:lnTo>
                  <a:lnTo>
                    <a:pt x="1298426" y="33037"/>
                  </a:lnTo>
                  <a:lnTo>
                    <a:pt x="1330103" y="30849"/>
                  </a:lnTo>
                  <a:lnTo>
                    <a:pt x="1347597" y="29842"/>
                  </a:lnTo>
                  <a:lnTo>
                    <a:pt x="1352938" y="2958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94" y="80"/>
                  </a:lnTo>
                  <a:lnTo>
                    <a:pt x="1340476" y="657"/>
                  </a:lnTo>
                  <a:lnTo>
                    <a:pt x="1315654" y="2221"/>
                  </a:lnTo>
                  <a:lnTo>
                    <a:pt x="1277760" y="5113"/>
                  </a:lnTo>
                  <a:lnTo>
                    <a:pt x="1231866" y="9443"/>
                  </a:lnTo>
                  <a:lnTo>
                    <a:pt x="1183865" y="15177"/>
                  </a:lnTo>
                  <a:lnTo>
                    <a:pt x="1137756" y="22303"/>
                  </a:lnTo>
                  <a:lnTo>
                    <a:pt x="1095001" y="30956"/>
                  </a:lnTo>
                  <a:lnTo>
                    <a:pt x="1055171" y="41456"/>
                  </a:lnTo>
                  <a:lnTo>
                    <a:pt x="1016805" y="54284"/>
                  </a:lnTo>
                  <a:lnTo>
                    <a:pt x="978101" y="69982"/>
                  </a:lnTo>
                  <a:lnTo>
                    <a:pt x="958487" y="78861"/>
                  </a:lnTo>
                  <a:lnTo>
                    <a:pt x="925735" y="94771"/>
                  </a:lnTo>
                  <a:lnTo>
                    <a:pt x="891091" y="112764"/>
                  </a:lnTo>
                  <a:lnTo>
                    <a:pt x="854302" y="132840"/>
                  </a:lnTo>
                  <a:lnTo>
                    <a:pt x="815355" y="154869"/>
                  </a:lnTo>
                  <a:lnTo>
                    <a:pt x="774466" y="178583"/>
                  </a:lnTo>
                  <a:lnTo>
                    <a:pt x="732064" y="203576"/>
                  </a:lnTo>
                  <a:lnTo>
                    <a:pt x="688751" y="229330"/>
                  </a:lnTo>
                  <a:lnTo>
                    <a:pt x="645233" y="255254"/>
                  </a:lnTo>
                  <a:lnTo>
                    <a:pt x="602239" y="280743"/>
                  </a:lnTo>
                  <a:lnTo>
                    <a:pt x="560440" y="305229"/>
                  </a:lnTo>
                  <a:lnTo>
                    <a:pt x="520366" y="328242"/>
                  </a:lnTo>
                  <a:lnTo>
                    <a:pt x="482357" y="349435"/>
                  </a:lnTo>
                  <a:lnTo>
                    <a:pt x="446530" y="368600"/>
                  </a:lnTo>
                  <a:lnTo>
                    <a:pt x="412766" y="385667"/>
                  </a:lnTo>
                  <a:lnTo>
                    <a:pt x="394671" y="394307"/>
                  </a:lnTo>
                  <a:lnTo>
                    <a:pt x="355208" y="411564"/>
                  </a:lnTo>
                  <a:lnTo>
                    <a:pt x="316899" y="425738"/>
                  </a:lnTo>
                  <a:lnTo>
                    <a:pt x="278006" y="437313"/>
                  </a:lnTo>
                  <a:lnTo>
                    <a:pt x="236824" y="446822"/>
                  </a:lnTo>
                  <a:lnTo>
                    <a:pt x="192318" y="454670"/>
                  </a:lnTo>
                  <a:lnTo>
                    <a:pt x="144910" y="461081"/>
                  </a:lnTo>
                  <a:lnTo>
                    <a:pt x="97323" y="466107"/>
                  </a:lnTo>
                  <a:lnTo>
                    <a:pt x="54731" y="469704"/>
                  </a:lnTo>
                  <a:lnTo>
                    <a:pt x="23054" y="471892"/>
                  </a:lnTo>
                  <a:lnTo>
                    <a:pt x="5560" y="472899"/>
                  </a:lnTo>
                  <a:lnTo>
                    <a:pt x="219" y="473159"/>
                  </a:lnTo>
                  <a:lnTo>
                    <a:pt x="0" y="47316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3370768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5322590"/>
              <a:ext cx="1353158" cy="177438"/>
            </a:xfrm>
            <a:custGeom>
              <a:avLst/>
              <a:pathLst>
                <a:path w="1353158" h="177438">
                  <a:moveTo>
                    <a:pt x="0" y="29573"/>
                  </a:moveTo>
                  <a:lnTo>
                    <a:pt x="1809" y="29598"/>
                  </a:lnTo>
                  <a:lnTo>
                    <a:pt x="12994" y="29784"/>
                  </a:lnTo>
                  <a:lnTo>
                    <a:pt x="38357" y="30285"/>
                  </a:lnTo>
                  <a:lnTo>
                    <a:pt x="76923" y="31211"/>
                  </a:lnTo>
                  <a:lnTo>
                    <a:pt x="123410" y="32594"/>
                  </a:lnTo>
                  <a:lnTo>
                    <a:pt x="171812" y="34423"/>
                  </a:lnTo>
                  <a:lnTo>
                    <a:pt x="218152" y="36695"/>
                  </a:lnTo>
                  <a:lnTo>
                    <a:pt x="261060" y="39458"/>
                  </a:lnTo>
                  <a:lnTo>
                    <a:pt x="301074" y="42818"/>
                  </a:lnTo>
                  <a:lnTo>
                    <a:pt x="339739" y="46932"/>
                  </a:lnTo>
                  <a:lnTo>
                    <a:pt x="378906" y="51973"/>
                  </a:lnTo>
                  <a:lnTo>
                    <a:pt x="394671" y="54217"/>
                  </a:lnTo>
                  <a:lnTo>
                    <a:pt x="429526" y="59520"/>
                  </a:lnTo>
                  <a:lnTo>
                    <a:pt x="466540" y="65560"/>
                  </a:lnTo>
                  <a:lnTo>
                    <a:pt x="505988" y="72330"/>
                  </a:lnTo>
                  <a:lnTo>
                    <a:pt x="547844" y="79775"/>
                  </a:lnTo>
                  <a:lnTo>
                    <a:pt x="591789" y="87782"/>
                  </a:lnTo>
                  <a:lnTo>
                    <a:pt x="637246" y="96186"/>
                  </a:lnTo>
                  <a:lnTo>
                    <a:pt x="683441" y="104783"/>
                  </a:lnTo>
                  <a:lnTo>
                    <a:pt x="729505" y="113346"/>
                  </a:lnTo>
                  <a:lnTo>
                    <a:pt x="774587" y="121653"/>
                  </a:lnTo>
                  <a:lnTo>
                    <a:pt x="817963" y="129508"/>
                  </a:lnTo>
                  <a:lnTo>
                    <a:pt x="859125" y="136762"/>
                  </a:lnTo>
                  <a:lnTo>
                    <a:pt x="897841" y="143319"/>
                  </a:lnTo>
                  <a:lnTo>
                    <a:pt x="934172" y="149138"/>
                  </a:lnTo>
                  <a:lnTo>
                    <a:pt x="958487" y="152794"/>
                  </a:lnTo>
                  <a:lnTo>
                    <a:pt x="998291" y="158230"/>
                  </a:lnTo>
                  <a:lnTo>
                    <a:pt x="1036937" y="162686"/>
                  </a:lnTo>
                  <a:lnTo>
                    <a:pt x="1076209" y="166320"/>
                  </a:lnTo>
                  <a:lnTo>
                    <a:pt x="1117850" y="169300"/>
                  </a:lnTo>
                  <a:lnTo>
                    <a:pt x="1162887" y="171755"/>
                  </a:lnTo>
                  <a:lnTo>
                    <a:pt x="1210807" y="173755"/>
                  </a:lnTo>
                  <a:lnTo>
                    <a:pt x="1258682" y="175314"/>
                  </a:lnTo>
                  <a:lnTo>
                    <a:pt x="1301091" y="176418"/>
                  </a:lnTo>
                  <a:lnTo>
                    <a:pt x="1332027" y="177076"/>
                  </a:lnTo>
                  <a:lnTo>
                    <a:pt x="1348487" y="177368"/>
                  </a:lnTo>
                  <a:lnTo>
                    <a:pt x="1353158" y="177438"/>
                  </a:lnTo>
                  <a:lnTo>
                    <a:pt x="1353158" y="147865"/>
                  </a:lnTo>
                  <a:lnTo>
                    <a:pt x="1351348" y="147839"/>
                  </a:lnTo>
                  <a:lnTo>
                    <a:pt x="1340164" y="147654"/>
                  </a:lnTo>
                  <a:lnTo>
                    <a:pt x="1314800" y="147152"/>
                  </a:lnTo>
                  <a:lnTo>
                    <a:pt x="1276234" y="146226"/>
                  </a:lnTo>
                  <a:lnTo>
                    <a:pt x="1229747" y="144843"/>
                  </a:lnTo>
                  <a:lnTo>
                    <a:pt x="1181345" y="143015"/>
                  </a:lnTo>
                  <a:lnTo>
                    <a:pt x="1135005" y="140742"/>
                  </a:lnTo>
                  <a:lnTo>
                    <a:pt x="1092097" y="137979"/>
                  </a:lnTo>
                  <a:lnTo>
                    <a:pt x="1052084" y="134619"/>
                  </a:lnTo>
                  <a:lnTo>
                    <a:pt x="1013418" y="130505"/>
                  </a:lnTo>
                  <a:lnTo>
                    <a:pt x="974251" y="125464"/>
                  </a:lnTo>
                  <a:lnTo>
                    <a:pt x="958487" y="123221"/>
                  </a:lnTo>
                  <a:lnTo>
                    <a:pt x="923632" y="117917"/>
                  </a:lnTo>
                  <a:lnTo>
                    <a:pt x="886618" y="111878"/>
                  </a:lnTo>
                  <a:lnTo>
                    <a:pt x="847169" y="105107"/>
                  </a:lnTo>
                  <a:lnTo>
                    <a:pt x="805313" y="97663"/>
                  </a:lnTo>
                  <a:lnTo>
                    <a:pt x="761368" y="89656"/>
                  </a:lnTo>
                  <a:lnTo>
                    <a:pt x="715911" y="81251"/>
                  </a:lnTo>
                  <a:lnTo>
                    <a:pt x="669716" y="72654"/>
                  </a:lnTo>
                  <a:lnTo>
                    <a:pt x="623652" y="64091"/>
                  </a:lnTo>
                  <a:lnTo>
                    <a:pt x="578570" y="55785"/>
                  </a:lnTo>
                  <a:lnTo>
                    <a:pt x="535195" y="47929"/>
                  </a:lnTo>
                  <a:lnTo>
                    <a:pt x="494032" y="40675"/>
                  </a:lnTo>
                  <a:lnTo>
                    <a:pt x="455316" y="34118"/>
                  </a:lnTo>
                  <a:lnTo>
                    <a:pt x="418985" y="28299"/>
                  </a:lnTo>
                  <a:lnTo>
                    <a:pt x="394671" y="24644"/>
                  </a:lnTo>
                  <a:lnTo>
                    <a:pt x="354866" y="19208"/>
                  </a:lnTo>
                  <a:lnTo>
                    <a:pt x="316221" y="14751"/>
                  </a:lnTo>
                  <a:lnTo>
                    <a:pt x="276948" y="11118"/>
                  </a:lnTo>
                  <a:lnTo>
                    <a:pt x="235307" y="8138"/>
                  </a:lnTo>
                  <a:lnTo>
                    <a:pt x="190270" y="5682"/>
                  </a:lnTo>
                  <a:lnTo>
                    <a:pt x="142350" y="3682"/>
                  </a:lnTo>
                  <a:lnTo>
                    <a:pt x="94475" y="2123"/>
                  </a:lnTo>
                  <a:lnTo>
                    <a:pt x="52066" y="1020"/>
                  </a:lnTo>
                  <a:lnTo>
                    <a:pt x="21130" y="361"/>
                  </a:lnTo>
                  <a:lnTo>
                    <a:pt x="4671" y="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731128"/>
              <a:ext cx="1353158" cy="502741"/>
            </a:xfrm>
            <a:custGeom>
              <a:avLst/>
              <a:pathLst>
                <a:path w="1353158" h="502741">
                  <a:moveTo>
                    <a:pt x="0" y="502741"/>
                  </a:moveTo>
                  <a:lnTo>
                    <a:pt x="1763" y="502661"/>
                  </a:lnTo>
                  <a:lnTo>
                    <a:pt x="12681" y="502084"/>
                  </a:lnTo>
                  <a:lnTo>
                    <a:pt x="37504" y="500520"/>
                  </a:lnTo>
                  <a:lnTo>
                    <a:pt x="75397" y="497628"/>
                  </a:lnTo>
                  <a:lnTo>
                    <a:pt x="121291" y="493298"/>
                  </a:lnTo>
                  <a:lnTo>
                    <a:pt x="169292" y="487564"/>
                  </a:lnTo>
                  <a:lnTo>
                    <a:pt x="215401" y="480438"/>
                  </a:lnTo>
                  <a:lnTo>
                    <a:pt x="258156" y="471785"/>
                  </a:lnTo>
                  <a:lnTo>
                    <a:pt x="297986" y="461285"/>
                  </a:lnTo>
                  <a:lnTo>
                    <a:pt x="336352" y="448457"/>
                  </a:lnTo>
                  <a:lnTo>
                    <a:pt x="375056" y="432759"/>
                  </a:lnTo>
                  <a:lnTo>
                    <a:pt x="394671" y="423880"/>
                  </a:lnTo>
                  <a:lnTo>
                    <a:pt x="427422" y="407970"/>
                  </a:lnTo>
                  <a:lnTo>
                    <a:pt x="462066" y="389977"/>
                  </a:lnTo>
                  <a:lnTo>
                    <a:pt x="498855" y="369901"/>
                  </a:lnTo>
                  <a:lnTo>
                    <a:pt x="537802" y="347872"/>
                  </a:lnTo>
                  <a:lnTo>
                    <a:pt x="578692" y="324158"/>
                  </a:lnTo>
                  <a:lnTo>
                    <a:pt x="621093" y="299165"/>
                  </a:lnTo>
                  <a:lnTo>
                    <a:pt x="664406" y="273411"/>
                  </a:lnTo>
                  <a:lnTo>
                    <a:pt x="707924" y="247487"/>
                  </a:lnTo>
                  <a:lnTo>
                    <a:pt x="750918" y="221998"/>
                  </a:lnTo>
                  <a:lnTo>
                    <a:pt x="792717" y="197512"/>
                  </a:lnTo>
                  <a:lnTo>
                    <a:pt x="832791" y="174499"/>
                  </a:lnTo>
                  <a:lnTo>
                    <a:pt x="870800" y="153306"/>
                  </a:lnTo>
                  <a:lnTo>
                    <a:pt x="906627" y="134141"/>
                  </a:lnTo>
                  <a:lnTo>
                    <a:pt x="940391" y="117074"/>
                  </a:lnTo>
                  <a:lnTo>
                    <a:pt x="958487" y="108434"/>
                  </a:lnTo>
                  <a:lnTo>
                    <a:pt x="997949" y="91177"/>
                  </a:lnTo>
                  <a:lnTo>
                    <a:pt x="1036258" y="77003"/>
                  </a:lnTo>
                  <a:lnTo>
                    <a:pt x="1075151" y="65428"/>
                  </a:lnTo>
                  <a:lnTo>
                    <a:pt x="1116334" y="55919"/>
                  </a:lnTo>
                  <a:lnTo>
                    <a:pt x="1160839" y="48071"/>
                  </a:lnTo>
                  <a:lnTo>
                    <a:pt x="1208248" y="41660"/>
                  </a:lnTo>
                  <a:lnTo>
                    <a:pt x="1255834" y="36634"/>
                  </a:lnTo>
                  <a:lnTo>
                    <a:pt x="1298426" y="33037"/>
                  </a:lnTo>
                  <a:lnTo>
                    <a:pt x="1330103" y="30849"/>
                  </a:lnTo>
                  <a:lnTo>
                    <a:pt x="1347597" y="29842"/>
                  </a:lnTo>
                  <a:lnTo>
                    <a:pt x="1352938" y="2958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94" y="80"/>
                  </a:lnTo>
                  <a:lnTo>
                    <a:pt x="1340476" y="657"/>
                  </a:lnTo>
                  <a:lnTo>
                    <a:pt x="1315654" y="2221"/>
                  </a:lnTo>
                  <a:lnTo>
                    <a:pt x="1277760" y="5113"/>
                  </a:lnTo>
                  <a:lnTo>
                    <a:pt x="1231866" y="9443"/>
                  </a:lnTo>
                  <a:lnTo>
                    <a:pt x="1183865" y="15177"/>
                  </a:lnTo>
                  <a:lnTo>
                    <a:pt x="1137756" y="22303"/>
                  </a:lnTo>
                  <a:lnTo>
                    <a:pt x="1095001" y="30956"/>
                  </a:lnTo>
                  <a:lnTo>
                    <a:pt x="1055171" y="41456"/>
                  </a:lnTo>
                  <a:lnTo>
                    <a:pt x="1016805" y="54284"/>
                  </a:lnTo>
                  <a:lnTo>
                    <a:pt x="978101" y="69982"/>
                  </a:lnTo>
                  <a:lnTo>
                    <a:pt x="958487" y="78861"/>
                  </a:lnTo>
                  <a:lnTo>
                    <a:pt x="925735" y="94771"/>
                  </a:lnTo>
                  <a:lnTo>
                    <a:pt x="891091" y="112764"/>
                  </a:lnTo>
                  <a:lnTo>
                    <a:pt x="854302" y="132840"/>
                  </a:lnTo>
                  <a:lnTo>
                    <a:pt x="815355" y="154869"/>
                  </a:lnTo>
                  <a:lnTo>
                    <a:pt x="774466" y="178583"/>
                  </a:lnTo>
                  <a:lnTo>
                    <a:pt x="732064" y="203576"/>
                  </a:lnTo>
                  <a:lnTo>
                    <a:pt x="688751" y="229330"/>
                  </a:lnTo>
                  <a:lnTo>
                    <a:pt x="645233" y="255254"/>
                  </a:lnTo>
                  <a:lnTo>
                    <a:pt x="602239" y="280743"/>
                  </a:lnTo>
                  <a:lnTo>
                    <a:pt x="560440" y="305229"/>
                  </a:lnTo>
                  <a:lnTo>
                    <a:pt x="520366" y="328242"/>
                  </a:lnTo>
                  <a:lnTo>
                    <a:pt x="482357" y="349435"/>
                  </a:lnTo>
                  <a:lnTo>
                    <a:pt x="446530" y="368600"/>
                  </a:lnTo>
                  <a:lnTo>
                    <a:pt x="412766" y="385667"/>
                  </a:lnTo>
                  <a:lnTo>
                    <a:pt x="394671" y="394307"/>
                  </a:lnTo>
                  <a:lnTo>
                    <a:pt x="355208" y="411564"/>
                  </a:lnTo>
                  <a:lnTo>
                    <a:pt x="316899" y="425738"/>
                  </a:lnTo>
                  <a:lnTo>
                    <a:pt x="278006" y="437313"/>
                  </a:lnTo>
                  <a:lnTo>
                    <a:pt x="236824" y="446822"/>
                  </a:lnTo>
                  <a:lnTo>
                    <a:pt x="192318" y="454670"/>
                  </a:lnTo>
                  <a:lnTo>
                    <a:pt x="144910" y="461081"/>
                  </a:lnTo>
                  <a:lnTo>
                    <a:pt x="97323" y="466107"/>
                  </a:lnTo>
                  <a:lnTo>
                    <a:pt x="54731" y="469704"/>
                  </a:lnTo>
                  <a:lnTo>
                    <a:pt x="23054" y="471892"/>
                  </a:lnTo>
                  <a:lnTo>
                    <a:pt x="5560" y="472899"/>
                  </a:lnTo>
                  <a:lnTo>
                    <a:pt x="219" y="473159"/>
                  </a:lnTo>
                  <a:lnTo>
                    <a:pt x="0" y="47316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5529601"/>
              <a:ext cx="1353158" cy="650607"/>
            </a:xfrm>
            <a:custGeom>
              <a:avLst/>
              <a:pathLst>
                <a:path w="1353158" h="650607">
                  <a:moveTo>
                    <a:pt x="0" y="29573"/>
                  </a:moveTo>
                  <a:lnTo>
                    <a:pt x="1729" y="29676"/>
                  </a:lnTo>
                  <a:lnTo>
                    <a:pt x="12443" y="30418"/>
                  </a:lnTo>
                  <a:lnTo>
                    <a:pt x="36853" y="32430"/>
                  </a:lnTo>
                  <a:lnTo>
                    <a:pt x="74230" y="36156"/>
                  </a:lnTo>
                  <a:lnTo>
                    <a:pt x="119661" y="41743"/>
                  </a:lnTo>
                  <a:lnTo>
                    <a:pt x="167347" y="49149"/>
                  </a:lnTo>
                  <a:lnTo>
                    <a:pt x="213274" y="58356"/>
                  </a:lnTo>
                  <a:lnTo>
                    <a:pt x="255909" y="69526"/>
                  </a:lnTo>
                  <a:lnTo>
                    <a:pt x="295602" y="83057"/>
                  </a:lnTo>
                  <a:lnTo>
                    <a:pt x="333746" y="99561"/>
                  </a:lnTo>
                  <a:lnTo>
                    <a:pt x="372104" y="119736"/>
                  </a:lnTo>
                  <a:lnTo>
                    <a:pt x="394671" y="133078"/>
                  </a:lnTo>
                  <a:lnTo>
                    <a:pt x="426113" y="153096"/>
                  </a:lnTo>
                  <a:lnTo>
                    <a:pt x="459292" y="175637"/>
                  </a:lnTo>
                  <a:lnTo>
                    <a:pt x="494442" y="200709"/>
                  </a:lnTo>
                  <a:lnTo>
                    <a:pt x="531597" y="228176"/>
                  </a:lnTo>
                  <a:lnTo>
                    <a:pt x="570592" y="257750"/>
                  </a:lnTo>
                  <a:lnTo>
                    <a:pt x="611076" y="288982"/>
                  </a:lnTo>
                  <a:lnTo>
                    <a:pt x="652543" y="321295"/>
                  </a:lnTo>
                  <a:lnTo>
                    <a:pt x="694384" y="354014"/>
                  </a:lnTo>
                  <a:lnTo>
                    <a:pt x="735947" y="386432"/>
                  </a:lnTo>
                  <a:lnTo>
                    <a:pt x="776613" y="417865"/>
                  </a:lnTo>
                  <a:lnTo>
                    <a:pt x="815856" y="447718"/>
                  </a:lnTo>
                  <a:lnTo>
                    <a:pt x="853301" y="475522"/>
                  </a:lnTo>
                  <a:lnTo>
                    <a:pt x="888753" y="500963"/>
                  </a:lnTo>
                  <a:lnTo>
                    <a:pt x="922215" y="523884"/>
                  </a:lnTo>
                  <a:lnTo>
                    <a:pt x="953893" y="544273"/>
                  </a:lnTo>
                  <a:lnTo>
                    <a:pt x="958487" y="547101"/>
                  </a:lnTo>
                  <a:lnTo>
                    <a:pt x="997686" y="569610"/>
                  </a:lnTo>
                  <a:lnTo>
                    <a:pt x="1035736" y="588125"/>
                  </a:lnTo>
                  <a:lnTo>
                    <a:pt x="1074338" y="603266"/>
                  </a:lnTo>
                  <a:lnTo>
                    <a:pt x="1115169" y="615718"/>
                  </a:lnTo>
                  <a:lnTo>
                    <a:pt x="1159266" y="626008"/>
                  </a:lnTo>
                  <a:lnTo>
                    <a:pt x="1206277" y="634434"/>
                  </a:lnTo>
                  <a:lnTo>
                    <a:pt x="1253628" y="641066"/>
                  </a:lnTo>
                  <a:lnTo>
                    <a:pt x="1296336" y="645852"/>
                  </a:lnTo>
                  <a:lnTo>
                    <a:pt x="1328557" y="648805"/>
                  </a:lnTo>
                  <a:lnTo>
                    <a:pt x="1346845" y="650201"/>
                  </a:lnTo>
                  <a:lnTo>
                    <a:pt x="1352824" y="650588"/>
                  </a:lnTo>
                  <a:lnTo>
                    <a:pt x="1353158" y="650607"/>
                  </a:lnTo>
                  <a:lnTo>
                    <a:pt x="1353158" y="621034"/>
                  </a:lnTo>
                  <a:lnTo>
                    <a:pt x="1351429" y="620931"/>
                  </a:lnTo>
                  <a:lnTo>
                    <a:pt x="1340714" y="620188"/>
                  </a:lnTo>
                  <a:lnTo>
                    <a:pt x="1316304" y="618176"/>
                  </a:lnTo>
                  <a:lnTo>
                    <a:pt x="1278928" y="614450"/>
                  </a:lnTo>
                  <a:lnTo>
                    <a:pt x="1233496" y="608863"/>
                  </a:lnTo>
                  <a:lnTo>
                    <a:pt x="1185810" y="601457"/>
                  </a:lnTo>
                  <a:lnTo>
                    <a:pt x="1139883" y="592250"/>
                  </a:lnTo>
                  <a:lnTo>
                    <a:pt x="1097248" y="581081"/>
                  </a:lnTo>
                  <a:lnTo>
                    <a:pt x="1057555" y="567549"/>
                  </a:lnTo>
                  <a:lnTo>
                    <a:pt x="1019412" y="551045"/>
                  </a:lnTo>
                  <a:lnTo>
                    <a:pt x="981053" y="530871"/>
                  </a:lnTo>
                  <a:lnTo>
                    <a:pt x="958487" y="517528"/>
                  </a:lnTo>
                  <a:lnTo>
                    <a:pt x="927044" y="497510"/>
                  </a:lnTo>
                  <a:lnTo>
                    <a:pt x="893866" y="474969"/>
                  </a:lnTo>
                  <a:lnTo>
                    <a:pt x="858715" y="449898"/>
                  </a:lnTo>
                  <a:lnTo>
                    <a:pt x="821560" y="422430"/>
                  </a:lnTo>
                  <a:lnTo>
                    <a:pt x="782565" y="392857"/>
                  </a:lnTo>
                  <a:lnTo>
                    <a:pt x="742082" y="361624"/>
                  </a:lnTo>
                  <a:lnTo>
                    <a:pt x="700614" y="329311"/>
                  </a:lnTo>
                  <a:lnTo>
                    <a:pt x="658774" y="296592"/>
                  </a:lnTo>
                  <a:lnTo>
                    <a:pt x="617210" y="264174"/>
                  </a:lnTo>
                  <a:lnTo>
                    <a:pt x="576545" y="232741"/>
                  </a:lnTo>
                  <a:lnTo>
                    <a:pt x="537301" y="202889"/>
                  </a:lnTo>
                  <a:lnTo>
                    <a:pt x="499857" y="175085"/>
                  </a:lnTo>
                  <a:lnTo>
                    <a:pt x="464405" y="149643"/>
                  </a:lnTo>
                  <a:lnTo>
                    <a:pt x="430942" y="126722"/>
                  </a:lnTo>
                  <a:lnTo>
                    <a:pt x="399264" y="106334"/>
                  </a:lnTo>
                  <a:lnTo>
                    <a:pt x="394671" y="103505"/>
                  </a:lnTo>
                  <a:lnTo>
                    <a:pt x="355472" y="80996"/>
                  </a:lnTo>
                  <a:lnTo>
                    <a:pt x="317421" y="62481"/>
                  </a:lnTo>
                  <a:lnTo>
                    <a:pt x="278819" y="47341"/>
                  </a:lnTo>
                  <a:lnTo>
                    <a:pt x="237989" y="34889"/>
                  </a:lnTo>
                  <a:lnTo>
                    <a:pt x="193891" y="24598"/>
                  </a:lnTo>
                  <a:lnTo>
                    <a:pt x="146880" y="16172"/>
                  </a:lnTo>
                  <a:lnTo>
                    <a:pt x="99530" y="9540"/>
                  </a:lnTo>
                  <a:lnTo>
                    <a:pt x="56822" y="4755"/>
                  </a:lnTo>
                  <a:lnTo>
                    <a:pt x="24600" y="1801"/>
                  </a:lnTo>
                  <a:lnTo>
                    <a:pt x="6313" y="405"/>
                  </a:lnTo>
                  <a:lnTo>
                    <a:pt x="333" y="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3400341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4760701"/>
              <a:ext cx="1353158" cy="502741"/>
            </a:xfrm>
            <a:custGeom>
              <a:avLst/>
              <a:pathLst>
                <a:path w="1353158" h="502741">
                  <a:moveTo>
                    <a:pt x="0" y="502741"/>
                  </a:moveTo>
                  <a:lnTo>
                    <a:pt x="1763" y="502661"/>
                  </a:lnTo>
                  <a:lnTo>
                    <a:pt x="12681" y="502084"/>
                  </a:lnTo>
                  <a:lnTo>
                    <a:pt x="37504" y="500520"/>
                  </a:lnTo>
                  <a:lnTo>
                    <a:pt x="75397" y="497628"/>
                  </a:lnTo>
                  <a:lnTo>
                    <a:pt x="121291" y="493298"/>
                  </a:lnTo>
                  <a:lnTo>
                    <a:pt x="169292" y="487564"/>
                  </a:lnTo>
                  <a:lnTo>
                    <a:pt x="215401" y="480438"/>
                  </a:lnTo>
                  <a:lnTo>
                    <a:pt x="258156" y="471785"/>
                  </a:lnTo>
                  <a:lnTo>
                    <a:pt x="297986" y="461285"/>
                  </a:lnTo>
                  <a:lnTo>
                    <a:pt x="336352" y="448457"/>
                  </a:lnTo>
                  <a:lnTo>
                    <a:pt x="375056" y="432759"/>
                  </a:lnTo>
                  <a:lnTo>
                    <a:pt x="394671" y="423880"/>
                  </a:lnTo>
                  <a:lnTo>
                    <a:pt x="427422" y="407970"/>
                  </a:lnTo>
                  <a:lnTo>
                    <a:pt x="462066" y="389977"/>
                  </a:lnTo>
                  <a:lnTo>
                    <a:pt x="498855" y="369901"/>
                  </a:lnTo>
                  <a:lnTo>
                    <a:pt x="537802" y="347872"/>
                  </a:lnTo>
                  <a:lnTo>
                    <a:pt x="578692" y="324158"/>
                  </a:lnTo>
                  <a:lnTo>
                    <a:pt x="621093" y="299165"/>
                  </a:lnTo>
                  <a:lnTo>
                    <a:pt x="664406" y="273411"/>
                  </a:lnTo>
                  <a:lnTo>
                    <a:pt x="707924" y="247487"/>
                  </a:lnTo>
                  <a:lnTo>
                    <a:pt x="750918" y="221998"/>
                  </a:lnTo>
                  <a:lnTo>
                    <a:pt x="792717" y="197512"/>
                  </a:lnTo>
                  <a:lnTo>
                    <a:pt x="832791" y="174499"/>
                  </a:lnTo>
                  <a:lnTo>
                    <a:pt x="870800" y="153306"/>
                  </a:lnTo>
                  <a:lnTo>
                    <a:pt x="906627" y="134141"/>
                  </a:lnTo>
                  <a:lnTo>
                    <a:pt x="940391" y="117074"/>
                  </a:lnTo>
                  <a:lnTo>
                    <a:pt x="958487" y="108434"/>
                  </a:lnTo>
                  <a:lnTo>
                    <a:pt x="997949" y="91177"/>
                  </a:lnTo>
                  <a:lnTo>
                    <a:pt x="1036258" y="77003"/>
                  </a:lnTo>
                  <a:lnTo>
                    <a:pt x="1075151" y="65428"/>
                  </a:lnTo>
                  <a:lnTo>
                    <a:pt x="1116334" y="55919"/>
                  </a:lnTo>
                  <a:lnTo>
                    <a:pt x="1160839" y="48071"/>
                  </a:lnTo>
                  <a:lnTo>
                    <a:pt x="1208248" y="41660"/>
                  </a:lnTo>
                  <a:lnTo>
                    <a:pt x="1255834" y="36634"/>
                  </a:lnTo>
                  <a:lnTo>
                    <a:pt x="1298426" y="33037"/>
                  </a:lnTo>
                  <a:lnTo>
                    <a:pt x="1330103" y="30849"/>
                  </a:lnTo>
                  <a:lnTo>
                    <a:pt x="1347597" y="29842"/>
                  </a:lnTo>
                  <a:lnTo>
                    <a:pt x="1352938" y="2958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94" y="80"/>
                  </a:lnTo>
                  <a:lnTo>
                    <a:pt x="1340476" y="657"/>
                  </a:lnTo>
                  <a:lnTo>
                    <a:pt x="1315654" y="2221"/>
                  </a:lnTo>
                  <a:lnTo>
                    <a:pt x="1277760" y="5113"/>
                  </a:lnTo>
                  <a:lnTo>
                    <a:pt x="1231866" y="9443"/>
                  </a:lnTo>
                  <a:lnTo>
                    <a:pt x="1183865" y="15177"/>
                  </a:lnTo>
                  <a:lnTo>
                    <a:pt x="1137756" y="22303"/>
                  </a:lnTo>
                  <a:lnTo>
                    <a:pt x="1095001" y="30956"/>
                  </a:lnTo>
                  <a:lnTo>
                    <a:pt x="1055171" y="41456"/>
                  </a:lnTo>
                  <a:lnTo>
                    <a:pt x="1016805" y="54284"/>
                  </a:lnTo>
                  <a:lnTo>
                    <a:pt x="978101" y="69982"/>
                  </a:lnTo>
                  <a:lnTo>
                    <a:pt x="958487" y="78861"/>
                  </a:lnTo>
                  <a:lnTo>
                    <a:pt x="925735" y="94771"/>
                  </a:lnTo>
                  <a:lnTo>
                    <a:pt x="891091" y="112764"/>
                  </a:lnTo>
                  <a:lnTo>
                    <a:pt x="854302" y="132840"/>
                  </a:lnTo>
                  <a:lnTo>
                    <a:pt x="815355" y="154869"/>
                  </a:lnTo>
                  <a:lnTo>
                    <a:pt x="774466" y="178583"/>
                  </a:lnTo>
                  <a:lnTo>
                    <a:pt x="732064" y="203576"/>
                  </a:lnTo>
                  <a:lnTo>
                    <a:pt x="688751" y="229330"/>
                  </a:lnTo>
                  <a:lnTo>
                    <a:pt x="645233" y="255254"/>
                  </a:lnTo>
                  <a:lnTo>
                    <a:pt x="602239" y="280743"/>
                  </a:lnTo>
                  <a:lnTo>
                    <a:pt x="560440" y="305229"/>
                  </a:lnTo>
                  <a:lnTo>
                    <a:pt x="520366" y="328242"/>
                  </a:lnTo>
                  <a:lnTo>
                    <a:pt x="482357" y="349435"/>
                  </a:lnTo>
                  <a:lnTo>
                    <a:pt x="446530" y="368600"/>
                  </a:lnTo>
                  <a:lnTo>
                    <a:pt x="412766" y="385667"/>
                  </a:lnTo>
                  <a:lnTo>
                    <a:pt x="394671" y="394307"/>
                  </a:lnTo>
                  <a:lnTo>
                    <a:pt x="355208" y="411564"/>
                  </a:lnTo>
                  <a:lnTo>
                    <a:pt x="316899" y="425738"/>
                  </a:lnTo>
                  <a:lnTo>
                    <a:pt x="278006" y="437313"/>
                  </a:lnTo>
                  <a:lnTo>
                    <a:pt x="236824" y="446822"/>
                  </a:lnTo>
                  <a:lnTo>
                    <a:pt x="192318" y="454670"/>
                  </a:lnTo>
                  <a:lnTo>
                    <a:pt x="144910" y="461081"/>
                  </a:lnTo>
                  <a:lnTo>
                    <a:pt x="97323" y="466107"/>
                  </a:lnTo>
                  <a:lnTo>
                    <a:pt x="54731" y="469704"/>
                  </a:lnTo>
                  <a:lnTo>
                    <a:pt x="23054" y="471892"/>
                  </a:lnTo>
                  <a:lnTo>
                    <a:pt x="5560" y="472899"/>
                  </a:lnTo>
                  <a:lnTo>
                    <a:pt x="219" y="473159"/>
                  </a:lnTo>
                  <a:lnTo>
                    <a:pt x="0" y="47316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5352163"/>
              <a:ext cx="1353158" cy="177438"/>
            </a:xfrm>
            <a:custGeom>
              <a:avLst/>
              <a:pathLst>
                <a:path w="1353158" h="177438">
                  <a:moveTo>
                    <a:pt x="0" y="29573"/>
                  </a:moveTo>
                  <a:lnTo>
                    <a:pt x="1809" y="29598"/>
                  </a:lnTo>
                  <a:lnTo>
                    <a:pt x="12994" y="29784"/>
                  </a:lnTo>
                  <a:lnTo>
                    <a:pt x="38357" y="30285"/>
                  </a:lnTo>
                  <a:lnTo>
                    <a:pt x="76923" y="31211"/>
                  </a:lnTo>
                  <a:lnTo>
                    <a:pt x="123410" y="32594"/>
                  </a:lnTo>
                  <a:lnTo>
                    <a:pt x="171812" y="34423"/>
                  </a:lnTo>
                  <a:lnTo>
                    <a:pt x="218152" y="36695"/>
                  </a:lnTo>
                  <a:lnTo>
                    <a:pt x="261060" y="39458"/>
                  </a:lnTo>
                  <a:lnTo>
                    <a:pt x="301074" y="42818"/>
                  </a:lnTo>
                  <a:lnTo>
                    <a:pt x="339739" y="46932"/>
                  </a:lnTo>
                  <a:lnTo>
                    <a:pt x="378906" y="51973"/>
                  </a:lnTo>
                  <a:lnTo>
                    <a:pt x="394671" y="54217"/>
                  </a:lnTo>
                  <a:lnTo>
                    <a:pt x="429526" y="59520"/>
                  </a:lnTo>
                  <a:lnTo>
                    <a:pt x="466540" y="65560"/>
                  </a:lnTo>
                  <a:lnTo>
                    <a:pt x="505988" y="72330"/>
                  </a:lnTo>
                  <a:lnTo>
                    <a:pt x="547844" y="79775"/>
                  </a:lnTo>
                  <a:lnTo>
                    <a:pt x="591789" y="87782"/>
                  </a:lnTo>
                  <a:lnTo>
                    <a:pt x="637246" y="96186"/>
                  </a:lnTo>
                  <a:lnTo>
                    <a:pt x="683441" y="104783"/>
                  </a:lnTo>
                  <a:lnTo>
                    <a:pt x="729505" y="113346"/>
                  </a:lnTo>
                  <a:lnTo>
                    <a:pt x="774587" y="121653"/>
                  </a:lnTo>
                  <a:lnTo>
                    <a:pt x="817963" y="129508"/>
                  </a:lnTo>
                  <a:lnTo>
                    <a:pt x="859125" y="136762"/>
                  </a:lnTo>
                  <a:lnTo>
                    <a:pt x="897841" y="143319"/>
                  </a:lnTo>
                  <a:lnTo>
                    <a:pt x="934172" y="149138"/>
                  </a:lnTo>
                  <a:lnTo>
                    <a:pt x="958487" y="152794"/>
                  </a:lnTo>
                  <a:lnTo>
                    <a:pt x="998291" y="158230"/>
                  </a:lnTo>
                  <a:lnTo>
                    <a:pt x="1036937" y="162686"/>
                  </a:lnTo>
                  <a:lnTo>
                    <a:pt x="1076209" y="166320"/>
                  </a:lnTo>
                  <a:lnTo>
                    <a:pt x="1117850" y="169300"/>
                  </a:lnTo>
                  <a:lnTo>
                    <a:pt x="1162887" y="171755"/>
                  </a:lnTo>
                  <a:lnTo>
                    <a:pt x="1210807" y="173755"/>
                  </a:lnTo>
                  <a:lnTo>
                    <a:pt x="1258682" y="175314"/>
                  </a:lnTo>
                  <a:lnTo>
                    <a:pt x="1301091" y="176418"/>
                  </a:lnTo>
                  <a:lnTo>
                    <a:pt x="1332027" y="177076"/>
                  </a:lnTo>
                  <a:lnTo>
                    <a:pt x="1348487" y="177368"/>
                  </a:lnTo>
                  <a:lnTo>
                    <a:pt x="1353158" y="177438"/>
                  </a:lnTo>
                  <a:lnTo>
                    <a:pt x="1353158" y="147865"/>
                  </a:lnTo>
                  <a:lnTo>
                    <a:pt x="1351348" y="147839"/>
                  </a:lnTo>
                  <a:lnTo>
                    <a:pt x="1340164" y="147654"/>
                  </a:lnTo>
                  <a:lnTo>
                    <a:pt x="1314800" y="147152"/>
                  </a:lnTo>
                  <a:lnTo>
                    <a:pt x="1276234" y="146226"/>
                  </a:lnTo>
                  <a:lnTo>
                    <a:pt x="1229747" y="144843"/>
                  </a:lnTo>
                  <a:lnTo>
                    <a:pt x="1181345" y="143015"/>
                  </a:lnTo>
                  <a:lnTo>
                    <a:pt x="1135005" y="140742"/>
                  </a:lnTo>
                  <a:lnTo>
                    <a:pt x="1092097" y="137979"/>
                  </a:lnTo>
                  <a:lnTo>
                    <a:pt x="1052084" y="134619"/>
                  </a:lnTo>
                  <a:lnTo>
                    <a:pt x="1013418" y="130505"/>
                  </a:lnTo>
                  <a:lnTo>
                    <a:pt x="974251" y="125464"/>
                  </a:lnTo>
                  <a:lnTo>
                    <a:pt x="958487" y="123221"/>
                  </a:lnTo>
                  <a:lnTo>
                    <a:pt x="923632" y="117917"/>
                  </a:lnTo>
                  <a:lnTo>
                    <a:pt x="886618" y="111878"/>
                  </a:lnTo>
                  <a:lnTo>
                    <a:pt x="847169" y="105107"/>
                  </a:lnTo>
                  <a:lnTo>
                    <a:pt x="805313" y="97663"/>
                  </a:lnTo>
                  <a:lnTo>
                    <a:pt x="761368" y="89656"/>
                  </a:lnTo>
                  <a:lnTo>
                    <a:pt x="715911" y="81251"/>
                  </a:lnTo>
                  <a:lnTo>
                    <a:pt x="669716" y="72654"/>
                  </a:lnTo>
                  <a:lnTo>
                    <a:pt x="623652" y="64091"/>
                  </a:lnTo>
                  <a:lnTo>
                    <a:pt x="578570" y="55785"/>
                  </a:lnTo>
                  <a:lnTo>
                    <a:pt x="535195" y="47929"/>
                  </a:lnTo>
                  <a:lnTo>
                    <a:pt x="494032" y="40675"/>
                  </a:lnTo>
                  <a:lnTo>
                    <a:pt x="455316" y="34118"/>
                  </a:lnTo>
                  <a:lnTo>
                    <a:pt x="418985" y="28299"/>
                  </a:lnTo>
                  <a:lnTo>
                    <a:pt x="394671" y="24644"/>
                  </a:lnTo>
                  <a:lnTo>
                    <a:pt x="354866" y="19208"/>
                  </a:lnTo>
                  <a:lnTo>
                    <a:pt x="316221" y="14751"/>
                  </a:lnTo>
                  <a:lnTo>
                    <a:pt x="276948" y="11118"/>
                  </a:lnTo>
                  <a:lnTo>
                    <a:pt x="235307" y="8138"/>
                  </a:lnTo>
                  <a:lnTo>
                    <a:pt x="190270" y="5682"/>
                  </a:lnTo>
                  <a:lnTo>
                    <a:pt x="142350" y="3682"/>
                  </a:lnTo>
                  <a:lnTo>
                    <a:pt x="94475" y="2123"/>
                  </a:lnTo>
                  <a:lnTo>
                    <a:pt x="52066" y="1020"/>
                  </a:lnTo>
                  <a:lnTo>
                    <a:pt x="21130" y="361"/>
                  </a:lnTo>
                  <a:lnTo>
                    <a:pt x="4671" y="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3429914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3459487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4790275"/>
              <a:ext cx="1353158" cy="502741"/>
            </a:xfrm>
            <a:custGeom>
              <a:avLst/>
              <a:pathLst>
                <a:path w="1353158" h="502741">
                  <a:moveTo>
                    <a:pt x="0" y="502741"/>
                  </a:moveTo>
                  <a:lnTo>
                    <a:pt x="1763" y="502661"/>
                  </a:lnTo>
                  <a:lnTo>
                    <a:pt x="12681" y="502084"/>
                  </a:lnTo>
                  <a:lnTo>
                    <a:pt x="37504" y="500520"/>
                  </a:lnTo>
                  <a:lnTo>
                    <a:pt x="75397" y="497628"/>
                  </a:lnTo>
                  <a:lnTo>
                    <a:pt x="121291" y="493298"/>
                  </a:lnTo>
                  <a:lnTo>
                    <a:pt x="169292" y="487564"/>
                  </a:lnTo>
                  <a:lnTo>
                    <a:pt x="215401" y="480438"/>
                  </a:lnTo>
                  <a:lnTo>
                    <a:pt x="258156" y="471785"/>
                  </a:lnTo>
                  <a:lnTo>
                    <a:pt x="297986" y="461285"/>
                  </a:lnTo>
                  <a:lnTo>
                    <a:pt x="336352" y="448457"/>
                  </a:lnTo>
                  <a:lnTo>
                    <a:pt x="375056" y="432759"/>
                  </a:lnTo>
                  <a:lnTo>
                    <a:pt x="394671" y="423880"/>
                  </a:lnTo>
                  <a:lnTo>
                    <a:pt x="427422" y="407970"/>
                  </a:lnTo>
                  <a:lnTo>
                    <a:pt x="462066" y="389977"/>
                  </a:lnTo>
                  <a:lnTo>
                    <a:pt x="498855" y="369901"/>
                  </a:lnTo>
                  <a:lnTo>
                    <a:pt x="537802" y="347872"/>
                  </a:lnTo>
                  <a:lnTo>
                    <a:pt x="578692" y="324158"/>
                  </a:lnTo>
                  <a:lnTo>
                    <a:pt x="621093" y="299165"/>
                  </a:lnTo>
                  <a:lnTo>
                    <a:pt x="664406" y="273411"/>
                  </a:lnTo>
                  <a:lnTo>
                    <a:pt x="707924" y="247487"/>
                  </a:lnTo>
                  <a:lnTo>
                    <a:pt x="750918" y="221998"/>
                  </a:lnTo>
                  <a:lnTo>
                    <a:pt x="792717" y="197512"/>
                  </a:lnTo>
                  <a:lnTo>
                    <a:pt x="832791" y="174499"/>
                  </a:lnTo>
                  <a:lnTo>
                    <a:pt x="870800" y="153306"/>
                  </a:lnTo>
                  <a:lnTo>
                    <a:pt x="906627" y="134141"/>
                  </a:lnTo>
                  <a:lnTo>
                    <a:pt x="940391" y="117074"/>
                  </a:lnTo>
                  <a:lnTo>
                    <a:pt x="958487" y="108434"/>
                  </a:lnTo>
                  <a:lnTo>
                    <a:pt x="997949" y="91177"/>
                  </a:lnTo>
                  <a:lnTo>
                    <a:pt x="1036258" y="77003"/>
                  </a:lnTo>
                  <a:lnTo>
                    <a:pt x="1075151" y="65428"/>
                  </a:lnTo>
                  <a:lnTo>
                    <a:pt x="1116334" y="55919"/>
                  </a:lnTo>
                  <a:lnTo>
                    <a:pt x="1160839" y="48071"/>
                  </a:lnTo>
                  <a:lnTo>
                    <a:pt x="1208248" y="41660"/>
                  </a:lnTo>
                  <a:lnTo>
                    <a:pt x="1255834" y="36634"/>
                  </a:lnTo>
                  <a:lnTo>
                    <a:pt x="1298426" y="33037"/>
                  </a:lnTo>
                  <a:lnTo>
                    <a:pt x="1330103" y="30849"/>
                  </a:lnTo>
                  <a:lnTo>
                    <a:pt x="1347597" y="29842"/>
                  </a:lnTo>
                  <a:lnTo>
                    <a:pt x="1352938" y="2958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94" y="80"/>
                  </a:lnTo>
                  <a:lnTo>
                    <a:pt x="1340476" y="657"/>
                  </a:lnTo>
                  <a:lnTo>
                    <a:pt x="1315654" y="2221"/>
                  </a:lnTo>
                  <a:lnTo>
                    <a:pt x="1277760" y="5113"/>
                  </a:lnTo>
                  <a:lnTo>
                    <a:pt x="1231866" y="9443"/>
                  </a:lnTo>
                  <a:lnTo>
                    <a:pt x="1183865" y="15177"/>
                  </a:lnTo>
                  <a:lnTo>
                    <a:pt x="1137756" y="22303"/>
                  </a:lnTo>
                  <a:lnTo>
                    <a:pt x="1095001" y="30956"/>
                  </a:lnTo>
                  <a:lnTo>
                    <a:pt x="1055171" y="41456"/>
                  </a:lnTo>
                  <a:lnTo>
                    <a:pt x="1016805" y="54284"/>
                  </a:lnTo>
                  <a:lnTo>
                    <a:pt x="978101" y="69982"/>
                  </a:lnTo>
                  <a:lnTo>
                    <a:pt x="958487" y="78861"/>
                  </a:lnTo>
                  <a:lnTo>
                    <a:pt x="925735" y="94771"/>
                  </a:lnTo>
                  <a:lnTo>
                    <a:pt x="891091" y="112764"/>
                  </a:lnTo>
                  <a:lnTo>
                    <a:pt x="854302" y="132840"/>
                  </a:lnTo>
                  <a:lnTo>
                    <a:pt x="815355" y="154869"/>
                  </a:lnTo>
                  <a:lnTo>
                    <a:pt x="774466" y="178583"/>
                  </a:lnTo>
                  <a:lnTo>
                    <a:pt x="732064" y="203576"/>
                  </a:lnTo>
                  <a:lnTo>
                    <a:pt x="688751" y="229330"/>
                  </a:lnTo>
                  <a:lnTo>
                    <a:pt x="645233" y="255254"/>
                  </a:lnTo>
                  <a:lnTo>
                    <a:pt x="602239" y="280743"/>
                  </a:lnTo>
                  <a:lnTo>
                    <a:pt x="560440" y="305229"/>
                  </a:lnTo>
                  <a:lnTo>
                    <a:pt x="520366" y="328242"/>
                  </a:lnTo>
                  <a:lnTo>
                    <a:pt x="482357" y="349435"/>
                  </a:lnTo>
                  <a:lnTo>
                    <a:pt x="446530" y="368600"/>
                  </a:lnTo>
                  <a:lnTo>
                    <a:pt x="412766" y="385667"/>
                  </a:lnTo>
                  <a:lnTo>
                    <a:pt x="394671" y="394307"/>
                  </a:lnTo>
                  <a:lnTo>
                    <a:pt x="355208" y="411564"/>
                  </a:lnTo>
                  <a:lnTo>
                    <a:pt x="316899" y="425738"/>
                  </a:lnTo>
                  <a:lnTo>
                    <a:pt x="278006" y="437313"/>
                  </a:lnTo>
                  <a:lnTo>
                    <a:pt x="236824" y="446822"/>
                  </a:lnTo>
                  <a:lnTo>
                    <a:pt x="192318" y="454670"/>
                  </a:lnTo>
                  <a:lnTo>
                    <a:pt x="144910" y="461081"/>
                  </a:lnTo>
                  <a:lnTo>
                    <a:pt x="97323" y="466107"/>
                  </a:lnTo>
                  <a:lnTo>
                    <a:pt x="54731" y="469704"/>
                  </a:lnTo>
                  <a:lnTo>
                    <a:pt x="23054" y="471892"/>
                  </a:lnTo>
                  <a:lnTo>
                    <a:pt x="5560" y="472899"/>
                  </a:lnTo>
                  <a:lnTo>
                    <a:pt x="219" y="473159"/>
                  </a:lnTo>
                  <a:lnTo>
                    <a:pt x="0" y="47316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4819848"/>
              <a:ext cx="1353158" cy="975910"/>
            </a:xfrm>
            <a:custGeom>
              <a:avLst/>
              <a:pathLst>
                <a:path w="1353158" h="975910">
                  <a:moveTo>
                    <a:pt x="0" y="975910"/>
                  </a:moveTo>
                  <a:lnTo>
                    <a:pt x="1629" y="975763"/>
                  </a:lnTo>
                  <a:lnTo>
                    <a:pt x="11759" y="974699"/>
                  </a:lnTo>
                  <a:lnTo>
                    <a:pt x="34971" y="971811"/>
                  </a:lnTo>
                  <a:lnTo>
                    <a:pt x="70829" y="966443"/>
                  </a:lnTo>
                  <a:lnTo>
                    <a:pt x="114881" y="958353"/>
                  </a:lnTo>
                  <a:lnTo>
                    <a:pt x="161604" y="947592"/>
                  </a:lnTo>
                  <a:lnTo>
                    <a:pt x="206967" y="934206"/>
                  </a:lnTo>
                  <a:lnTo>
                    <a:pt x="249243" y="918004"/>
                  </a:lnTo>
                  <a:lnTo>
                    <a:pt x="288548" y="898466"/>
                  </a:lnTo>
                  <a:lnTo>
                    <a:pt x="326079" y="874760"/>
                  </a:lnTo>
                  <a:lnTo>
                    <a:pt x="363473" y="845884"/>
                  </a:lnTo>
                  <a:lnTo>
                    <a:pt x="394671" y="818187"/>
                  </a:lnTo>
                  <a:lnTo>
                    <a:pt x="423193" y="790610"/>
                  </a:lnTo>
                  <a:lnTo>
                    <a:pt x="453127" y="759860"/>
                  </a:lnTo>
                  <a:lnTo>
                    <a:pt x="484670" y="725908"/>
                  </a:lnTo>
                  <a:lnTo>
                    <a:pt x="517883" y="688870"/>
                  </a:lnTo>
                  <a:lnTo>
                    <a:pt x="552687" y="649021"/>
                  </a:lnTo>
                  <a:lnTo>
                    <a:pt x="588873" y="606800"/>
                  </a:lnTo>
                  <a:lnTo>
                    <a:pt x="626115" y="562801"/>
                  </a:lnTo>
                  <a:lnTo>
                    <a:pt x="663995" y="517739"/>
                  </a:lnTo>
                  <a:lnTo>
                    <a:pt x="702037" y="472408"/>
                  </a:lnTo>
                  <a:lnTo>
                    <a:pt x="739752" y="427620"/>
                  </a:lnTo>
                  <a:lnTo>
                    <a:pt x="776679" y="384149"/>
                  </a:lnTo>
                  <a:lnTo>
                    <a:pt x="812428" y="342672"/>
                  </a:lnTo>
                  <a:lnTo>
                    <a:pt x="846710" y="303734"/>
                  </a:lnTo>
                  <a:lnTo>
                    <a:pt x="879359" y="267719"/>
                  </a:lnTo>
                  <a:lnTo>
                    <a:pt x="910344" y="234847"/>
                  </a:lnTo>
                  <a:lnTo>
                    <a:pt x="939770" y="205181"/>
                  </a:lnTo>
                  <a:lnTo>
                    <a:pt x="958487" y="187296"/>
                  </a:lnTo>
                  <a:lnTo>
                    <a:pt x="996910" y="153626"/>
                  </a:lnTo>
                  <a:lnTo>
                    <a:pt x="1034200" y="125816"/>
                  </a:lnTo>
                  <a:lnTo>
                    <a:pt x="1071950" y="102984"/>
                  </a:lnTo>
                  <a:lnTo>
                    <a:pt x="1111755" y="84140"/>
                  </a:lnTo>
                  <a:lnTo>
                    <a:pt x="1154658" y="68507"/>
                  </a:lnTo>
                  <a:lnTo>
                    <a:pt x="1200484" y="55629"/>
                  </a:lnTo>
                  <a:lnTo>
                    <a:pt x="1247076" y="45371"/>
                  </a:lnTo>
                  <a:lnTo>
                    <a:pt x="1289999" y="37804"/>
                  </a:lnTo>
                  <a:lnTo>
                    <a:pt x="1323692" y="32941"/>
                  </a:lnTo>
                  <a:lnTo>
                    <a:pt x="1344277" y="30465"/>
                  </a:lnTo>
                  <a:lnTo>
                    <a:pt x="1352280" y="2965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28" y="147"/>
                  </a:lnTo>
                  <a:lnTo>
                    <a:pt x="1341399" y="1211"/>
                  </a:lnTo>
                  <a:lnTo>
                    <a:pt x="1318186" y="4099"/>
                  </a:lnTo>
                  <a:lnTo>
                    <a:pt x="1282329" y="9467"/>
                  </a:lnTo>
                  <a:lnTo>
                    <a:pt x="1238276" y="17557"/>
                  </a:lnTo>
                  <a:lnTo>
                    <a:pt x="1191553" y="28318"/>
                  </a:lnTo>
                  <a:lnTo>
                    <a:pt x="1146190" y="41704"/>
                  </a:lnTo>
                  <a:lnTo>
                    <a:pt x="1103914" y="57906"/>
                  </a:lnTo>
                  <a:lnTo>
                    <a:pt x="1064609" y="77444"/>
                  </a:lnTo>
                  <a:lnTo>
                    <a:pt x="1027078" y="101150"/>
                  </a:lnTo>
                  <a:lnTo>
                    <a:pt x="989685" y="130026"/>
                  </a:lnTo>
                  <a:lnTo>
                    <a:pt x="958487" y="157722"/>
                  </a:lnTo>
                  <a:lnTo>
                    <a:pt x="929964" y="185300"/>
                  </a:lnTo>
                  <a:lnTo>
                    <a:pt x="900030" y="216050"/>
                  </a:lnTo>
                  <a:lnTo>
                    <a:pt x="868487" y="250002"/>
                  </a:lnTo>
                  <a:lnTo>
                    <a:pt x="835274" y="287040"/>
                  </a:lnTo>
                  <a:lnTo>
                    <a:pt x="800470" y="326889"/>
                  </a:lnTo>
                  <a:lnTo>
                    <a:pt x="764284" y="369110"/>
                  </a:lnTo>
                  <a:lnTo>
                    <a:pt x="727042" y="413109"/>
                  </a:lnTo>
                  <a:lnTo>
                    <a:pt x="689162" y="458171"/>
                  </a:lnTo>
                  <a:lnTo>
                    <a:pt x="651120" y="503502"/>
                  </a:lnTo>
                  <a:lnTo>
                    <a:pt x="613405" y="548290"/>
                  </a:lnTo>
                  <a:lnTo>
                    <a:pt x="576478" y="591761"/>
                  </a:lnTo>
                  <a:lnTo>
                    <a:pt x="540729" y="633238"/>
                  </a:lnTo>
                  <a:lnTo>
                    <a:pt x="506447" y="672176"/>
                  </a:lnTo>
                  <a:lnTo>
                    <a:pt x="473798" y="708191"/>
                  </a:lnTo>
                  <a:lnTo>
                    <a:pt x="442813" y="741063"/>
                  </a:lnTo>
                  <a:lnTo>
                    <a:pt x="413387" y="770729"/>
                  </a:lnTo>
                  <a:lnTo>
                    <a:pt x="394671" y="788614"/>
                  </a:lnTo>
                  <a:lnTo>
                    <a:pt x="356247" y="822284"/>
                  </a:lnTo>
                  <a:lnTo>
                    <a:pt x="318957" y="850094"/>
                  </a:lnTo>
                  <a:lnTo>
                    <a:pt x="281207" y="872926"/>
                  </a:lnTo>
                  <a:lnTo>
                    <a:pt x="241403" y="891770"/>
                  </a:lnTo>
                  <a:lnTo>
                    <a:pt x="198499" y="907403"/>
                  </a:lnTo>
                  <a:lnTo>
                    <a:pt x="152673" y="920281"/>
                  </a:lnTo>
                  <a:lnTo>
                    <a:pt x="106081" y="930539"/>
                  </a:lnTo>
                  <a:lnTo>
                    <a:pt x="63158" y="938106"/>
                  </a:lnTo>
                  <a:lnTo>
                    <a:pt x="29465" y="942968"/>
                  </a:lnTo>
                  <a:lnTo>
                    <a:pt x="8881" y="945445"/>
                  </a:lnTo>
                  <a:lnTo>
                    <a:pt x="877" y="946260"/>
                  </a:lnTo>
                  <a:lnTo>
                    <a:pt x="0" y="94633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5529601"/>
              <a:ext cx="1353158" cy="384449"/>
            </a:xfrm>
            <a:custGeom>
              <a:avLst/>
              <a:pathLst>
                <a:path w="1353158" h="384449">
                  <a:moveTo>
                    <a:pt x="0" y="384449"/>
                  </a:moveTo>
                  <a:lnTo>
                    <a:pt x="1785" y="384388"/>
                  </a:lnTo>
                  <a:lnTo>
                    <a:pt x="12830" y="383950"/>
                  </a:lnTo>
                  <a:lnTo>
                    <a:pt x="37911" y="382762"/>
                  </a:lnTo>
                  <a:lnTo>
                    <a:pt x="76127" y="380568"/>
                  </a:lnTo>
                  <a:lnTo>
                    <a:pt x="122306" y="377286"/>
                  </a:lnTo>
                  <a:lnTo>
                    <a:pt x="170501" y="372943"/>
                  </a:lnTo>
                  <a:lnTo>
                    <a:pt x="216722" y="367546"/>
                  </a:lnTo>
                  <a:lnTo>
                    <a:pt x="259550" y="360989"/>
                  </a:lnTo>
                  <a:lnTo>
                    <a:pt x="299467" y="353024"/>
                  </a:lnTo>
                  <a:lnTo>
                    <a:pt x="337975" y="343283"/>
                  </a:lnTo>
                  <a:lnTo>
                    <a:pt x="376899" y="331354"/>
                  </a:lnTo>
                  <a:lnTo>
                    <a:pt x="394671" y="325303"/>
                  </a:lnTo>
                  <a:lnTo>
                    <a:pt x="428362" y="313015"/>
                  </a:lnTo>
                  <a:lnTo>
                    <a:pt x="464063" y="299076"/>
                  </a:lnTo>
                  <a:lnTo>
                    <a:pt x="502036" y="283489"/>
                  </a:lnTo>
                  <a:lnTo>
                    <a:pt x="542279" y="266369"/>
                  </a:lnTo>
                  <a:lnTo>
                    <a:pt x="584532" y="247945"/>
                  </a:lnTo>
                  <a:lnTo>
                    <a:pt x="628303" y="228559"/>
                  </a:lnTo>
                  <a:lnTo>
                    <a:pt x="672918" y="208647"/>
                  </a:lnTo>
                  <a:lnTo>
                    <a:pt x="717598" y="188694"/>
                  </a:lnTo>
                  <a:lnTo>
                    <a:pt x="761557" y="169191"/>
                  </a:lnTo>
                  <a:lnTo>
                    <a:pt x="804098" y="150584"/>
                  </a:lnTo>
                  <a:lnTo>
                    <a:pt x="844694" y="133231"/>
                  </a:lnTo>
                  <a:lnTo>
                    <a:pt x="883045" y="117383"/>
                  </a:lnTo>
                  <a:lnTo>
                    <a:pt x="919107" y="103171"/>
                  </a:lnTo>
                  <a:lnTo>
                    <a:pt x="953097" y="90617"/>
                  </a:lnTo>
                  <a:lnTo>
                    <a:pt x="958487" y="88719"/>
                  </a:lnTo>
                  <a:lnTo>
                    <a:pt x="998113" y="75726"/>
                  </a:lnTo>
                  <a:lnTo>
                    <a:pt x="1036584" y="65064"/>
                  </a:lnTo>
                  <a:lnTo>
                    <a:pt x="1075658" y="56364"/>
                  </a:lnTo>
                  <a:lnTo>
                    <a:pt x="1117060" y="49223"/>
                  </a:lnTo>
                  <a:lnTo>
                    <a:pt x="1161820" y="43334"/>
                  </a:lnTo>
                  <a:lnTo>
                    <a:pt x="1209474" y="38529"/>
                  </a:lnTo>
                  <a:lnTo>
                    <a:pt x="1257201" y="34773"/>
                  </a:lnTo>
                  <a:lnTo>
                    <a:pt x="1299711" y="32098"/>
                  </a:lnTo>
                  <a:lnTo>
                    <a:pt x="1331037" y="30486"/>
                  </a:lnTo>
                  <a:lnTo>
                    <a:pt x="1348036" y="29758"/>
                  </a:lnTo>
                  <a:lnTo>
                    <a:pt x="1352994" y="295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72" y="60"/>
                  </a:lnTo>
                  <a:lnTo>
                    <a:pt x="1340327" y="499"/>
                  </a:lnTo>
                  <a:lnTo>
                    <a:pt x="1315246" y="1687"/>
                  </a:lnTo>
                  <a:lnTo>
                    <a:pt x="1277030" y="3881"/>
                  </a:lnTo>
                  <a:lnTo>
                    <a:pt x="1230851" y="7163"/>
                  </a:lnTo>
                  <a:lnTo>
                    <a:pt x="1182656" y="11505"/>
                  </a:lnTo>
                  <a:lnTo>
                    <a:pt x="1136436" y="16902"/>
                  </a:lnTo>
                  <a:lnTo>
                    <a:pt x="1093607" y="23460"/>
                  </a:lnTo>
                  <a:lnTo>
                    <a:pt x="1053690" y="31424"/>
                  </a:lnTo>
                  <a:lnTo>
                    <a:pt x="1015182" y="41166"/>
                  </a:lnTo>
                  <a:lnTo>
                    <a:pt x="976258" y="53094"/>
                  </a:lnTo>
                  <a:lnTo>
                    <a:pt x="958487" y="59146"/>
                  </a:lnTo>
                  <a:lnTo>
                    <a:pt x="924795" y="71433"/>
                  </a:lnTo>
                  <a:lnTo>
                    <a:pt x="889094" y="85373"/>
                  </a:lnTo>
                  <a:lnTo>
                    <a:pt x="851122" y="100959"/>
                  </a:lnTo>
                  <a:lnTo>
                    <a:pt x="810879" y="118080"/>
                  </a:lnTo>
                  <a:lnTo>
                    <a:pt x="768625" y="136504"/>
                  </a:lnTo>
                  <a:lnTo>
                    <a:pt x="724854" y="155889"/>
                  </a:lnTo>
                  <a:lnTo>
                    <a:pt x="680239" y="175802"/>
                  </a:lnTo>
                  <a:lnTo>
                    <a:pt x="635559" y="195755"/>
                  </a:lnTo>
                  <a:lnTo>
                    <a:pt x="591600" y="215258"/>
                  </a:lnTo>
                  <a:lnTo>
                    <a:pt x="549059" y="233865"/>
                  </a:lnTo>
                  <a:lnTo>
                    <a:pt x="508463" y="251218"/>
                  </a:lnTo>
                  <a:lnTo>
                    <a:pt x="470112" y="267066"/>
                  </a:lnTo>
                  <a:lnTo>
                    <a:pt x="434051" y="281277"/>
                  </a:lnTo>
                  <a:lnTo>
                    <a:pt x="400060" y="293832"/>
                  </a:lnTo>
                  <a:lnTo>
                    <a:pt x="394671" y="295730"/>
                  </a:lnTo>
                  <a:lnTo>
                    <a:pt x="355044" y="308722"/>
                  </a:lnTo>
                  <a:lnTo>
                    <a:pt x="316574" y="319384"/>
                  </a:lnTo>
                  <a:lnTo>
                    <a:pt x="277499" y="328085"/>
                  </a:lnTo>
                  <a:lnTo>
                    <a:pt x="236097" y="335226"/>
                  </a:lnTo>
                  <a:lnTo>
                    <a:pt x="191337" y="341115"/>
                  </a:lnTo>
                  <a:lnTo>
                    <a:pt x="143683" y="345920"/>
                  </a:lnTo>
                  <a:lnTo>
                    <a:pt x="95956" y="349676"/>
                  </a:lnTo>
                  <a:lnTo>
                    <a:pt x="53446" y="352351"/>
                  </a:lnTo>
                  <a:lnTo>
                    <a:pt x="22120" y="353962"/>
                  </a:lnTo>
                  <a:lnTo>
                    <a:pt x="5122" y="354691"/>
                  </a:lnTo>
                  <a:lnTo>
                    <a:pt x="163" y="354871"/>
                  </a:lnTo>
                  <a:lnTo>
                    <a:pt x="0" y="35487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5559174"/>
              <a:ext cx="1353158" cy="384449"/>
            </a:xfrm>
            <a:custGeom>
              <a:avLst/>
              <a:pathLst>
                <a:path w="1353158" h="384449">
                  <a:moveTo>
                    <a:pt x="0" y="384449"/>
                  </a:moveTo>
                  <a:lnTo>
                    <a:pt x="1785" y="384388"/>
                  </a:lnTo>
                  <a:lnTo>
                    <a:pt x="12830" y="383950"/>
                  </a:lnTo>
                  <a:lnTo>
                    <a:pt x="37911" y="382762"/>
                  </a:lnTo>
                  <a:lnTo>
                    <a:pt x="76127" y="380568"/>
                  </a:lnTo>
                  <a:lnTo>
                    <a:pt x="122306" y="377286"/>
                  </a:lnTo>
                  <a:lnTo>
                    <a:pt x="170501" y="372943"/>
                  </a:lnTo>
                  <a:lnTo>
                    <a:pt x="216722" y="367546"/>
                  </a:lnTo>
                  <a:lnTo>
                    <a:pt x="259550" y="360989"/>
                  </a:lnTo>
                  <a:lnTo>
                    <a:pt x="299467" y="353024"/>
                  </a:lnTo>
                  <a:lnTo>
                    <a:pt x="337975" y="343283"/>
                  </a:lnTo>
                  <a:lnTo>
                    <a:pt x="376899" y="331354"/>
                  </a:lnTo>
                  <a:lnTo>
                    <a:pt x="394671" y="325303"/>
                  </a:lnTo>
                  <a:lnTo>
                    <a:pt x="428362" y="313015"/>
                  </a:lnTo>
                  <a:lnTo>
                    <a:pt x="464063" y="299076"/>
                  </a:lnTo>
                  <a:lnTo>
                    <a:pt x="502036" y="283489"/>
                  </a:lnTo>
                  <a:lnTo>
                    <a:pt x="542279" y="266369"/>
                  </a:lnTo>
                  <a:lnTo>
                    <a:pt x="584532" y="247945"/>
                  </a:lnTo>
                  <a:lnTo>
                    <a:pt x="628303" y="228559"/>
                  </a:lnTo>
                  <a:lnTo>
                    <a:pt x="672918" y="208647"/>
                  </a:lnTo>
                  <a:lnTo>
                    <a:pt x="717598" y="188694"/>
                  </a:lnTo>
                  <a:lnTo>
                    <a:pt x="761557" y="169191"/>
                  </a:lnTo>
                  <a:lnTo>
                    <a:pt x="804098" y="150584"/>
                  </a:lnTo>
                  <a:lnTo>
                    <a:pt x="844694" y="133231"/>
                  </a:lnTo>
                  <a:lnTo>
                    <a:pt x="883045" y="117383"/>
                  </a:lnTo>
                  <a:lnTo>
                    <a:pt x="919107" y="103171"/>
                  </a:lnTo>
                  <a:lnTo>
                    <a:pt x="953097" y="90617"/>
                  </a:lnTo>
                  <a:lnTo>
                    <a:pt x="958487" y="88719"/>
                  </a:lnTo>
                  <a:lnTo>
                    <a:pt x="998113" y="75726"/>
                  </a:lnTo>
                  <a:lnTo>
                    <a:pt x="1036584" y="65064"/>
                  </a:lnTo>
                  <a:lnTo>
                    <a:pt x="1075658" y="56364"/>
                  </a:lnTo>
                  <a:lnTo>
                    <a:pt x="1117060" y="49223"/>
                  </a:lnTo>
                  <a:lnTo>
                    <a:pt x="1161820" y="43334"/>
                  </a:lnTo>
                  <a:lnTo>
                    <a:pt x="1209474" y="38529"/>
                  </a:lnTo>
                  <a:lnTo>
                    <a:pt x="1257201" y="34773"/>
                  </a:lnTo>
                  <a:lnTo>
                    <a:pt x="1299711" y="32098"/>
                  </a:lnTo>
                  <a:lnTo>
                    <a:pt x="1331037" y="30486"/>
                  </a:lnTo>
                  <a:lnTo>
                    <a:pt x="1348036" y="29758"/>
                  </a:lnTo>
                  <a:lnTo>
                    <a:pt x="1352994" y="295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72" y="60"/>
                  </a:lnTo>
                  <a:lnTo>
                    <a:pt x="1340327" y="499"/>
                  </a:lnTo>
                  <a:lnTo>
                    <a:pt x="1315246" y="1687"/>
                  </a:lnTo>
                  <a:lnTo>
                    <a:pt x="1277030" y="3881"/>
                  </a:lnTo>
                  <a:lnTo>
                    <a:pt x="1230851" y="7163"/>
                  </a:lnTo>
                  <a:lnTo>
                    <a:pt x="1182656" y="11505"/>
                  </a:lnTo>
                  <a:lnTo>
                    <a:pt x="1136436" y="16902"/>
                  </a:lnTo>
                  <a:lnTo>
                    <a:pt x="1093607" y="23460"/>
                  </a:lnTo>
                  <a:lnTo>
                    <a:pt x="1053690" y="31424"/>
                  </a:lnTo>
                  <a:lnTo>
                    <a:pt x="1015182" y="41166"/>
                  </a:lnTo>
                  <a:lnTo>
                    <a:pt x="976258" y="53094"/>
                  </a:lnTo>
                  <a:lnTo>
                    <a:pt x="958487" y="59146"/>
                  </a:lnTo>
                  <a:lnTo>
                    <a:pt x="924795" y="71433"/>
                  </a:lnTo>
                  <a:lnTo>
                    <a:pt x="889094" y="85373"/>
                  </a:lnTo>
                  <a:lnTo>
                    <a:pt x="851122" y="100959"/>
                  </a:lnTo>
                  <a:lnTo>
                    <a:pt x="810879" y="118080"/>
                  </a:lnTo>
                  <a:lnTo>
                    <a:pt x="768625" y="136504"/>
                  </a:lnTo>
                  <a:lnTo>
                    <a:pt x="724854" y="155889"/>
                  </a:lnTo>
                  <a:lnTo>
                    <a:pt x="680239" y="175802"/>
                  </a:lnTo>
                  <a:lnTo>
                    <a:pt x="635559" y="195755"/>
                  </a:lnTo>
                  <a:lnTo>
                    <a:pt x="591600" y="215258"/>
                  </a:lnTo>
                  <a:lnTo>
                    <a:pt x="549059" y="233865"/>
                  </a:lnTo>
                  <a:lnTo>
                    <a:pt x="508463" y="251218"/>
                  </a:lnTo>
                  <a:lnTo>
                    <a:pt x="470112" y="267066"/>
                  </a:lnTo>
                  <a:lnTo>
                    <a:pt x="434051" y="281277"/>
                  </a:lnTo>
                  <a:lnTo>
                    <a:pt x="400060" y="293832"/>
                  </a:lnTo>
                  <a:lnTo>
                    <a:pt x="394671" y="295730"/>
                  </a:lnTo>
                  <a:lnTo>
                    <a:pt x="355044" y="308722"/>
                  </a:lnTo>
                  <a:lnTo>
                    <a:pt x="316574" y="319384"/>
                  </a:lnTo>
                  <a:lnTo>
                    <a:pt x="277499" y="328085"/>
                  </a:lnTo>
                  <a:lnTo>
                    <a:pt x="236097" y="335226"/>
                  </a:lnTo>
                  <a:lnTo>
                    <a:pt x="191337" y="341115"/>
                  </a:lnTo>
                  <a:lnTo>
                    <a:pt x="143683" y="345920"/>
                  </a:lnTo>
                  <a:lnTo>
                    <a:pt x="95956" y="349676"/>
                  </a:lnTo>
                  <a:lnTo>
                    <a:pt x="53446" y="352351"/>
                  </a:lnTo>
                  <a:lnTo>
                    <a:pt x="22120" y="353962"/>
                  </a:lnTo>
                  <a:lnTo>
                    <a:pt x="5122" y="354691"/>
                  </a:lnTo>
                  <a:lnTo>
                    <a:pt x="163" y="354871"/>
                  </a:lnTo>
                  <a:lnTo>
                    <a:pt x="0" y="35487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3489060"/>
              <a:ext cx="1353158" cy="2158833"/>
            </a:xfrm>
            <a:custGeom>
              <a:avLst/>
              <a:pathLst>
                <a:path w="1353158" h="2158833">
                  <a:moveTo>
                    <a:pt x="0" y="2158833"/>
                  </a:moveTo>
                  <a:lnTo>
                    <a:pt x="953" y="2158642"/>
                  </a:lnTo>
                  <a:lnTo>
                    <a:pt x="7020" y="2157274"/>
                  </a:lnTo>
                  <a:lnTo>
                    <a:pt x="21533" y="2153513"/>
                  </a:lnTo>
                  <a:lnTo>
                    <a:pt x="45474" y="2146316"/>
                  </a:lnTo>
                  <a:lnTo>
                    <a:pt x="77437" y="2135045"/>
                  </a:lnTo>
                  <a:lnTo>
                    <a:pt x="114463" y="2119520"/>
                  </a:lnTo>
                  <a:lnTo>
                    <a:pt x="153338" y="2099836"/>
                  </a:lnTo>
                  <a:lnTo>
                    <a:pt x="191607" y="2076080"/>
                  </a:lnTo>
                  <a:lnTo>
                    <a:pt x="227944" y="2048111"/>
                  </a:lnTo>
                  <a:lnTo>
                    <a:pt x="262033" y="2015443"/>
                  </a:lnTo>
                  <a:lnTo>
                    <a:pt x="294257" y="1977227"/>
                  </a:lnTo>
                  <a:lnTo>
                    <a:pt x="325407" y="1932305"/>
                  </a:lnTo>
                  <a:lnTo>
                    <a:pt x="356442" y="1879354"/>
                  </a:lnTo>
                  <a:lnTo>
                    <a:pt x="388279" y="1817245"/>
                  </a:lnTo>
                  <a:lnTo>
                    <a:pt x="394671" y="1803956"/>
                  </a:lnTo>
                  <a:lnTo>
                    <a:pt x="415776" y="1758443"/>
                  </a:lnTo>
                  <a:lnTo>
                    <a:pt x="437626" y="1709005"/>
                  </a:lnTo>
                  <a:lnTo>
                    <a:pt x="460324" y="1655569"/>
                  </a:lnTo>
                  <a:lnTo>
                    <a:pt x="483931" y="1598152"/>
                  </a:lnTo>
                  <a:lnTo>
                    <a:pt x="508466" y="1536875"/>
                  </a:lnTo>
                  <a:lnTo>
                    <a:pt x="533904" y="1471969"/>
                  </a:lnTo>
                  <a:lnTo>
                    <a:pt x="560181" y="1403783"/>
                  </a:lnTo>
                  <a:lnTo>
                    <a:pt x="587194" y="1332774"/>
                  </a:lnTo>
                  <a:lnTo>
                    <a:pt x="614803" y="1259504"/>
                  </a:lnTo>
                  <a:lnTo>
                    <a:pt x="642840" y="1184624"/>
                  </a:lnTo>
                  <a:lnTo>
                    <a:pt x="671118" y="1108847"/>
                  </a:lnTo>
                  <a:lnTo>
                    <a:pt x="699435" y="1032924"/>
                  </a:lnTo>
                  <a:lnTo>
                    <a:pt x="727588" y="957611"/>
                  </a:lnTo>
                  <a:lnTo>
                    <a:pt x="755383" y="883640"/>
                  </a:lnTo>
                  <a:lnTo>
                    <a:pt x="782644" y="811688"/>
                  </a:lnTo>
                  <a:lnTo>
                    <a:pt x="809219" y="742353"/>
                  </a:lnTo>
                  <a:lnTo>
                    <a:pt x="834990" y="676135"/>
                  </a:lnTo>
                  <a:lnTo>
                    <a:pt x="859878" y="613426"/>
                  </a:lnTo>
                  <a:lnTo>
                    <a:pt x="883843" y="554501"/>
                  </a:lnTo>
                  <a:lnTo>
                    <a:pt x="906887" y="499523"/>
                  </a:lnTo>
                  <a:lnTo>
                    <a:pt x="929054" y="448548"/>
                  </a:lnTo>
                  <a:lnTo>
                    <a:pt x="950431" y="401536"/>
                  </a:lnTo>
                  <a:lnTo>
                    <a:pt x="958487" y="384449"/>
                  </a:lnTo>
                  <a:lnTo>
                    <a:pt x="990565" y="320473"/>
                  </a:lnTo>
                  <a:lnTo>
                    <a:pt x="1021691" y="265802"/>
                  </a:lnTo>
                  <a:lnTo>
                    <a:pt x="1052741" y="219411"/>
                  </a:lnTo>
                  <a:lnTo>
                    <a:pt x="1084684" y="179981"/>
                  </a:lnTo>
                  <a:lnTo>
                    <a:pt x="1118361" y="146303"/>
                  </a:lnTo>
                  <a:lnTo>
                    <a:pt x="1154256" y="117463"/>
                  </a:lnTo>
                  <a:lnTo>
                    <a:pt x="1192215" y="92903"/>
                  </a:lnTo>
                  <a:lnTo>
                    <a:pt x="1231131" y="72419"/>
                  </a:lnTo>
                  <a:lnTo>
                    <a:pt x="1268758" y="56068"/>
                  </a:lnTo>
                  <a:lnTo>
                    <a:pt x="1301974" y="43965"/>
                  </a:lnTo>
                  <a:lnTo>
                    <a:pt x="1327663" y="36005"/>
                  </a:lnTo>
                  <a:lnTo>
                    <a:pt x="1344026" y="31643"/>
                  </a:lnTo>
                  <a:lnTo>
                    <a:pt x="1351553" y="299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204" y="190"/>
                  </a:lnTo>
                  <a:lnTo>
                    <a:pt x="1346137" y="1558"/>
                  </a:lnTo>
                  <a:lnTo>
                    <a:pt x="1331624" y="5319"/>
                  </a:lnTo>
                  <a:lnTo>
                    <a:pt x="1307683" y="12516"/>
                  </a:lnTo>
                  <a:lnTo>
                    <a:pt x="1275720" y="23787"/>
                  </a:lnTo>
                  <a:lnTo>
                    <a:pt x="1238694" y="39312"/>
                  </a:lnTo>
                  <a:lnTo>
                    <a:pt x="1199819" y="58996"/>
                  </a:lnTo>
                  <a:lnTo>
                    <a:pt x="1161550" y="82752"/>
                  </a:lnTo>
                  <a:lnTo>
                    <a:pt x="1125213" y="110721"/>
                  </a:lnTo>
                  <a:lnTo>
                    <a:pt x="1091125" y="143389"/>
                  </a:lnTo>
                  <a:lnTo>
                    <a:pt x="1058900" y="181605"/>
                  </a:lnTo>
                  <a:lnTo>
                    <a:pt x="1027750" y="226527"/>
                  </a:lnTo>
                  <a:lnTo>
                    <a:pt x="996715" y="279478"/>
                  </a:lnTo>
                  <a:lnTo>
                    <a:pt x="964878" y="341588"/>
                  </a:lnTo>
                  <a:lnTo>
                    <a:pt x="958487" y="354876"/>
                  </a:lnTo>
                  <a:lnTo>
                    <a:pt x="937381" y="400389"/>
                  </a:lnTo>
                  <a:lnTo>
                    <a:pt x="915531" y="449827"/>
                  </a:lnTo>
                  <a:lnTo>
                    <a:pt x="892833" y="503263"/>
                  </a:lnTo>
                  <a:lnTo>
                    <a:pt x="869226" y="560680"/>
                  </a:lnTo>
                  <a:lnTo>
                    <a:pt x="844691" y="621957"/>
                  </a:lnTo>
                  <a:lnTo>
                    <a:pt x="819253" y="686863"/>
                  </a:lnTo>
                  <a:lnTo>
                    <a:pt x="792976" y="755049"/>
                  </a:lnTo>
                  <a:lnTo>
                    <a:pt x="765963" y="826058"/>
                  </a:lnTo>
                  <a:lnTo>
                    <a:pt x="738355" y="899328"/>
                  </a:lnTo>
                  <a:lnTo>
                    <a:pt x="710317" y="974208"/>
                  </a:lnTo>
                  <a:lnTo>
                    <a:pt x="682039" y="1049985"/>
                  </a:lnTo>
                  <a:lnTo>
                    <a:pt x="653722" y="1125908"/>
                  </a:lnTo>
                  <a:lnTo>
                    <a:pt x="625569" y="1201221"/>
                  </a:lnTo>
                  <a:lnTo>
                    <a:pt x="597774" y="1275192"/>
                  </a:lnTo>
                  <a:lnTo>
                    <a:pt x="570513" y="1347144"/>
                  </a:lnTo>
                  <a:lnTo>
                    <a:pt x="543938" y="1416479"/>
                  </a:lnTo>
                  <a:lnTo>
                    <a:pt x="518167" y="1482697"/>
                  </a:lnTo>
                  <a:lnTo>
                    <a:pt x="493279" y="1545406"/>
                  </a:lnTo>
                  <a:lnTo>
                    <a:pt x="469314" y="1604331"/>
                  </a:lnTo>
                  <a:lnTo>
                    <a:pt x="446271" y="1659310"/>
                  </a:lnTo>
                  <a:lnTo>
                    <a:pt x="424104" y="1710285"/>
                  </a:lnTo>
                  <a:lnTo>
                    <a:pt x="402726" y="1757296"/>
                  </a:lnTo>
                  <a:lnTo>
                    <a:pt x="394671" y="1774383"/>
                  </a:lnTo>
                  <a:lnTo>
                    <a:pt x="362592" y="1838359"/>
                  </a:lnTo>
                  <a:lnTo>
                    <a:pt x="331466" y="1893030"/>
                  </a:lnTo>
                  <a:lnTo>
                    <a:pt x="300416" y="1939421"/>
                  </a:lnTo>
                  <a:lnTo>
                    <a:pt x="268473" y="1978852"/>
                  </a:lnTo>
                  <a:lnTo>
                    <a:pt x="234796" y="2012529"/>
                  </a:lnTo>
                  <a:lnTo>
                    <a:pt x="198901" y="2041369"/>
                  </a:lnTo>
                  <a:lnTo>
                    <a:pt x="160942" y="2065929"/>
                  </a:lnTo>
                  <a:lnTo>
                    <a:pt x="122027" y="2086413"/>
                  </a:lnTo>
                  <a:lnTo>
                    <a:pt x="84399" y="2102764"/>
                  </a:lnTo>
                  <a:lnTo>
                    <a:pt x="51184" y="2114867"/>
                  </a:lnTo>
                  <a:lnTo>
                    <a:pt x="25494" y="2122828"/>
                  </a:lnTo>
                  <a:lnTo>
                    <a:pt x="9132" y="2127190"/>
                  </a:lnTo>
                  <a:lnTo>
                    <a:pt x="1605" y="2128932"/>
                  </a:lnTo>
                  <a:lnTo>
                    <a:pt x="0" y="212926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5588747"/>
              <a:ext cx="1353158" cy="384449"/>
            </a:xfrm>
            <a:custGeom>
              <a:avLst/>
              <a:pathLst>
                <a:path w="1353158" h="384449">
                  <a:moveTo>
                    <a:pt x="0" y="384449"/>
                  </a:moveTo>
                  <a:lnTo>
                    <a:pt x="1785" y="384388"/>
                  </a:lnTo>
                  <a:lnTo>
                    <a:pt x="12830" y="383950"/>
                  </a:lnTo>
                  <a:lnTo>
                    <a:pt x="37911" y="382762"/>
                  </a:lnTo>
                  <a:lnTo>
                    <a:pt x="76127" y="380568"/>
                  </a:lnTo>
                  <a:lnTo>
                    <a:pt x="122306" y="377286"/>
                  </a:lnTo>
                  <a:lnTo>
                    <a:pt x="170501" y="372943"/>
                  </a:lnTo>
                  <a:lnTo>
                    <a:pt x="216722" y="367546"/>
                  </a:lnTo>
                  <a:lnTo>
                    <a:pt x="259550" y="360989"/>
                  </a:lnTo>
                  <a:lnTo>
                    <a:pt x="299467" y="353024"/>
                  </a:lnTo>
                  <a:lnTo>
                    <a:pt x="337975" y="343283"/>
                  </a:lnTo>
                  <a:lnTo>
                    <a:pt x="376899" y="331354"/>
                  </a:lnTo>
                  <a:lnTo>
                    <a:pt x="394671" y="325303"/>
                  </a:lnTo>
                  <a:lnTo>
                    <a:pt x="428362" y="313015"/>
                  </a:lnTo>
                  <a:lnTo>
                    <a:pt x="464063" y="299076"/>
                  </a:lnTo>
                  <a:lnTo>
                    <a:pt x="502036" y="283489"/>
                  </a:lnTo>
                  <a:lnTo>
                    <a:pt x="542279" y="266369"/>
                  </a:lnTo>
                  <a:lnTo>
                    <a:pt x="584532" y="247945"/>
                  </a:lnTo>
                  <a:lnTo>
                    <a:pt x="628303" y="228559"/>
                  </a:lnTo>
                  <a:lnTo>
                    <a:pt x="672918" y="208647"/>
                  </a:lnTo>
                  <a:lnTo>
                    <a:pt x="717598" y="188694"/>
                  </a:lnTo>
                  <a:lnTo>
                    <a:pt x="761557" y="169191"/>
                  </a:lnTo>
                  <a:lnTo>
                    <a:pt x="804098" y="150584"/>
                  </a:lnTo>
                  <a:lnTo>
                    <a:pt x="844694" y="133231"/>
                  </a:lnTo>
                  <a:lnTo>
                    <a:pt x="883045" y="117383"/>
                  </a:lnTo>
                  <a:lnTo>
                    <a:pt x="919107" y="103171"/>
                  </a:lnTo>
                  <a:lnTo>
                    <a:pt x="953097" y="90617"/>
                  </a:lnTo>
                  <a:lnTo>
                    <a:pt x="958487" y="88719"/>
                  </a:lnTo>
                  <a:lnTo>
                    <a:pt x="998113" y="75726"/>
                  </a:lnTo>
                  <a:lnTo>
                    <a:pt x="1036584" y="65064"/>
                  </a:lnTo>
                  <a:lnTo>
                    <a:pt x="1075658" y="56364"/>
                  </a:lnTo>
                  <a:lnTo>
                    <a:pt x="1117060" y="49223"/>
                  </a:lnTo>
                  <a:lnTo>
                    <a:pt x="1161820" y="43334"/>
                  </a:lnTo>
                  <a:lnTo>
                    <a:pt x="1209474" y="38529"/>
                  </a:lnTo>
                  <a:lnTo>
                    <a:pt x="1257201" y="34773"/>
                  </a:lnTo>
                  <a:lnTo>
                    <a:pt x="1299711" y="32098"/>
                  </a:lnTo>
                  <a:lnTo>
                    <a:pt x="1331037" y="30486"/>
                  </a:lnTo>
                  <a:lnTo>
                    <a:pt x="1348036" y="29758"/>
                  </a:lnTo>
                  <a:lnTo>
                    <a:pt x="1352994" y="295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72" y="60"/>
                  </a:lnTo>
                  <a:lnTo>
                    <a:pt x="1340327" y="499"/>
                  </a:lnTo>
                  <a:lnTo>
                    <a:pt x="1315246" y="1687"/>
                  </a:lnTo>
                  <a:lnTo>
                    <a:pt x="1277030" y="3881"/>
                  </a:lnTo>
                  <a:lnTo>
                    <a:pt x="1230851" y="7163"/>
                  </a:lnTo>
                  <a:lnTo>
                    <a:pt x="1182656" y="11505"/>
                  </a:lnTo>
                  <a:lnTo>
                    <a:pt x="1136436" y="16902"/>
                  </a:lnTo>
                  <a:lnTo>
                    <a:pt x="1093607" y="23460"/>
                  </a:lnTo>
                  <a:lnTo>
                    <a:pt x="1053690" y="31424"/>
                  </a:lnTo>
                  <a:lnTo>
                    <a:pt x="1015182" y="41166"/>
                  </a:lnTo>
                  <a:lnTo>
                    <a:pt x="976258" y="53094"/>
                  </a:lnTo>
                  <a:lnTo>
                    <a:pt x="958487" y="59146"/>
                  </a:lnTo>
                  <a:lnTo>
                    <a:pt x="924795" y="71433"/>
                  </a:lnTo>
                  <a:lnTo>
                    <a:pt x="889094" y="85373"/>
                  </a:lnTo>
                  <a:lnTo>
                    <a:pt x="851122" y="100959"/>
                  </a:lnTo>
                  <a:lnTo>
                    <a:pt x="810879" y="118080"/>
                  </a:lnTo>
                  <a:lnTo>
                    <a:pt x="768625" y="136504"/>
                  </a:lnTo>
                  <a:lnTo>
                    <a:pt x="724854" y="155889"/>
                  </a:lnTo>
                  <a:lnTo>
                    <a:pt x="680239" y="175802"/>
                  </a:lnTo>
                  <a:lnTo>
                    <a:pt x="635559" y="195755"/>
                  </a:lnTo>
                  <a:lnTo>
                    <a:pt x="591600" y="215258"/>
                  </a:lnTo>
                  <a:lnTo>
                    <a:pt x="549059" y="233865"/>
                  </a:lnTo>
                  <a:lnTo>
                    <a:pt x="508463" y="251218"/>
                  </a:lnTo>
                  <a:lnTo>
                    <a:pt x="470112" y="267066"/>
                  </a:lnTo>
                  <a:lnTo>
                    <a:pt x="434051" y="281277"/>
                  </a:lnTo>
                  <a:lnTo>
                    <a:pt x="400060" y="293832"/>
                  </a:lnTo>
                  <a:lnTo>
                    <a:pt x="394671" y="295730"/>
                  </a:lnTo>
                  <a:lnTo>
                    <a:pt x="355044" y="308722"/>
                  </a:lnTo>
                  <a:lnTo>
                    <a:pt x="316574" y="319384"/>
                  </a:lnTo>
                  <a:lnTo>
                    <a:pt x="277499" y="328085"/>
                  </a:lnTo>
                  <a:lnTo>
                    <a:pt x="236097" y="335226"/>
                  </a:lnTo>
                  <a:lnTo>
                    <a:pt x="191337" y="341115"/>
                  </a:lnTo>
                  <a:lnTo>
                    <a:pt x="143683" y="345920"/>
                  </a:lnTo>
                  <a:lnTo>
                    <a:pt x="95956" y="349676"/>
                  </a:lnTo>
                  <a:lnTo>
                    <a:pt x="53446" y="352351"/>
                  </a:lnTo>
                  <a:lnTo>
                    <a:pt x="22120" y="353962"/>
                  </a:lnTo>
                  <a:lnTo>
                    <a:pt x="5122" y="354691"/>
                  </a:lnTo>
                  <a:lnTo>
                    <a:pt x="163" y="354871"/>
                  </a:lnTo>
                  <a:lnTo>
                    <a:pt x="0" y="35487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3518633"/>
              <a:ext cx="1353158" cy="2158833"/>
            </a:xfrm>
            <a:custGeom>
              <a:avLst/>
              <a:pathLst>
                <a:path w="1353158" h="2158833">
                  <a:moveTo>
                    <a:pt x="0" y="2158833"/>
                  </a:moveTo>
                  <a:lnTo>
                    <a:pt x="953" y="2158642"/>
                  </a:lnTo>
                  <a:lnTo>
                    <a:pt x="7020" y="2157274"/>
                  </a:lnTo>
                  <a:lnTo>
                    <a:pt x="21533" y="2153513"/>
                  </a:lnTo>
                  <a:lnTo>
                    <a:pt x="45474" y="2146316"/>
                  </a:lnTo>
                  <a:lnTo>
                    <a:pt x="77437" y="2135045"/>
                  </a:lnTo>
                  <a:lnTo>
                    <a:pt x="114463" y="2119520"/>
                  </a:lnTo>
                  <a:lnTo>
                    <a:pt x="153338" y="2099836"/>
                  </a:lnTo>
                  <a:lnTo>
                    <a:pt x="191607" y="2076080"/>
                  </a:lnTo>
                  <a:lnTo>
                    <a:pt x="227944" y="2048111"/>
                  </a:lnTo>
                  <a:lnTo>
                    <a:pt x="262033" y="2015443"/>
                  </a:lnTo>
                  <a:lnTo>
                    <a:pt x="294257" y="1977227"/>
                  </a:lnTo>
                  <a:lnTo>
                    <a:pt x="325407" y="1932305"/>
                  </a:lnTo>
                  <a:lnTo>
                    <a:pt x="356442" y="1879354"/>
                  </a:lnTo>
                  <a:lnTo>
                    <a:pt x="388279" y="1817245"/>
                  </a:lnTo>
                  <a:lnTo>
                    <a:pt x="394671" y="1803956"/>
                  </a:lnTo>
                  <a:lnTo>
                    <a:pt x="415776" y="1758443"/>
                  </a:lnTo>
                  <a:lnTo>
                    <a:pt x="437626" y="1709005"/>
                  </a:lnTo>
                  <a:lnTo>
                    <a:pt x="460324" y="1655569"/>
                  </a:lnTo>
                  <a:lnTo>
                    <a:pt x="483931" y="1598152"/>
                  </a:lnTo>
                  <a:lnTo>
                    <a:pt x="508466" y="1536875"/>
                  </a:lnTo>
                  <a:lnTo>
                    <a:pt x="533904" y="1471969"/>
                  </a:lnTo>
                  <a:lnTo>
                    <a:pt x="560181" y="1403783"/>
                  </a:lnTo>
                  <a:lnTo>
                    <a:pt x="587194" y="1332774"/>
                  </a:lnTo>
                  <a:lnTo>
                    <a:pt x="614803" y="1259504"/>
                  </a:lnTo>
                  <a:lnTo>
                    <a:pt x="642840" y="1184624"/>
                  </a:lnTo>
                  <a:lnTo>
                    <a:pt x="671118" y="1108847"/>
                  </a:lnTo>
                  <a:lnTo>
                    <a:pt x="699435" y="1032924"/>
                  </a:lnTo>
                  <a:lnTo>
                    <a:pt x="727588" y="957611"/>
                  </a:lnTo>
                  <a:lnTo>
                    <a:pt x="755383" y="883640"/>
                  </a:lnTo>
                  <a:lnTo>
                    <a:pt x="782644" y="811688"/>
                  </a:lnTo>
                  <a:lnTo>
                    <a:pt x="809219" y="742353"/>
                  </a:lnTo>
                  <a:lnTo>
                    <a:pt x="834990" y="676135"/>
                  </a:lnTo>
                  <a:lnTo>
                    <a:pt x="859878" y="613426"/>
                  </a:lnTo>
                  <a:lnTo>
                    <a:pt x="883843" y="554501"/>
                  </a:lnTo>
                  <a:lnTo>
                    <a:pt x="906887" y="499523"/>
                  </a:lnTo>
                  <a:lnTo>
                    <a:pt x="929054" y="448548"/>
                  </a:lnTo>
                  <a:lnTo>
                    <a:pt x="950431" y="401536"/>
                  </a:lnTo>
                  <a:lnTo>
                    <a:pt x="958487" y="384449"/>
                  </a:lnTo>
                  <a:lnTo>
                    <a:pt x="990565" y="320473"/>
                  </a:lnTo>
                  <a:lnTo>
                    <a:pt x="1021691" y="265802"/>
                  </a:lnTo>
                  <a:lnTo>
                    <a:pt x="1052741" y="219411"/>
                  </a:lnTo>
                  <a:lnTo>
                    <a:pt x="1084684" y="179981"/>
                  </a:lnTo>
                  <a:lnTo>
                    <a:pt x="1118361" y="146303"/>
                  </a:lnTo>
                  <a:lnTo>
                    <a:pt x="1154256" y="117463"/>
                  </a:lnTo>
                  <a:lnTo>
                    <a:pt x="1192215" y="92903"/>
                  </a:lnTo>
                  <a:lnTo>
                    <a:pt x="1231131" y="72419"/>
                  </a:lnTo>
                  <a:lnTo>
                    <a:pt x="1268758" y="56068"/>
                  </a:lnTo>
                  <a:lnTo>
                    <a:pt x="1301974" y="43965"/>
                  </a:lnTo>
                  <a:lnTo>
                    <a:pt x="1327663" y="36005"/>
                  </a:lnTo>
                  <a:lnTo>
                    <a:pt x="1344026" y="31643"/>
                  </a:lnTo>
                  <a:lnTo>
                    <a:pt x="1351553" y="299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204" y="190"/>
                  </a:lnTo>
                  <a:lnTo>
                    <a:pt x="1346137" y="1558"/>
                  </a:lnTo>
                  <a:lnTo>
                    <a:pt x="1331624" y="5319"/>
                  </a:lnTo>
                  <a:lnTo>
                    <a:pt x="1307683" y="12516"/>
                  </a:lnTo>
                  <a:lnTo>
                    <a:pt x="1275720" y="23787"/>
                  </a:lnTo>
                  <a:lnTo>
                    <a:pt x="1238694" y="39312"/>
                  </a:lnTo>
                  <a:lnTo>
                    <a:pt x="1199819" y="58996"/>
                  </a:lnTo>
                  <a:lnTo>
                    <a:pt x="1161550" y="82752"/>
                  </a:lnTo>
                  <a:lnTo>
                    <a:pt x="1125213" y="110721"/>
                  </a:lnTo>
                  <a:lnTo>
                    <a:pt x="1091125" y="143389"/>
                  </a:lnTo>
                  <a:lnTo>
                    <a:pt x="1058900" y="181605"/>
                  </a:lnTo>
                  <a:lnTo>
                    <a:pt x="1027750" y="226527"/>
                  </a:lnTo>
                  <a:lnTo>
                    <a:pt x="996715" y="279478"/>
                  </a:lnTo>
                  <a:lnTo>
                    <a:pt x="964878" y="341588"/>
                  </a:lnTo>
                  <a:lnTo>
                    <a:pt x="958487" y="354876"/>
                  </a:lnTo>
                  <a:lnTo>
                    <a:pt x="937381" y="400389"/>
                  </a:lnTo>
                  <a:lnTo>
                    <a:pt x="915531" y="449827"/>
                  </a:lnTo>
                  <a:lnTo>
                    <a:pt x="892833" y="503263"/>
                  </a:lnTo>
                  <a:lnTo>
                    <a:pt x="869226" y="560680"/>
                  </a:lnTo>
                  <a:lnTo>
                    <a:pt x="844691" y="621957"/>
                  </a:lnTo>
                  <a:lnTo>
                    <a:pt x="819253" y="686863"/>
                  </a:lnTo>
                  <a:lnTo>
                    <a:pt x="792976" y="755049"/>
                  </a:lnTo>
                  <a:lnTo>
                    <a:pt x="765963" y="826058"/>
                  </a:lnTo>
                  <a:lnTo>
                    <a:pt x="738355" y="899328"/>
                  </a:lnTo>
                  <a:lnTo>
                    <a:pt x="710317" y="974208"/>
                  </a:lnTo>
                  <a:lnTo>
                    <a:pt x="682039" y="1049985"/>
                  </a:lnTo>
                  <a:lnTo>
                    <a:pt x="653722" y="1125908"/>
                  </a:lnTo>
                  <a:lnTo>
                    <a:pt x="625569" y="1201221"/>
                  </a:lnTo>
                  <a:lnTo>
                    <a:pt x="597774" y="1275192"/>
                  </a:lnTo>
                  <a:lnTo>
                    <a:pt x="570513" y="1347144"/>
                  </a:lnTo>
                  <a:lnTo>
                    <a:pt x="543938" y="1416479"/>
                  </a:lnTo>
                  <a:lnTo>
                    <a:pt x="518167" y="1482697"/>
                  </a:lnTo>
                  <a:lnTo>
                    <a:pt x="493279" y="1545406"/>
                  </a:lnTo>
                  <a:lnTo>
                    <a:pt x="469314" y="1604331"/>
                  </a:lnTo>
                  <a:lnTo>
                    <a:pt x="446271" y="1659310"/>
                  </a:lnTo>
                  <a:lnTo>
                    <a:pt x="424104" y="1710285"/>
                  </a:lnTo>
                  <a:lnTo>
                    <a:pt x="402726" y="1757296"/>
                  </a:lnTo>
                  <a:lnTo>
                    <a:pt x="394671" y="1774383"/>
                  </a:lnTo>
                  <a:lnTo>
                    <a:pt x="362592" y="1838359"/>
                  </a:lnTo>
                  <a:lnTo>
                    <a:pt x="331466" y="1893030"/>
                  </a:lnTo>
                  <a:lnTo>
                    <a:pt x="300416" y="1939421"/>
                  </a:lnTo>
                  <a:lnTo>
                    <a:pt x="268473" y="1978852"/>
                  </a:lnTo>
                  <a:lnTo>
                    <a:pt x="234796" y="2012529"/>
                  </a:lnTo>
                  <a:lnTo>
                    <a:pt x="198901" y="2041369"/>
                  </a:lnTo>
                  <a:lnTo>
                    <a:pt x="160942" y="2065929"/>
                  </a:lnTo>
                  <a:lnTo>
                    <a:pt x="122027" y="2086413"/>
                  </a:lnTo>
                  <a:lnTo>
                    <a:pt x="84399" y="2102764"/>
                  </a:lnTo>
                  <a:lnTo>
                    <a:pt x="51184" y="2114867"/>
                  </a:lnTo>
                  <a:lnTo>
                    <a:pt x="25494" y="2122828"/>
                  </a:lnTo>
                  <a:lnTo>
                    <a:pt x="9132" y="2127190"/>
                  </a:lnTo>
                  <a:lnTo>
                    <a:pt x="1605" y="2128932"/>
                  </a:lnTo>
                  <a:lnTo>
                    <a:pt x="0" y="212926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6091489"/>
              <a:ext cx="1353158" cy="118292"/>
            </a:xfrm>
            <a:custGeom>
              <a:avLst/>
              <a:pathLst>
                <a:path w="1353158" h="118292">
                  <a:moveTo>
                    <a:pt x="0" y="29573"/>
                  </a:moveTo>
                  <a:lnTo>
                    <a:pt x="1812" y="29588"/>
                  </a:lnTo>
                  <a:lnTo>
                    <a:pt x="13016" y="29699"/>
                  </a:lnTo>
                  <a:lnTo>
                    <a:pt x="38418" y="30001"/>
                  </a:lnTo>
                  <a:lnTo>
                    <a:pt x="77031" y="30557"/>
                  </a:lnTo>
                  <a:lnTo>
                    <a:pt x="123560" y="31388"/>
                  </a:lnTo>
                  <a:lnTo>
                    <a:pt x="171991" y="32487"/>
                  </a:lnTo>
                  <a:lnTo>
                    <a:pt x="218346" y="33853"/>
                  </a:lnTo>
                  <a:lnTo>
                    <a:pt x="261266" y="35513"/>
                  </a:lnTo>
                  <a:lnTo>
                    <a:pt x="301292" y="37532"/>
                  </a:lnTo>
                  <a:lnTo>
                    <a:pt x="339979" y="40005"/>
                  </a:lnTo>
                  <a:lnTo>
                    <a:pt x="379180" y="43036"/>
                  </a:lnTo>
                  <a:lnTo>
                    <a:pt x="394671" y="44359"/>
                  </a:lnTo>
                  <a:lnTo>
                    <a:pt x="429698" y="47558"/>
                  </a:lnTo>
                  <a:lnTo>
                    <a:pt x="466907" y="51202"/>
                  </a:lnTo>
                  <a:lnTo>
                    <a:pt x="506574" y="55289"/>
                  </a:lnTo>
                  <a:lnTo>
                    <a:pt x="548670" y="59783"/>
                  </a:lnTo>
                  <a:lnTo>
                    <a:pt x="592866" y="64617"/>
                  </a:lnTo>
                  <a:lnTo>
                    <a:pt x="638571" y="69689"/>
                  </a:lnTo>
                  <a:lnTo>
                    <a:pt x="684997" y="74873"/>
                  </a:lnTo>
                  <a:lnTo>
                    <a:pt x="731261" y="80032"/>
                  </a:lnTo>
                  <a:lnTo>
                    <a:pt x="776502" y="85031"/>
                  </a:lnTo>
                  <a:lnTo>
                    <a:pt x="819993" y="89752"/>
                  </a:lnTo>
                  <a:lnTo>
                    <a:pt x="861233" y="94105"/>
                  </a:lnTo>
                  <a:lnTo>
                    <a:pt x="899998" y="98034"/>
                  </a:lnTo>
                  <a:lnTo>
                    <a:pt x="936368" y="101515"/>
                  </a:lnTo>
                  <a:lnTo>
                    <a:pt x="958487" y="103505"/>
                  </a:lnTo>
                  <a:lnTo>
                    <a:pt x="998315" y="106769"/>
                  </a:lnTo>
                  <a:lnTo>
                    <a:pt x="1036985" y="109444"/>
                  </a:lnTo>
                  <a:lnTo>
                    <a:pt x="1076284" y="111625"/>
                  </a:lnTo>
                  <a:lnTo>
                    <a:pt x="1117958" y="113413"/>
                  </a:lnTo>
                  <a:lnTo>
                    <a:pt x="1163033" y="114886"/>
                  </a:lnTo>
                  <a:lnTo>
                    <a:pt x="1210989" y="116086"/>
                  </a:lnTo>
                  <a:lnTo>
                    <a:pt x="1258883" y="117021"/>
                  </a:lnTo>
                  <a:lnTo>
                    <a:pt x="1301278" y="117682"/>
                  </a:lnTo>
                  <a:lnTo>
                    <a:pt x="1332160" y="118076"/>
                  </a:lnTo>
                  <a:lnTo>
                    <a:pt x="1348546" y="118250"/>
                  </a:lnTo>
                  <a:lnTo>
                    <a:pt x="1353158" y="118292"/>
                  </a:lnTo>
                  <a:lnTo>
                    <a:pt x="1353158" y="88719"/>
                  </a:lnTo>
                  <a:lnTo>
                    <a:pt x="1351345" y="88703"/>
                  </a:lnTo>
                  <a:lnTo>
                    <a:pt x="1340141" y="88592"/>
                  </a:lnTo>
                  <a:lnTo>
                    <a:pt x="1314739" y="88290"/>
                  </a:lnTo>
                  <a:lnTo>
                    <a:pt x="1276126" y="87734"/>
                  </a:lnTo>
                  <a:lnTo>
                    <a:pt x="1229597" y="86903"/>
                  </a:lnTo>
                  <a:lnTo>
                    <a:pt x="1181166" y="85804"/>
                  </a:lnTo>
                  <a:lnTo>
                    <a:pt x="1134811" y="84438"/>
                  </a:lnTo>
                  <a:lnTo>
                    <a:pt x="1091892" y="82778"/>
                  </a:lnTo>
                  <a:lnTo>
                    <a:pt x="1051865" y="80759"/>
                  </a:lnTo>
                  <a:lnTo>
                    <a:pt x="1013178" y="78286"/>
                  </a:lnTo>
                  <a:lnTo>
                    <a:pt x="973978" y="75256"/>
                  </a:lnTo>
                  <a:lnTo>
                    <a:pt x="958487" y="73932"/>
                  </a:lnTo>
                  <a:lnTo>
                    <a:pt x="923459" y="70734"/>
                  </a:lnTo>
                  <a:lnTo>
                    <a:pt x="886250" y="67089"/>
                  </a:lnTo>
                  <a:lnTo>
                    <a:pt x="846583" y="63003"/>
                  </a:lnTo>
                  <a:lnTo>
                    <a:pt x="804487" y="58508"/>
                  </a:lnTo>
                  <a:lnTo>
                    <a:pt x="760291" y="53674"/>
                  </a:lnTo>
                  <a:lnTo>
                    <a:pt x="714586" y="48603"/>
                  </a:lnTo>
                  <a:lnTo>
                    <a:pt x="668160" y="43418"/>
                  </a:lnTo>
                  <a:lnTo>
                    <a:pt x="621896" y="38259"/>
                  </a:lnTo>
                  <a:lnTo>
                    <a:pt x="576655" y="33260"/>
                  </a:lnTo>
                  <a:lnTo>
                    <a:pt x="533164" y="28539"/>
                  </a:lnTo>
                  <a:lnTo>
                    <a:pt x="491925" y="24186"/>
                  </a:lnTo>
                  <a:lnTo>
                    <a:pt x="453160" y="20258"/>
                  </a:lnTo>
                  <a:lnTo>
                    <a:pt x="416789" y="16776"/>
                  </a:lnTo>
                  <a:lnTo>
                    <a:pt x="394671" y="14786"/>
                  </a:lnTo>
                  <a:lnTo>
                    <a:pt x="354842" y="11523"/>
                  </a:lnTo>
                  <a:lnTo>
                    <a:pt x="316172" y="8847"/>
                  </a:lnTo>
                  <a:lnTo>
                    <a:pt x="276873" y="6667"/>
                  </a:lnTo>
                  <a:lnTo>
                    <a:pt x="235199" y="4878"/>
                  </a:lnTo>
                  <a:lnTo>
                    <a:pt x="190124" y="3405"/>
                  </a:lnTo>
                  <a:lnTo>
                    <a:pt x="142169" y="2205"/>
                  </a:lnTo>
                  <a:lnTo>
                    <a:pt x="94274" y="1270"/>
                  </a:lnTo>
                  <a:lnTo>
                    <a:pt x="51879" y="609"/>
                  </a:lnTo>
                  <a:lnTo>
                    <a:pt x="20997" y="215"/>
                  </a:lnTo>
                  <a:lnTo>
                    <a:pt x="4611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4849421"/>
              <a:ext cx="1353158" cy="975910"/>
            </a:xfrm>
            <a:custGeom>
              <a:avLst/>
              <a:pathLst>
                <a:path w="1353158" h="975910">
                  <a:moveTo>
                    <a:pt x="0" y="975910"/>
                  </a:moveTo>
                  <a:lnTo>
                    <a:pt x="1629" y="975763"/>
                  </a:lnTo>
                  <a:lnTo>
                    <a:pt x="11759" y="974699"/>
                  </a:lnTo>
                  <a:lnTo>
                    <a:pt x="34971" y="971811"/>
                  </a:lnTo>
                  <a:lnTo>
                    <a:pt x="70829" y="966443"/>
                  </a:lnTo>
                  <a:lnTo>
                    <a:pt x="114881" y="958353"/>
                  </a:lnTo>
                  <a:lnTo>
                    <a:pt x="161604" y="947592"/>
                  </a:lnTo>
                  <a:lnTo>
                    <a:pt x="206967" y="934206"/>
                  </a:lnTo>
                  <a:lnTo>
                    <a:pt x="249243" y="918004"/>
                  </a:lnTo>
                  <a:lnTo>
                    <a:pt x="288548" y="898466"/>
                  </a:lnTo>
                  <a:lnTo>
                    <a:pt x="326079" y="874760"/>
                  </a:lnTo>
                  <a:lnTo>
                    <a:pt x="363473" y="845884"/>
                  </a:lnTo>
                  <a:lnTo>
                    <a:pt x="394671" y="818187"/>
                  </a:lnTo>
                  <a:lnTo>
                    <a:pt x="423193" y="790610"/>
                  </a:lnTo>
                  <a:lnTo>
                    <a:pt x="453127" y="759860"/>
                  </a:lnTo>
                  <a:lnTo>
                    <a:pt x="484670" y="725908"/>
                  </a:lnTo>
                  <a:lnTo>
                    <a:pt x="517883" y="688870"/>
                  </a:lnTo>
                  <a:lnTo>
                    <a:pt x="552687" y="649021"/>
                  </a:lnTo>
                  <a:lnTo>
                    <a:pt x="588873" y="606800"/>
                  </a:lnTo>
                  <a:lnTo>
                    <a:pt x="626115" y="562801"/>
                  </a:lnTo>
                  <a:lnTo>
                    <a:pt x="663995" y="517739"/>
                  </a:lnTo>
                  <a:lnTo>
                    <a:pt x="702037" y="472408"/>
                  </a:lnTo>
                  <a:lnTo>
                    <a:pt x="739752" y="427620"/>
                  </a:lnTo>
                  <a:lnTo>
                    <a:pt x="776679" y="384149"/>
                  </a:lnTo>
                  <a:lnTo>
                    <a:pt x="812428" y="342672"/>
                  </a:lnTo>
                  <a:lnTo>
                    <a:pt x="846710" y="303734"/>
                  </a:lnTo>
                  <a:lnTo>
                    <a:pt x="879359" y="267719"/>
                  </a:lnTo>
                  <a:lnTo>
                    <a:pt x="910344" y="234847"/>
                  </a:lnTo>
                  <a:lnTo>
                    <a:pt x="939770" y="205181"/>
                  </a:lnTo>
                  <a:lnTo>
                    <a:pt x="958487" y="187296"/>
                  </a:lnTo>
                  <a:lnTo>
                    <a:pt x="996910" y="153626"/>
                  </a:lnTo>
                  <a:lnTo>
                    <a:pt x="1034200" y="125816"/>
                  </a:lnTo>
                  <a:lnTo>
                    <a:pt x="1071950" y="102984"/>
                  </a:lnTo>
                  <a:lnTo>
                    <a:pt x="1111755" y="84140"/>
                  </a:lnTo>
                  <a:lnTo>
                    <a:pt x="1154658" y="68507"/>
                  </a:lnTo>
                  <a:lnTo>
                    <a:pt x="1200484" y="55629"/>
                  </a:lnTo>
                  <a:lnTo>
                    <a:pt x="1247076" y="45371"/>
                  </a:lnTo>
                  <a:lnTo>
                    <a:pt x="1289999" y="37804"/>
                  </a:lnTo>
                  <a:lnTo>
                    <a:pt x="1323692" y="32941"/>
                  </a:lnTo>
                  <a:lnTo>
                    <a:pt x="1344277" y="30465"/>
                  </a:lnTo>
                  <a:lnTo>
                    <a:pt x="1352280" y="2965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28" y="147"/>
                  </a:lnTo>
                  <a:lnTo>
                    <a:pt x="1341399" y="1211"/>
                  </a:lnTo>
                  <a:lnTo>
                    <a:pt x="1318186" y="4099"/>
                  </a:lnTo>
                  <a:lnTo>
                    <a:pt x="1282329" y="9467"/>
                  </a:lnTo>
                  <a:lnTo>
                    <a:pt x="1238276" y="17557"/>
                  </a:lnTo>
                  <a:lnTo>
                    <a:pt x="1191553" y="28318"/>
                  </a:lnTo>
                  <a:lnTo>
                    <a:pt x="1146190" y="41704"/>
                  </a:lnTo>
                  <a:lnTo>
                    <a:pt x="1103914" y="57906"/>
                  </a:lnTo>
                  <a:lnTo>
                    <a:pt x="1064609" y="77444"/>
                  </a:lnTo>
                  <a:lnTo>
                    <a:pt x="1027078" y="101150"/>
                  </a:lnTo>
                  <a:lnTo>
                    <a:pt x="989685" y="130026"/>
                  </a:lnTo>
                  <a:lnTo>
                    <a:pt x="958487" y="157722"/>
                  </a:lnTo>
                  <a:lnTo>
                    <a:pt x="929964" y="185300"/>
                  </a:lnTo>
                  <a:lnTo>
                    <a:pt x="900030" y="216050"/>
                  </a:lnTo>
                  <a:lnTo>
                    <a:pt x="868487" y="250002"/>
                  </a:lnTo>
                  <a:lnTo>
                    <a:pt x="835274" y="287040"/>
                  </a:lnTo>
                  <a:lnTo>
                    <a:pt x="800470" y="326889"/>
                  </a:lnTo>
                  <a:lnTo>
                    <a:pt x="764284" y="369110"/>
                  </a:lnTo>
                  <a:lnTo>
                    <a:pt x="727042" y="413109"/>
                  </a:lnTo>
                  <a:lnTo>
                    <a:pt x="689162" y="458171"/>
                  </a:lnTo>
                  <a:lnTo>
                    <a:pt x="651120" y="503502"/>
                  </a:lnTo>
                  <a:lnTo>
                    <a:pt x="613405" y="548290"/>
                  </a:lnTo>
                  <a:lnTo>
                    <a:pt x="576478" y="591761"/>
                  </a:lnTo>
                  <a:lnTo>
                    <a:pt x="540729" y="633238"/>
                  </a:lnTo>
                  <a:lnTo>
                    <a:pt x="506447" y="672176"/>
                  </a:lnTo>
                  <a:lnTo>
                    <a:pt x="473798" y="708191"/>
                  </a:lnTo>
                  <a:lnTo>
                    <a:pt x="442813" y="741063"/>
                  </a:lnTo>
                  <a:lnTo>
                    <a:pt x="413387" y="770729"/>
                  </a:lnTo>
                  <a:lnTo>
                    <a:pt x="394671" y="788614"/>
                  </a:lnTo>
                  <a:lnTo>
                    <a:pt x="356247" y="822284"/>
                  </a:lnTo>
                  <a:lnTo>
                    <a:pt x="318957" y="850094"/>
                  </a:lnTo>
                  <a:lnTo>
                    <a:pt x="281207" y="872926"/>
                  </a:lnTo>
                  <a:lnTo>
                    <a:pt x="241403" y="891770"/>
                  </a:lnTo>
                  <a:lnTo>
                    <a:pt x="198499" y="907403"/>
                  </a:lnTo>
                  <a:lnTo>
                    <a:pt x="152673" y="920281"/>
                  </a:lnTo>
                  <a:lnTo>
                    <a:pt x="106081" y="930539"/>
                  </a:lnTo>
                  <a:lnTo>
                    <a:pt x="63158" y="938106"/>
                  </a:lnTo>
                  <a:lnTo>
                    <a:pt x="29465" y="942968"/>
                  </a:lnTo>
                  <a:lnTo>
                    <a:pt x="8881" y="945445"/>
                  </a:lnTo>
                  <a:lnTo>
                    <a:pt x="877" y="946260"/>
                  </a:lnTo>
                  <a:lnTo>
                    <a:pt x="0" y="94633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5618320"/>
              <a:ext cx="1353158" cy="384449"/>
            </a:xfrm>
            <a:custGeom>
              <a:avLst/>
              <a:pathLst>
                <a:path w="1353158" h="384449">
                  <a:moveTo>
                    <a:pt x="0" y="384449"/>
                  </a:moveTo>
                  <a:lnTo>
                    <a:pt x="1785" y="384388"/>
                  </a:lnTo>
                  <a:lnTo>
                    <a:pt x="12830" y="383950"/>
                  </a:lnTo>
                  <a:lnTo>
                    <a:pt x="37911" y="382762"/>
                  </a:lnTo>
                  <a:lnTo>
                    <a:pt x="76127" y="380568"/>
                  </a:lnTo>
                  <a:lnTo>
                    <a:pt x="122306" y="377286"/>
                  </a:lnTo>
                  <a:lnTo>
                    <a:pt x="170501" y="372943"/>
                  </a:lnTo>
                  <a:lnTo>
                    <a:pt x="216722" y="367546"/>
                  </a:lnTo>
                  <a:lnTo>
                    <a:pt x="259550" y="360989"/>
                  </a:lnTo>
                  <a:lnTo>
                    <a:pt x="299467" y="353024"/>
                  </a:lnTo>
                  <a:lnTo>
                    <a:pt x="337975" y="343283"/>
                  </a:lnTo>
                  <a:lnTo>
                    <a:pt x="376899" y="331354"/>
                  </a:lnTo>
                  <a:lnTo>
                    <a:pt x="394671" y="325303"/>
                  </a:lnTo>
                  <a:lnTo>
                    <a:pt x="428362" y="313015"/>
                  </a:lnTo>
                  <a:lnTo>
                    <a:pt x="464063" y="299076"/>
                  </a:lnTo>
                  <a:lnTo>
                    <a:pt x="502036" y="283489"/>
                  </a:lnTo>
                  <a:lnTo>
                    <a:pt x="542279" y="266369"/>
                  </a:lnTo>
                  <a:lnTo>
                    <a:pt x="584532" y="247945"/>
                  </a:lnTo>
                  <a:lnTo>
                    <a:pt x="628303" y="228559"/>
                  </a:lnTo>
                  <a:lnTo>
                    <a:pt x="672918" y="208647"/>
                  </a:lnTo>
                  <a:lnTo>
                    <a:pt x="717598" y="188694"/>
                  </a:lnTo>
                  <a:lnTo>
                    <a:pt x="761557" y="169191"/>
                  </a:lnTo>
                  <a:lnTo>
                    <a:pt x="804098" y="150584"/>
                  </a:lnTo>
                  <a:lnTo>
                    <a:pt x="844694" y="133231"/>
                  </a:lnTo>
                  <a:lnTo>
                    <a:pt x="883045" y="117383"/>
                  </a:lnTo>
                  <a:lnTo>
                    <a:pt x="919107" y="103171"/>
                  </a:lnTo>
                  <a:lnTo>
                    <a:pt x="953097" y="90617"/>
                  </a:lnTo>
                  <a:lnTo>
                    <a:pt x="958487" y="88719"/>
                  </a:lnTo>
                  <a:lnTo>
                    <a:pt x="998113" y="75726"/>
                  </a:lnTo>
                  <a:lnTo>
                    <a:pt x="1036584" y="65064"/>
                  </a:lnTo>
                  <a:lnTo>
                    <a:pt x="1075658" y="56364"/>
                  </a:lnTo>
                  <a:lnTo>
                    <a:pt x="1117060" y="49223"/>
                  </a:lnTo>
                  <a:lnTo>
                    <a:pt x="1161820" y="43334"/>
                  </a:lnTo>
                  <a:lnTo>
                    <a:pt x="1209474" y="38529"/>
                  </a:lnTo>
                  <a:lnTo>
                    <a:pt x="1257201" y="34773"/>
                  </a:lnTo>
                  <a:lnTo>
                    <a:pt x="1299711" y="32098"/>
                  </a:lnTo>
                  <a:lnTo>
                    <a:pt x="1331037" y="30486"/>
                  </a:lnTo>
                  <a:lnTo>
                    <a:pt x="1348036" y="29758"/>
                  </a:lnTo>
                  <a:lnTo>
                    <a:pt x="1352994" y="295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72" y="60"/>
                  </a:lnTo>
                  <a:lnTo>
                    <a:pt x="1340327" y="499"/>
                  </a:lnTo>
                  <a:lnTo>
                    <a:pt x="1315246" y="1687"/>
                  </a:lnTo>
                  <a:lnTo>
                    <a:pt x="1277030" y="3881"/>
                  </a:lnTo>
                  <a:lnTo>
                    <a:pt x="1230851" y="7163"/>
                  </a:lnTo>
                  <a:lnTo>
                    <a:pt x="1182656" y="11505"/>
                  </a:lnTo>
                  <a:lnTo>
                    <a:pt x="1136436" y="16902"/>
                  </a:lnTo>
                  <a:lnTo>
                    <a:pt x="1093607" y="23460"/>
                  </a:lnTo>
                  <a:lnTo>
                    <a:pt x="1053690" y="31424"/>
                  </a:lnTo>
                  <a:lnTo>
                    <a:pt x="1015182" y="41166"/>
                  </a:lnTo>
                  <a:lnTo>
                    <a:pt x="976258" y="53094"/>
                  </a:lnTo>
                  <a:lnTo>
                    <a:pt x="958487" y="59146"/>
                  </a:lnTo>
                  <a:lnTo>
                    <a:pt x="924795" y="71433"/>
                  </a:lnTo>
                  <a:lnTo>
                    <a:pt x="889094" y="85373"/>
                  </a:lnTo>
                  <a:lnTo>
                    <a:pt x="851122" y="100959"/>
                  </a:lnTo>
                  <a:lnTo>
                    <a:pt x="810879" y="118080"/>
                  </a:lnTo>
                  <a:lnTo>
                    <a:pt x="768625" y="136504"/>
                  </a:lnTo>
                  <a:lnTo>
                    <a:pt x="724854" y="155889"/>
                  </a:lnTo>
                  <a:lnTo>
                    <a:pt x="680239" y="175802"/>
                  </a:lnTo>
                  <a:lnTo>
                    <a:pt x="635559" y="195755"/>
                  </a:lnTo>
                  <a:lnTo>
                    <a:pt x="591600" y="215258"/>
                  </a:lnTo>
                  <a:lnTo>
                    <a:pt x="549059" y="233865"/>
                  </a:lnTo>
                  <a:lnTo>
                    <a:pt x="508463" y="251218"/>
                  </a:lnTo>
                  <a:lnTo>
                    <a:pt x="470112" y="267066"/>
                  </a:lnTo>
                  <a:lnTo>
                    <a:pt x="434051" y="281277"/>
                  </a:lnTo>
                  <a:lnTo>
                    <a:pt x="400060" y="293832"/>
                  </a:lnTo>
                  <a:lnTo>
                    <a:pt x="394671" y="295730"/>
                  </a:lnTo>
                  <a:lnTo>
                    <a:pt x="355044" y="308722"/>
                  </a:lnTo>
                  <a:lnTo>
                    <a:pt x="316574" y="319384"/>
                  </a:lnTo>
                  <a:lnTo>
                    <a:pt x="277499" y="328085"/>
                  </a:lnTo>
                  <a:lnTo>
                    <a:pt x="236097" y="335226"/>
                  </a:lnTo>
                  <a:lnTo>
                    <a:pt x="191337" y="341115"/>
                  </a:lnTo>
                  <a:lnTo>
                    <a:pt x="143683" y="345920"/>
                  </a:lnTo>
                  <a:lnTo>
                    <a:pt x="95956" y="349676"/>
                  </a:lnTo>
                  <a:lnTo>
                    <a:pt x="53446" y="352351"/>
                  </a:lnTo>
                  <a:lnTo>
                    <a:pt x="22120" y="353962"/>
                  </a:lnTo>
                  <a:lnTo>
                    <a:pt x="5122" y="354691"/>
                  </a:lnTo>
                  <a:lnTo>
                    <a:pt x="163" y="354871"/>
                  </a:lnTo>
                  <a:lnTo>
                    <a:pt x="0" y="35487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3548206"/>
              <a:ext cx="1353158" cy="2158833"/>
            </a:xfrm>
            <a:custGeom>
              <a:avLst/>
              <a:pathLst>
                <a:path w="1353158" h="2158833">
                  <a:moveTo>
                    <a:pt x="0" y="2158833"/>
                  </a:moveTo>
                  <a:lnTo>
                    <a:pt x="953" y="2158642"/>
                  </a:lnTo>
                  <a:lnTo>
                    <a:pt x="7020" y="2157274"/>
                  </a:lnTo>
                  <a:lnTo>
                    <a:pt x="21533" y="2153513"/>
                  </a:lnTo>
                  <a:lnTo>
                    <a:pt x="45474" y="2146316"/>
                  </a:lnTo>
                  <a:lnTo>
                    <a:pt x="77437" y="2135045"/>
                  </a:lnTo>
                  <a:lnTo>
                    <a:pt x="114463" y="2119520"/>
                  </a:lnTo>
                  <a:lnTo>
                    <a:pt x="153338" y="2099836"/>
                  </a:lnTo>
                  <a:lnTo>
                    <a:pt x="191607" y="2076080"/>
                  </a:lnTo>
                  <a:lnTo>
                    <a:pt x="227944" y="2048111"/>
                  </a:lnTo>
                  <a:lnTo>
                    <a:pt x="262033" y="2015443"/>
                  </a:lnTo>
                  <a:lnTo>
                    <a:pt x="294257" y="1977227"/>
                  </a:lnTo>
                  <a:lnTo>
                    <a:pt x="325407" y="1932305"/>
                  </a:lnTo>
                  <a:lnTo>
                    <a:pt x="356442" y="1879354"/>
                  </a:lnTo>
                  <a:lnTo>
                    <a:pt x="388279" y="1817245"/>
                  </a:lnTo>
                  <a:lnTo>
                    <a:pt x="394671" y="1803956"/>
                  </a:lnTo>
                  <a:lnTo>
                    <a:pt x="415776" y="1758443"/>
                  </a:lnTo>
                  <a:lnTo>
                    <a:pt x="437626" y="1709005"/>
                  </a:lnTo>
                  <a:lnTo>
                    <a:pt x="460324" y="1655569"/>
                  </a:lnTo>
                  <a:lnTo>
                    <a:pt x="483931" y="1598152"/>
                  </a:lnTo>
                  <a:lnTo>
                    <a:pt x="508466" y="1536875"/>
                  </a:lnTo>
                  <a:lnTo>
                    <a:pt x="533904" y="1471969"/>
                  </a:lnTo>
                  <a:lnTo>
                    <a:pt x="560181" y="1403783"/>
                  </a:lnTo>
                  <a:lnTo>
                    <a:pt x="587194" y="1332774"/>
                  </a:lnTo>
                  <a:lnTo>
                    <a:pt x="614803" y="1259504"/>
                  </a:lnTo>
                  <a:lnTo>
                    <a:pt x="642840" y="1184624"/>
                  </a:lnTo>
                  <a:lnTo>
                    <a:pt x="671118" y="1108847"/>
                  </a:lnTo>
                  <a:lnTo>
                    <a:pt x="699435" y="1032924"/>
                  </a:lnTo>
                  <a:lnTo>
                    <a:pt x="727588" y="957611"/>
                  </a:lnTo>
                  <a:lnTo>
                    <a:pt x="755383" y="883640"/>
                  </a:lnTo>
                  <a:lnTo>
                    <a:pt x="782644" y="811688"/>
                  </a:lnTo>
                  <a:lnTo>
                    <a:pt x="809219" y="742353"/>
                  </a:lnTo>
                  <a:lnTo>
                    <a:pt x="834990" y="676135"/>
                  </a:lnTo>
                  <a:lnTo>
                    <a:pt x="859878" y="613426"/>
                  </a:lnTo>
                  <a:lnTo>
                    <a:pt x="883843" y="554501"/>
                  </a:lnTo>
                  <a:lnTo>
                    <a:pt x="906887" y="499523"/>
                  </a:lnTo>
                  <a:lnTo>
                    <a:pt x="929054" y="448548"/>
                  </a:lnTo>
                  <a:lnTo>
                    <a:pt x="950431" y="401536"/>
                  </a:lnTo>
                  <a:lnTo>
                    <a:pt x="958487" y="384449"/>
                  </a:lnTo>
                  <a:lnTo>
                    <a:pt x="990565" y="320473"/>
                  </a:lnTo>
                  <a:lnTo>
                    <a:pt x="1021691" y="265802"/>
                  </a:lnTo>
                  <a:lnTo>
                    <a:pt x="1052741" y="219411"/>
                  </a:lnTo>
                  <a:lnTo>
                    <a:pt x="1084684" y="179981"/>
                  </a:lnTo>
                  <a:lnTo>
                    <a:pt x="1118361" y="146303"/>
                  </a:lnTo>
                  <a:lnTo>
                    <a:pt x="1154256" y="117463"/>
                  </a:lnTo>
                  <a:lnTo>
                    <a:pt x="1192215" y="92903"/>
                  </a:lnTo>
                  <a:lnTo>
                    <a:pt x="1231131" y="72419"/>
                  </a:lnTo>
                  <a:lnTo>
                    <a:pt x="1268758" y="56068"/>
                  </a:lnTo>
                  <a:lnTo>
                    <a:pt x="1301974" y="43965"/>
                  </a:lnTo>
                  <a:lnTo>
                    <a:pt x="1327663" y="36005"/>
                  </a:lnTo>
                  <a:lnTo>
                    <a:pt x="1344026" y="31643"/>
                  </a:lnTo>
                  <a:lnTo>
                    <a:pt x="1351553" y="299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204" y="190"/>
                  </a:lnTo>
                  <a:lnTo>
                    <a:pt x="1346137" y="1558"/>
                  </a:lnTo>
                  <a:lnTo>
                    <a:pt x="1331624" y="5319"/>
                  </a:lnTo>
                  <a:lnTo>
                    <a:pt x="1307683" y="12516"/>
                  </a:lnTo>
                  <a:lnTo>
                    <a:pt x="1275720" y="23787"/>
                  </a:lnTo>
                  <a:lnTo>
                    <a:pt x="1238694" y="39312"/>
                  </a:lnTo>
                  <a:lnTo>
                    <a:pt x="1199819" y="58996"/>
                  </a:lnTo>
                  <a:lnTo>
                    <a:pt x="1161550" y="82752"/>
                  </a:lnTo>
                  <a:lnTo>
                    <a:pt x="1125213" y="110721"/>
                  </a:lnTo>
                  <a:lnTo>
                    <a:pt x="1091125" y="143389"/>
                  </a:lnTo>
                  <a:lnTo>
                    <a:pt x="1058900" y="181605"/>
                  </a:lnTo>
                  <a:lnTo>
                    <a:pt x="1027750" y="226527"/>
                  </a:lnTo>
                  <a:lnTo>
                    <a:pt x="996715" y="279478"/>
                  </a:lnTo>
                  <a:lnTo>
                    <a:pt x="964878" y="341588"/>
                  </a:lnTo>
                  <a:lnTo>
                    <a:pt x="958487" y="354876"/>
                  </a:lnTo>
                  <a:lnTo>
                    <a:pt x="937381" y="400389"/>
                  </a:lnTo>
                  <a:lnTo>
                    <a:pt x="915531" y="449827"/>
                  </a:lnTo>
                  <a:lnTo>
                    <a:pt x="892833" y="503263"/>
                  </a:lnTo>
                  <a:lnTo>
                    <a:pt x="869226" y="560680"/>
                  </a:lnTo>
                  <a:lnTo>
                    <a:pt x="844691" y="621957"/>
                  </a:lnTo>
                  <a:lnTo>
                    <a:pt x="819253" y="686863"/>
                  </a:lnTo>
                  <a:lnTo>
                    <a:pt x="792976" y="755049"/>
                  </a:lnTo>
                  <a:lnTo>
                    <a:pt x="765963" y="826058"/>
                  </a:lnTo>
                  <a:lnTo>
                    <a:pt x="738355" y="899328"/>
                  </a:lnTo>
                  <a:lnTo>
                    <a:pt x="710317" y="974208"/>
                  </a:lnTo>
                  <a:lnTo>
                    <a:pt x="682039" y="1049985"/>
                  </a:lnTo>
                  <a:lnTo>
                    <a:pt x="653722" y="1125908"/>
                  </a:lnTo>
                  <a:lnTo>
                    <a:pt x="625569" y="1201221"/>
                  </a:lnTo>
                  <a:lnTo>
                    <a:pt x="597774" y="1275192"/>
                  </a:lnTo>
                  <a:lnTo>
                    <a:pt x="570513" y="1347144"/>
                  </a:lnTo>
                  <a:lnTo>
                    <a:pt x="543938" y="1416479"/>
                  </a:lnTo>
                  <a:lnTo>
                    <a:pt x="518167" y="1482697"/>
                  </a:lnTo>
                  <a:lnTo>
                    <a:pt x="493279" y="1545406"/>
                  </a:lnTo>
                  <a:lnTo>
                    <a:pt x="469314" y="1604331"/>
                  </a:lnTo>
                  <a:lnTo>
                    <a:pt x="446271" y="1659310"/>
                  </a:lnTo>
                  <a:lnTo>
                    <a:pt x="424104" y="1710285"/>
                  </a:lnTo>
                  <a:lnTo>
                    <a:pt x="402726" y="1757296"/>
                  </a:lnTo>
                  <a:lnTo>
                    <a:pt x="394671" y="1774383"/>
                  </a:lnTo>
                  <a:lnTo>
                    <a:pt x="362592" y="1838359"/>
                  </a:lnTo>
                  <a:lnTo>
                    <a:pt x="331466" y="1893030"/>
                  </a:lnTo>
                  <a:lnTo>
                    <a:pt x="300416" y="1939421"/>
                  </a:lnTo>
                  <a:lnTo>
                    <a:pt x="268473" y="1978852"/>
                  </a:lnTo>
                  <a:lnTo>
                    <a:pt x="234796" y="2012529"/>
                  </a:lnTo>
                  <a:lnTo>
                    <a:pt x="198901" y="2041369"/>
                  </a:lnTo>
                  <a:lnTo>
                    <a:pt x="160942" y="2065929"/>
                  </a:lnTo>
                  <a:lnTo>
                    <a:pt x="122027" y="2086413"/>
                  </a:lnTo>
                  <a:lnTo>
                    <a:pt x="84399" y="2102764"/>
                  </a:lnTo>
                  <a:lnTo>
                    <a:pt x="51184" y="2114867"/>
                  </a:lnTo>
                  <a:lnTo>
                    <a:pt x="25494" y="2122828"/>
                  </a:lnTo>
                  <a:lnTo>
                    <a:pt x="9132" y="2127190"/>
                  </a:lnTo>
                  <a:lnTo>
                    <a:pt x="1605" y="2128932"/>
                  </a:lnTo>
                  <a:lnTo>
                    <a:pt x="0" y="212926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6121062"/>
              <a:ext cx="1353158" cy="118292"/>
            </a:xfrm>
            <a:custGeom>
              <a:avLst/>
              <a:pathLst>
                <a:path w="1353158" h="118292">
                  <a:moveTo>
                    <a:pt x="0" y="29573"/>
                  </a:moveTo>
                  <a:lnTo>
                    <a:pt x="1812" y="29588"/>
                  </a:lnTo>
                  <a:lnTo>
                    <a:pt x="13016" y="29699"/>
                  </a:lnTo>
                  <a:lnTo>
                    <a:pt x="38418" y="30001"/>
                  </a:lnTo>
                  <a:lnTo>
                    <a:pt x="77031" y="30557"/>
                  </a:lnTo>
                  <a:lnTo>
                    <a:pt x="123560" y="31388"/>
                  </a:lnTo>
                  <a:lnTo>
                    <a:pt x="171991" y="32487"/>
                  </a:lnTo>
                  <a:lnTo>
                    <a:pt x="218346" y="33853"/>
                  </a:lnTo>
                  <a:lnTo>
                    <a:pt x="261266" y="35513"/>
                  </a:lnTo>
                  <a:lnTo>
                    <a:pt x="301292" y="37532"/>
                  </a:lnTo>
                  <a:lnTo>
                    <a:pt x="339979" y="40005"/>
                  </a:lnTo>
                  <a:lnTo>
                    <a:pt x="379180" y="43036"/>
                  </a:lnTo>
                  <a:lnTo>
                    <a:pt x="394671" y="44359"/>
                  </a:lnTo>
                  <a:lnTo>
                    <a:pt x="429698" y="47558"/>
                  </a:lnTo>
                  <a:lnTo>
                    <a:pt x="466907" y="51202"/>
                  </a:lnTo>
                  <a:lnTo>
                    <a:pt x="506574" y="55289"/>
                  </a:lnTo>
                  <a:lnTo>
                    <a:pt x="548670" y="59783"/>
                  </a:lnTo>
                  <a:lnTo>
                    <a:pt x="592866" y="64617"/>
                  </a:lnTo>
                  <a:lnTo>
                    <a:pt x="638571" y="69689"/>
                  </a:lnTo>
                  <a:lnTo>
                    <a:pt x="684997" y="74873"/>
                  </a:lnTo>
                  <a:lnTo>
                    <a:pt x="731261" y="80032"/>
                  </a:lnTo>
                  <a:lnTo>
                    <a:pt x="776502" y="85031"/>
                  </a:lnTo>
                  <a:lnTo>
                    <a:pt x="819993" y="89752"/>
                  </a:lnTo>
                  <a:lnTo>
                    <a:pt x="861233" y="94105"/>
                  </a:lnTo>
                  <a:lnTo>
                    <a:pt x="899998" y="98034"/>
                  </a:lnTo>
                  <a:lnTo>
                    <a:pt x="936368" y="101515"/>
                  </a:lnTo>
                  <a:lnTo>
                    <a:pt x="958487" y="103505"/>
                  </a:lnTo>
                  <a:lnTo>
                    <a:pt x="998315" y="106769"/>
                  </a:lnTo>
                  <a:lnTo>
                    <a:pt x="1036985" y="109444"/>
                  </a:lnTo>
                  <a:lnTo>
                    <a:pt x="1076284" y="111625"/>
                  </a:lnTo>
                  <a:lnTo>
                    <a:pt x="1117958" y="113413"/>
                  </a:lnTo>
                  <a:lnTo>
                    <a:pt x="1163033" y="114886"/>
                  </a:lnTo>
                  <a:lnTo>
                    <a:pt x="1210989" y="116086"/>
                  </a:lnTo>
                  <a:lnTo>
                    <a:pt x="1258883" y="117021"/>
                  </a:lnTo>
                  <a:lnTo>
                    <a:pt x="1301278" y="117682"/>
                  </a:lnTo>
                  <a:lnTo>
                    <a:pt x="1332160" y="118076"/>
                  </a:lnTo>
                  <a:lnTo>
                    <a:pt x="1348546" y="118250"/>
                  </a:lnTo>
                  <a:lnTo>
                    <a:pt x="1353158" y="118292"/>
                  </a:lnTo>
                  <a:lnTo>
                    <a:pt x="1353158" y="88719"/>
                  </a:lnTo>
                  <a:lnTo>
                    <a:pt x="1351345" y="88703"/>
                  </a:lnTo>
                  <a:lnTo>
                    <a:pt x="1340141" y="88592"/>
                  </a:lnTo>
                  <a:lnTo>
                    <a:pt x="1314739" y="88290"/>
                  </a:lnTo>
                  <a:lnTo>
                    <a:pt x="1276126" y="87734"/>
                  </a:lnTo>
                  <a:lnTo>
                    <a:pt x="1229597" y="86903"/>
                  </a:lnTo>
                  <a:lnTo>
                    <a:pt x="1181166" y="85804"/>
                  </a:lnTo>
                  <a:lnTo>
                    <a:pt x="1134811" y="84438"/>
                  </a:lnTo>
                  <a:lnTo>
                    <a:pt x="1091892" y="82778"/>
                  </a:lnTo>
                  <a:lnTo>
                    <a:pt x="1051865" y="80759"/>
                  </a:lnTo>
                  <a:lnTo>
                    <a:pt x="1013178" y="78286"/>
                  </a:lnTo>
                  <a:lnTo>
                    <a:pt x="973978" y="75256"/>
                  </a:lnTo>
                  <a:lnTo>
                    <a:pt x="958487" y="73932"/>
                  </a:lnTo>
                  <a:lnTo>
                    <a:pt x="923459" y="70734"/>
                  </a:lnTo>
                  <a:lnTo>
                    <a:pt x="886250" y="67089"/>
                  </a:lnTo>
                  <a:lnTo>
                    <a:pt x="846583" y="63003"/>
                  </a:lnTo>
                  <a:lnTo>
                    <a:pt x="804487" y="58508"/>
                  </a:lnTo>
                  <a:lnTo>
                    <a:pt x="760291" y="53674"/>
                  </a:lnTo>
                  <a:lnTo>
                    <a:pt x="714586" y="48603"/>
                  </a:lnTo>
                  <a:lnTo>
                    <a:pt x="668160" y="43418"/>
                  </a:lnTo>
                  <a:lnTo>
                    <a:pt x="621896" y="38259"/>
                  </a:lnTo>
                  <a:lnTo>
                    <a:pt x="576655" y="33260"/>
                  </a:lnTo>
                  <a:lnTo>
                    <a:pt x="533164" y="28539"/>
                  </a:lnTo>
                  <a:lnTo>
                    <a:pt x="491925" y="24186"/>
                  </a:lnTo>
                  <a:lnTo>
                    <a:pt x="453160" y="20258"/>
                  </a:lnTo>
                  <a:lnTo>
                    <a:pt x="416789" y="16776"/>
                  </a:lnTo>
                  <a:lnTo>
                    <a:pt x="394671" y="14786"/>
                  </a:lnTo>
                  <a:lnTo>
                    <a:pt x="354842" y="11523"/>
                  </a:lnTo>
                  <a:lnTo>
                    <a:pt x="316172" y="8847"/>
                  </a:lnTo>
                  <a:lnTo>
                    <a:pt x="276873" y="6667"/>
                  </a:lnTo>
                  <a:lnTo>
                    <a:pt x="235199" y="4878"/>
                  </a:lnTo>
                  <a:lnTo>
                    <a:pt x="190124" y="3405"/>
                  </a:lnTo>
                  <a:lnTo>
                    <a:pt x="142169" y="2205"/>
                  </a:lnTo>
                  <a:lnTo>
                    <a:pt x="94274" y="1270"/>
                  </a:lnTo>
                  <a:lnTo>
                    <a:pt x="51879" y="609"/>
                  </a:lnTo>
                  <a:lnTo>
                    <a:pt x="20997" y="215"/>
                  </a:lnTo>
                  <a:lnTo>
                    <a:pt x="4611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4878994"/>
              <a:ext cx="1353158" cy="975910"/>
            </a:xfrm>
            <a:custGeom>
              <a:avLst/>
              <a:pathLst>
                <a:path w="1353158" h="975910">
                  <a:moveTo>
                    <a:pt x="0" y="975910"/>
                  </a:moveTo>
                  <a:lnTo>
                    <a:pt x="1629" y="975763"/>
                  </a:lnTo>
                  <a:lnTo>
                    <a:pt x="11759" y="974699"/>
                  </a:lnTo>
                  <a:lnTo>
                    <a:pt x="34971" y="971811"/>
                  </a:lnTo>
                  <a:lnTo>
                    <a:pt x="70829" y="966443"/>
                  </a:lnTo>
                  <a:lnTo>
                    <a:pt x="114881" y="958353"/>
                  </a:lnTo>
                  <a:lnTo>
                    <a:pt x="161604" y="947592"/>
                  </a:lnTo>
                  <a:lnTo>
                    <a:pt x="206967" y="934206"/>
                  </a:lnTo>
                  <a:lnTo>
                    <a:pt x="249243" y="918004"/>
                  </a:lnTo>
                  <a:lnTo>
                    <a:pt x="288548" y="898466"/>
                  </a:lnTo>
                  <a:lnTo>
                    <a:pt x="326079" y="874760"/>
                  </a:lnTo>
                  <a:lnTo>
                    <a:pt x="363473" y="845884"/>
                  </a:lnTo>
                  <a:lnTo>
                    <a:pt x="394671" y="818187"/>
                  </a:lnTo>
                  <a:lnTo>
                    <a:pt x="423193" y="790610"/>
                  </a:lnTo>
                  <a:lnTo>
                    <a:pt x="453127" y="759860"/>
                  </a:lnTo>
                  <a:lnTo>
                    <a:pt x="484670" y="725908"/>
                  </a:lnTo>
                  <a:lnTo>
                    <a:pt x="517883" y="688870"/>
                  </a:lnTo>
                  <a:lnTo>
                    <a:pt x="552687" y="649021"/>
                  </a:lnTo>
                  <a:lnTo>
                    <a:pt x="588873" y="606800"/>
                  </a:lnTo>
                  <a:lnTo>
                    <a:pt x="626115" y="562801"/>
                  </a:lnTo>
                  <a:lnTo>
                    <a:pt x="663995" y="517739"/>
                  </a:lnTo>
                  <a:lnTo>
                    <a:pt x="702037" y="472408"/>
                  </a:lnTo>
                  <a:lnTo>
                    <a:pt x="739752" y="427620"/>
                  </a:lnTo>
                  <a:lnTo>
                    <a:pt x="776679" y="384149"/>
                  </a:lnTo>
                  <a:lnTo>
                    <a:pt x="812428" y="342672"/>
                  </a:lnTo>
                  <a:lnTo>
                    <a:pt x="846710" y="303734"/>
                  </a:lnTo>
                  <a:lnTo>
                    <a:pt x="879359" y="267719"/>
                  </a:lnTo>
                  <a:lnTo>
                    <a:pt x="910344" y="234847"/>
                  </a:lnTo>
                  <a:lnTo>
                    <a:pt x="939770" y="205181"/>
                  </a:lnTo>
                  <a:lnTo>
                    <a:pt x="958487" y="187296"/>
                  </a:lnTo>
                  <a:lnTo>
                    <a:pt x="996910" y="153626"/>
                  </a:lnTo>
                  <a:lnTo>
                    <a:pt x="1034200" y="125816"/>
                  </a:lnTo>
                  <a:lnTo>
                    <a:pt x="1071950" y="102984"/>
                  </a:lnTo>
                  <a:lnTo>
                    <a:pt x="1111755" y="84140"/>
                  </a:lnTo>
                  <a:lnTo>
                    <a:pt x="1154658" y="68507"/>
                  </a:lnTo>
                  <a:lnTo>
                    <a:pt x="1200484" y="55629"/>
                  </a:lnTo>
                  <a:lnTo>
                    <a:pt x="1247076" y="45371"/>
                  </a:lnTo>
                  <a:lnTo>
                    <a:pt x="1289999" y="37804"/>
                  </a:lnTo>
                  <a:lnTo>
                    <a:pt x="1323692" y="32941"/>
                  </a:lnTo>
                  <a:lnTo>
                    <a:pt x="1344277" y="30465"/>
                  </a:lnTo>
                  <a:lnTo>
                    <a:pt x="1352280" y="2965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28" y="147"/>
                  </a:lnTo>
                  <a:lnTo>
                    <a:pt x="1341399" y="1211"/>
                  </a:lnTo>
                  <a:lnTo>
                    <a:pt x="1318186" y="4099"/>
                  </a:lnTo>
                  <a:lnTo>
                    <a:pt x="1282329" y="9467"/>
                  </a:lnTo>
                  <a:lnTo>
                    <a:pt x="1238276" y="17557"/>
                  </a:lnTo>
                  <a:lnTo>
                    <a:pt x="1191553" y="28318"/>
                  </a:lnTo>
                  <a:lnTo>
                    <a:pt x="1146190" y="41704"/>
                  </a:lnTo>
                  <a:lnTo>
                    <a:pt x="1103914" y="57906"/>
                  </a:lnTo>
                  <a:lnTo>
                    <a:pt x="1064609" y="77444"/>
                  </a:lnTo>
                  <a:lnTo>
                    <a:pt x="1027078" y="101150"/>
                  </a:lnTo>
                  <a:lnTo>
                    <a:pt x="989685" y="130026"/>
                  </a:lnTo>
                  <a:lnTo>
                    <a:pt x="958487" y="157722"/>
                  </a:lnTo>
                  <a:lnTo>
                    <a:pt x="929964" y="185300"/>
                  </a:lnTo>
                  <a:lnTo>
                    <a:pt x="900030" y="216050"/>
                  </a:lnTo>
                  <a:lnTo>
                    <a:pt x="868487" y="250002"/>
                  </a:lnTo>
                  <a:lnTo>
                    <a:pt x="835274" y="287040"/>
                  </a:lnTo>
                  <a:lnTo>
                    <a:pt x="800470" y="326889"/>
                  </a:lnTo>
                  <a:lnTo>
                    <a:pt x="764284" y="369110"/>
                  </a:lnTo>
                  <a:lnTo>
                    <a:pt x="727042" y="413109"/>
                  </a:lnTo>
                  <a:lnTo>
                    <a:pt x="689162" y="458171"/>
                  </a:lnTo>
                  <a:lnTo>
                    <a:pt x="651120" y="503502"/>
                  </a:lnTo>
                  <a:lnTo>
                    <a:pt x="613405" y="548290"/>
                  </a:lnTo>
                  <a:lnTo>
                    <a:pt x="576478" y="591761"/>
                  </a:lnTo>
                  <a:lnTo>
                    <a:pt x="540729" y="633238"/>
                  </a:lnTo>
                  <a:lnTo>
                    <a:pt x="506447" y="672176"/>
                  </a:lnTo>
                  <a:lnTo>
                    <a:pt x="473798" y="708191"/>
                  </a:lnTo>
                  <a:lnTo>
                    <a:pt x="442813" y="741063"/>
                  </a:lnTo>
                  <a:lnTo>
                    <a:pt x="413387" y="770729"/>
                  </a:lnTo>
                  <a:lnTo>
                    <a:pt x="394671" y="788614"/>
                  </a:lnTo>
                  <a:lnTo>
                    <a:pt x="356247" y="822284"/>
                  </a:lnTo>
                  <a:lnTo>
                    <a:pt x="318957" y="850094"/>
                  </a:lnTo>
                  <a:lnTo>
                    <a:pt x="281207" y="872926"/>
                  </a:lnTo>
                  <a:lnTo>
                    <a:pt x="241403" y="891770"/>
                  </a:lnTo>
                  <a:lnTo>
                    <a:pt x="198499" y="907403"/>
                  </a:lnTo>
                  <a:lnTo>
                    <a:pt x="152673" y="920281"/>
                  </a:lnTo>
                  <a:lnTo>
                    <a:pt x="106081" y="930539"/>
                  </a:lnTo>
                  <a:lnTo>
                    <a:pt x="63158" y="938106"/>
                  </a:lnTo>
                  <a:lnTo>
                    <a:pt x="29465" y="942968"/>
                  </a:lnTo>
                  <a:lnTo>
                    <a:pt x="8881" y="945445"/>
                  </a:lnTo>
                  <a:lnTo>
                    <a:pt x="877" y="946260"/>
                  </a:lnTo>
                  <a:lnTo>
                    <a:pt x="0" y="94633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5647893"/>
              <a:ext cx="1353158" cy="384449"/>
            </a:xfrm>
            <a:custGeom>
              <a:avLst/>
              <a:pathLst>
                <a:path w="1353158" h="384449">
                  <a:moveTo>
                    <a:pt x="0" y="384449"/>
                  </a:moveTo>
                  <a:lnTo>
                    <a:pt x="1785" y="384388"/>
                  </a:lnTo>
                  <a:lnTo>
                    <a:pt x="12830" y="383950"/>
                  </a:lnTo>
                  <a:lnTo>
                    <a:pt x="37911" y="382762"/>
                  </a:lnTo>
                  <a:lnTo>
                    <a:pt x="76127" y="380568"/>
                  </a:lnTo>
                  <a:lnTo>
                    <a:pt x="122306" y="377286"/>
                  </a:lnTo>
                  <a:lnTo>
                    <a:pt x="170501" y="372943"/>
                  </a:lnTo>
                  <a:lnTo>
                    <a:pt x="216722" y="367546"/>
                  </a:lnTo>
                  <a:lnTo>
                    <a:pt x="259550" y="360989"/>
                  </a:lnTo>
                  <a:lnTo>
                    <a:pt x="299467" y="353024"/>
                  </a:lnTo>
                  <a:lnTo>
                    <a:pt x="337975" y="343283"/>
                  </a:lnTo>
                  <a:lnTo>
                    <a:pt x="376899" y="331354"/>
                  </a:lnTo>
                  <a:lnTo>
                    <a:pt x="394671" y="325303"/>
                  </a:lnTo>
                  <a:lnTo>
                    <a:pt x="428362" y="313015"/>
                  </a:lnTo>
                  <a:lnTo>
                    <a:pt x="464063" y="299076"/>
                  </a:lnTo>
                  <a:lnTo>
                    <a:pt x="502036" y="283489"/>
                  </a:lnTo>
                  <a:lnTo>
                    <a:pt x="542279" y="266369"/>
                  </a:lnTo>
                  <a:lnTo>
                    <a:pt x="584532" y="247945"/>
                  </a:lnTo>
                  <a:lnTo>
                    <a:pt x="628303" y="228559"/>
                  </a:lnTo>
                  <a:lnTo>
                    <a:pt x="672918" y="208647"/>
                  </a:lnTo>
                  <a:lnTo>
                    <a:pt x="717598" y="188694"/>
                  </a:lnTo>
                  <a:lnTo>
                    <a:pt x="761557" y="169191"/>
                  </a:lnTo>
                  <a:lnTo>
                    <a:pt x="804098" y="150584"/>
                  </a:lnTo>
                  <a:lnTo>
                    <a:pt x="844694" y="133231"/>
                  </a:lnTo>
                  <a:lnTo>
                    <a:pt x="883045" y="117383"/>
                  </a:lnTo>
                  <a:lnTo>
                    <a:pt x="919107" y="103171"/>
                  </a:lnTo>
                  <a:lnTo>
                    <a:pt x="953097" y="90617"/>
                  </a:lnTo>
                  <a:lnTo>
                    <a:pt x="958487" y="88719"/>
                  </a:lnTo>
                  <a:lnTo>
                    <a:pt x="998113" y="75726"/>
                  </a:lnTo>
                  <a:lnTo>
                    <a:pt x="1036584" y="65064"/>
                  </a:lnTo>
                  <a:lnTo>
                    <a:pt x="1075658" y="56364"/>
                  </a:lnTo>
                  <a:lnTo>
                    <a:pt x="1117060" y="49223"/>
                  </a:lnTo>
                  <a:lnTo>
                    <a:pt x="1161820" y="43334"/>
                  </a:lnTo>
                  <a:lnTo>
                    <a:pt x="1209474" y="38529"/>
                  </a:lnTo>
                  <a:lnTo>
                    <a:pt x="1257201" y="34773"/>
                  </a:lnTo>
                  <a:lnTo>
                    <a:pt x="1299711" y="32098"/>
                  </a:lnTo>
                  <a:lnTo>
                    <a:pt x="1331037" y="30486"/>
                  </a:lnTo>
                  <a:lnTo>
                    <a:pt x="1348036" y="29758"/>
                  </a:lnTo>
                  <a:lnTo>
                    <a:pt x="1352994" y="295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72" y="60"/>
                  </a:lnTo>
                  <a:lnTo>
                    <a:pt x="1340327" y="499"/>
                  </a:lnTo>
                  <a:lnTo>
                    <a:pt x="1315246" y="1687"/>
                  </a:lnTo>
                  <a:lnTo>
                    <a:pt x="1277030" y="3881"/>
                  </a:lnTo>
                  <a:lnTo>
                    <a:pt x="1230851" y="7163"/>
                  </a:lnTo>
                  <a:lnTo>
                    <a:pt x="1182656" y="11505"/>
                  </a:lnTo>
                  <a:lnTo>
                    <a:pt x="1136436" y="16902"/>
                  </a:lnTo>
                  <a:lnTo>
                    <a:pt x="1093607" y="23460"/>
                  </a:lnTo>
                  <a:lnTo>
                    <a:pt x="1053690" y="31424"/>
                  </a:lnTo>
                  <a:lnTo>
                    <a:pt x="1015182" y="41166"/>
                  </a:lnTo>
                  <a:lnTo>
                    <a:pt x="976258" y="53094"/>
                  </a:lnTo>
                  <a:lnTo>
                    <a:pt x="958487" y="59146"/>
                  </a:lnTo>
                  <a:lnTo>
                    <a:pt x="924795" y="71433"/>
                  </a:lnTo>
                  <a:lnTo>
                    <a:pt x="889094" y="85373"/>
                  </a:lnTo>
                  <a:lnTo>
                    <a:pt x="851122" y="100959"/>
                  </a:lnTo>
                  <a:lnTo>
                    <a:pt x="810879" y="118080"/>
                  </a:lnTo>
                  <a:lnTo>
                    <a:pt x="768625" y="136504"/>
                  </a:lnTo>
                  <a:lnTo>
                    <a:pt x="724854" y="155889"/>
                  </a:lnTo>
                  <a:lnTo>
                    <a:pt x="680239" y="175802"/>
                  </a:lnTo>
                  <a:lnTo>
                    <a:pt x="635559" y="195755"/>
                  </a:lnTo>
                  <a:lnTo>
                    <a:pt x="591600" y="215258"/>
                  </a:lnTo>
                  <a:lnTo>
                    <a:pt x="549059" y="233865"/>
                  </a:lnTo>
                  <a:lnTo>
                    <a:pt x="508463" y="251218"/>
                  </a:lnTo>
                  <a:lnTo>
                    <a:pt x="470112" y="267066"/>
                  </a:lnTo>
                  <a:lnTo>
                    <a:pt x="434051" y="281277"/>
                  </a:lnTo>
                  <a:lnTo>
                    <a:pt x="400060" y="293832"/>
                  </a:lnTo>
                  <a:lnTo>
                    <a:pt x="394671" y="295730"/>
                  </a:lnTo>
                  <a:lnTo>
                    <a:pt x="355044" y="308722"/>
                  </a:lnTo>
                  <a:lnTo>
                    <a:pt x="316574" y="319384"/>
                  </a:lnTo>
                  <a:lnTo>
                    <a:pt x="277499" y="328085"/>
                  </a:lnTo>
                  <a:lnTo>
                    <a:pt x="236097" y="335226"/>
                  </a:lnTo>
                  <a:lnTo>
                    <a:pt x="191337" y="341115"/>
                  </a:lnTo>
                  <a:lnTo>
                    <a:pt x="143683" y="345920"/>
                  </a:lnTo>
                  <a:lnTo>
                    <a:pt x="95956" y="349676"/>
                  </a:lnTo>
                  <a:lnTo>
                    <a:pt x="53446" y="352351"/>
                  </a:lnTo>
                  <a:lnTo>
                    <a:pt x="22120" y="353962"/>
                  </a:lnTo>
                  <a:lnTo>
                    <a:pt x="5122" y="354691"/>
                  </a:lnTo>
                  <a:lnTo>
                    <a:pt x="163" y="354871"/>
                  </a:lnTo>
                  <a:lnTo>
                    <a:pt x="0" y="35487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5677466"/>
              <a:ext cx="1353158" cy="384449"/>
            </a:xfrm>
            <a:custGeom>
              <a:avLst/>
              <a:pathLst>
                <a:path w="1353158" h="384449">
                  <a:moveTo>
                    <a:pt x="0" y="384449"/>
                  </a:moveTo>
                  <a:lnTo>
                    <a:pt x="1785" y="384388"/>
                  </a:lnTo>
                  <a:lnTo>
                    <a:pt x="12830" y="383950"/>
                  </a:lnTo>
                  <a:lnTo>
                    <a:pt x="37911" y="382762"/>
                  </a:lnTo>
                  <a:lnTo>
                    <a:pt x="76127" y="380568"/>
                  </a:lnTo>
                  <a:lnTo>
                    <a:pt x="122306" y="377286"/>
                  </a:lnTo>
                  <a:lnTo>
                    <a:pt x="170501" y="372943"/>
                  </a:lnTo>
                  <a:lnTo>
                    <a:pt x="216722" y="367546"/>
                  </a:lnTo>
                  <a:lnTo>
                    <a:pt x="259550" y="360989"/>
                  </a:lnTo>
                  <a:lnTo>
                    <a:pt x="299467" y="353024"/>
                  </a:lnTo>
                  <a:lnTo>
                    <a:pt x="337975" y="343283"/>
                  </a:lnTo>
                  <a:lnTo>
                    <a:pt x="376899" y="331354"/>
                  </a:lnTo>
                  <a:lnTo>
                    <a:pt x="394671" y="325303"/>
                  </a:lnTo>
                  <a:lnTo>
                    <a:pt x="428362" y="313015"/>
                  </a:lnTo>
                  <a:lnTo>
                    <a:pt x="464063" y="299076"/>
                  </a:lnTo>
                  <a:lnTo>
                    <a:pt x="502036" y="283489"/>
                  </a:lnTo>
                  <a:lnTo>
                    <a:pt x="542279" y="266369"/>
                  </a:lnTo>
                  <a:lnTo>
                    <a:pt x="584532" y="247945"/>
                  </a:lnTo>
                  <a:lnTo>
                    <a:pt x="628303" y="228559"/>
                  </a:lnTo>
                  <a:lnTo>
                    <a:pt x="672918" y="208647"/>
                  </a:lnTo>
                  <a:lnTo>
                    <a:pt x="717598" y="188694"/>
                  </a:lnTo>
                  <a:lnTo>
                    <a:pt x="761557" y="169191"/>
                  </a:lnTo>
                  <a:lnTo>
                    <a:pt x="804098" y="150584"/>
                  </a:lnTo>
                  <a:lnTo>
                    <a:pt x="844694" y="133231"/>
                  </a:lnTo>
                  <a:lnTo>
                    <a:pt x="883045" y="117383"/>
                  </a:lnTo>
                  <a:lnTo>
                    <a:pt x="919107" y="103171"/>
                  </a:lnTo>
                  <a:lnTo>
                    <a:pt x="953097" y="90617"/>
                  </a:lnTo>
                  <a:lnTo>
                    <a:pt x="958487" y="88719"/>
                  </a:lnTo>
                  <a:lnTo>
                    <a:pt x="998113" y="75726"/>
                  </a:lnTo>
                  <a:lnTo>
                    <a:pt x="1036584" y="65064"/>
                  </a:lnTo>
                  <a:lnTo>
                    <a:pt x="1075658" y="56364"/>
                  </a:lnTo>
                  <a:lnTo>
                    <a:pt x="1117060" y="49223"/>
                  </a:lnTo>
                  <a:lnTo>
                    <a:pt x="1161820" y="43334"/>
                  </a:lnTo>
                  <a:lnTo>
                    <a:pt x="1209474" y="38529"/>
                  </a:lnTo>
                  <a:lnTo>
                    <a:pt x="1257201" y="34773"/>
                  </a:lnTo>
                  <a:lnTo>
                    <a:pt x="1299711" y="32098"/>
                  </a:lnTo>
                  <a:lnTo>
                    <a:pt x="1331037" y="30486"/>
                  </a:lnTo>
                  <a:lnTo>
                    <a:pt x="1348036" y="29758"/>
                  </a:lnTo>
                  <a:lnTo>
                    <a:pt x="1352994" y="295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72" y="60"/>
                  </a:lnTo>
                  <a:lnTo>
                    <a:pt x="1340327" y="499"/>
                  </a:lnTo>
                  <a:lnTo>
                    <a:pt x="1315246" y="1687"/>
                  </a:lnTo>
                  <a:lnTo>
                    <a:pt x="1277030" y="3881"/>
                  </a:lnTo>
                  <a:lnTo>
                    <a:pt x="1230851" y="7163"/>
                  </a:lnTo>
                  <a:lnTo>
                    <a:pt x="1182656" y="11505"/>
                  </a:lnTo>
                  <a:lnTo>
                    <a:pt x="1136436" y="16902"/>
                  </a:lnTo>
                  <a:lnTo>
                    <a:pt x="1093607" y="23460"/>
                  </a:lnTo>
                  <a:lnTo>
                    <a:pt x="1053690" y="31424"/>
                  </a:lnTo>
                  <a:lnTo>
                    <a:pt x="1015182" y="41166"/>
                  </a:lnTo>
                  <a:lnTo>
                    <a:pt x="976258" y="53094"/>
                  </a:lnTo>
                  <a:lnTo>
                    <a:pt x="958487" y="59146"/>
                  </a:lnTo>
                  <a:lnTo>
                    <a:pt x="924795" y="71433"/>
                  </a:lnTo>
                  <a:lnTo>
                    <a:pt x="889094" y="85373"/>
                  </a:lnTo>
                  <a:lnTo>
                    <a:pt x="851122" y="100959"/>
                  </a:lnTo>
                  <a:lnTo>
                    <a:pt x="810879" y="118080"/>
                  </a:lnTo>
                  <a:lnTo>
                    <a:pt x="768625" y="136504"/>
                  </a:lnTo>
                  <a:lnTo>
                    <a:pt x="724854" y="155889"/>
                  </a:lnTo>
                  <a:lnTo>
                    <a:pt x="680239" y="175802"/>
                  </a:lnTo>
                  <a:lnTo>
                    <a:pt x="635559" y="195755"/>
                  </a:lnTo>
                  <a:lnTo>
                    <a:pt x="591600" y="215258"/>
                  </a:lnTo>
                  <a:lnTo>
                    <a:pt x="549059" y="233865"/>
                  </a:lnTo>
                  <a:lnTo>
                    <a:pt x="508463" y="251218"/>
                  </a:lnTo>
                  <a:lnTo>
                    <a:pt x="470112" y="267066"/>
                  </a:lnTo>
                  <a:lnTo>
                    <a:pt x="434051" y="281277"/>
                  </a:lnTo>
                  <a:lnTo>
                    <a:pt x="400060" y="293832"/>
                  </a:lnTo>
                  <a:lnTo>
                    <a:pt x="394671" y="295730"/>
                  </a:lnTo>
                  <a:lnTo>
                    <a:pt x="355044" y="308722"/>
                  </a:lnTo>
                  <a:lnTo>
                    <a:pt x="316574" y="319384"/>
                  </a:lnTo>
                  <a:lnTo>
                    <a:pt x="277499" y="328085"/>
                  </a:lnTo>
                  <a:lnTo>
                    <a:pt x="236097" y="335226"/>
                  </a:lnTo>
                  <a:lnTo>
                    <a:pt x="191337" y="341115"/>
                  </a:lnTo>
                  <a:lnTo>
                    <a:pt x="143683" y="345920"/>
                  </a:lnTo>
                  <a:lnTo>
                    <a:pt x="95956" y="349676"/>
                  </a:lnTo>
                  <a:lnTo>
                    <a:pt x="53446" y="352351"/>
                  </a:lnTo>
                  <a:lnTo>
                    <a:pt x="22120" y="353962"/>
                  </a:lnTo>
                  <a:lnTo>
                    <a:pt x="5122" y="354691"/>
                  </a:lnTo>
                  <a:lnTo>
                    <a:pt x="163" y="354871"/>
                  </a:lnTo>
                  <a:lnTo>
                    <a:pt x="0" y="35487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6150635"/>
              <a:ext cx="1353158" cy="118292"/>
            </a:xfrm>
            <a:custGeom>
              <a:avLst/>
              <a:pathLst>
                <a:path w="1353158" h="118292">
                  <a:moveTo>
                    <a:pt x="0" y="29573"/>
                  </a:moveTo>
                  <a:lnTo>
                    <a:pt x="1812" y="29588"/>
                  </a:lnTo>
                  <a:lnTo>
                    <a:pt x="13016" y="29699"/>
                  </a:lnTo>
                  <a:lnTo>
                    <a:pt x="38418" y="30001"/>
                  </a:lnTo>
                  <a:lnTo>
                    <a:pt x="77031" y="30557"/>
                  </a:lnTo>
                  <a:lnTo>
                    <a:pt x="123560" y="31388"/>
                  </a:lnTo>
                  <a:lnTo>
                    <a:pt x="171991" y="32487"/>
                  </a:lnTo>
                  <a:lnTo>
                    <a:pt x="218346" y="33853"/>
                  </a:lnTo>
                  <a:lnTo>
                    <a:pt x="261266" y="35513"/>
                  </a:lnTo>
                  <a:lnTo>
                    <a:pt x="301292" y="37532"/>
                  </a:lnTo>
                  <a:lnTo>
                    <a:pt x="339979" y="40005"/>
                  </a:lnTo>
                  <a:lnTo>
                    <a:pt x="379180" y="43036"/>
                  </a:lnTo>
                  <a:lnTo>
                    <a:pt x="394671" y="44359"/>
                  </a:lnTo>
                  <a:lnTo>
                    <a:pt x="429698" y="47558"/>
                  </a:lnTo>
                  <a:lnTo>
                    <a:pt x="466907" y="51202"/>
                  </a:lnTo>
                  <a:lnTo>
                    <a:pt x="506574" y="55289"/>
                  </a:lnTo>
                  <a:lnTo>
                    <a:pt x="548670" y="59783"/>
                  </a:lnTo>
                  <a:lnTo>
                    <a:pt x="592866" y="64617"/>
                  </a:lnTo>
                  <a:lnTo>
                    <a:pt x="638571" y="69689"/>
                  </a:lnTo>
                  <a:lnTo>
                    <a:pt x="684997" y="74873"/>
                  </a:lnTo>
                  <a:lnTo>
                    <a:pt x="731261" y="80032"/>
                  </a:lnTo>
                  <a:lnTo>
                    <a:pt x="776502" y="85031"/>
                  </a:lnTo>
                  <a:lnTo>
                    <a:pt x="819993" y="89752"/>
                  </a:lnTo>
                  <a:lnTo>
                    <a:pt x="861233" y="94105"/>
                  </a:lnTo>
                  <a:lnTo>
                    <a:pt x="899998" y="98034"/>
                  </a:lnTo>
                  <a:lnTo>
                    <a:pt x="936368" y="101515"/>
                  </a:lnTo>
                  <a:lnTo>
                    <a:pt x="958487" y="103505"/>
                  </a:lnTo>
                  <a:lnTo>
                    <a:pt x="998315" y="106769"/>
                  </a:lnTo>
                  <a:lnTo>
                    <a:pt x="1036985" y="109444"/>
                  </a:lnTo>
                  <a:lnTo>
                    <a:pt x="1076284" y="111625"/>
                  </a:lnTo>
                  <a:lnTo>
                    <a:pt x="1117958" y="113413"/>
                  </a:lnTo>
                  <a:lnTo>
                    <a:pt x="1163033" y="114886"/>
                  </a:lnTo>
                  <a:lnTo>
                    <a:pt x="1210989" y="116086"/>
                  </a:lnTo>
                  <a:lnTo>
                    <a:pt x="1258883" y="117021"/>
                  </a:lnTo>
                  <a:lnTo>
                    <a:pt x="1301278" y="117682"/>
                  </a:lnTo>
                  <a:lnTo>
                    <a:pt x="1332160" y="118076"/>
                  </a:lnTo>
                  <a:lnTo>
                    <a:pt x="1348546" y="118250"/>
                  </a:lnTo>
                  <a:lnTo>
                    <a:pt x="1353158" y="118292"/>
                  </a:lnTo>
                  <a:lnTo>
                    <a:pt x="1353158" y="88719"/>
                  </a:lnTo>
                  <a:lnTo>
                    <a:pt x="1351345" y="88703"/>
                  </a:lnTo>
                  <a:lnTo>
                    <a:pt x="1340141" y="88592"/>
                  </a:lnTo>
                  <a:lnTo>
                    <a:pt x="1314739" y="88290"/>
                  </a:lnTo>
                  <a:lnTo>
                    <a:pt x="1276126" y="87734"/>
                  </a:lnTo>
                  <a:lnTo>
                    <a:pt x="1229597" y="86903"/>
                  </a:lnTo>
                  <a:lnTo>
                    <a:pt x="1181166" y="85804"/>
                  </a:lnTo>
                  <a:lnTo>
                    <a:pt x="1134811" y="84438"/>
                  </a:lnTo>
                  <a:lnTo>
                    <a:pt x="1091892" y="82778"/>
                  </a:lnTo>
                  <a:lnTo>
                    <a:pt x="1051865" y="80759"/>
                  </a:lnTo>
                  <a:lnTo>
                    <a:pt x="1013178" y="78286"/>
                  </a:lnTo>
                  <a:lnTo>
                    <a:pt x="973978" y="75256"/>
                  </a:lnTo>
                  <a:lnTo>
                    <a:pt x="958487" y="73932"/>
                  </a:lnTo>
                  <a:lnTo>
                    <a:pt x="923459" y="70734"/>
                  </a:lnTo>
                  <a:lnTo>
                    <a:pt x="886250" y="67089"/>
                  </a:lnTo>
                  <a:lnTo>
                    <a:pt x="846583" y="63003"/>
                  </a:lnTo>
                  <a:lnTo>
                    <a:pt x="804487" y="58508"/>
                  </a:lnTo>
                  <a:lnTo>
                    <a:pt x="760291" y="53674"/>
                  </a:lnTo>
                  <a:lnTo>
                    <a:pt x="714586" y="48603"/>
                  </a:lnTo>
                  <a:lnTo>
                    <a:pt x="668160" y="43418"/>
                  </a:lnTo>
                  <a:lnTo>
                    <a:pt x="621896" y="38259"/>
                  </a:lnTo>
                  <a:lnTo>
                    <a:pt x="576655" y="33260"/>
                  </a:lnTo>
                  <a:lnTo>
                    <a:pt x="533164" y="28539"/>
                  </a:lnTo>
                  <a:lnTo>
                    <a:pt x="491925" y="24186"/>
                  </a:lnTo>
                  <a:lnTo>
                    <a:pt x="453160" y="20258"/>
                  </a:lnTo>
                  <a:lnTo>
                    <a:pt x="416789" y="16776"/>
                  </a:lnTo>
                  <a:lnTo>
                    <a:pt x="394671" y="14786"/>
                  </a:lnTo>
                  <a:lnTo>
                    <a:pt x="354842" y="11523"/>
                  </a:lnTo>
                  <a:lnTo>
                    <a:pt x="316172" y="8847"/>
                  </a:lnTo>
                  <a:lnTo>
                    <a:pt x="276873" y="6667"/>
                  </a:lnTo>
                  <a:lnTo>
                    <a:pt x="235199" y="4878"/>
                  </a:lnTo>
                  <a:lnTo>
                    <a:pt x="190124" y="3405"/>
                  </a:lnTo>
                  <a:lnTo>
                    <a:pt x="142169" y="2205"/>
                  </a:lnTo>
                  <a:lnTo>
                    <a:pt x="94274" y="1270"/>
                  </a:lnTo>
                  <a:lnTo>
                    <a:pt x="51879" y="609"/>
                  </a:lnTo>
                  <a:lnTo>
                    <a:pt x="20997" y="215"/>
                  </a:lnTo>
                  <a:lnTo>
                    <a:pt x="4611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6180208"/>
              <a:ext cx="1353158" cy="118292"/>
            </a:xfrm>
            <a:custGeom>
              <a:avLst/>
              <a:pathLst>
                <a:path w="1353158" h="118292">
                  <a:moveTo>
                    <a:pt x="0" y="29573"/>
                  </a:moveTo>
                  <a:lnTo>
                    <a:pt x="1812" y="29588"/>
                  </a:lnTo>
                  <a:lnTo>
                    <a:pt x="13016" y="29699"/>
                  </a:lnTo>
                  <a:lnTo>
                    <a:pt x="38418" y="30001"/>
                  </a:lnTo>
                  <a:lnTo>
                    <a:pt x="77031" y="30557"/>
                  </a:lnTo>
                  <a:lnTo>
                    <a:pt x="123560" y="31388"/>
                  </a:lnTo>
                  <a:lnTo>
                    <a:pt x="171991" y="32487"/>
                  </a:lnTo>
                  <a:lnTo>
                    <a:pt x="218346" y="33853"/>
                  </a:lnTo>
                  <a:lnTo>
                    <a:pt x="261266" y="35513"/>
                  </a:lnTo>
                  <a:lnTo>
                    <a:pt x="301292" y="37532"/>
                  </a:lnTo>
                  <a:lnTo>
                    <a:pt x="339979" y="40005"/>
                  </a:lnTo>
                  <a:lnTo>
                    <a:pt x="379180" y="43036"/>
                  </a:lnTo>
                  <a:lnTo>
                    <a:pt x="394671" y="44359"/>
                  </a:lnTo>
                  <a:lnTo>
                    <a:pt x="429698" y="47558"/>
                  </a:lnTo>
                  <a:lnTo>
                    <a:pt x="466907" y="51202"/>
                  </a:lnTo>
                  <a:lnTo>
                    <a:pt x="506574" y="55289"/>
                  </a:lnTo>
                  <a:lnTo>
                    <a:pt x="548670" y="59783"/>
                  </a:lnTo>
                  <a:lnTo>
                    <a:pt x="592866" y="64617"/>
                  </a:lnTo>
                  <a:lnTo>
                    <a:pt x="638571" y="69689"/>
                  </a:lnTo>
                  <a:lnTo>
                    <a:pt x="684997" y="74873"/>
                  </a:lnTo>
                  <a:lnTo>
                    <a:pt x="731261" y="80032"/>
                  </a:lnTo>
                  <a:lnTo>
                    <a:pt x="776502" y="85031"/>
                  </a:lnTo>
                  <a:lnTo>
                    <a:pt x="819993" y="89752"/>
                  </a:lnTo>
                  <a:lnTo>
                    <a:pt x="861233" y="94105"/>
                  </a:lnTo>
                  <a:lnTo>
                    <a:pt x="899998" y="98034"/>
                  </a:lnTo>
                  <a:lnTo>
                    <a:pt x="936368" y="101515"/>
                  </a:lnTo>
                  <a:lnTo>
                    <a:pt x="958487" y="103505"/>
                  </a:lnTo>
                  <a:lnTo>
                    <a:pt x="998315" y="106769"/>
                  </a:lnTo>
                  <a:lnTo>
                    <a:pt x="1036985" y="109444"/>
                  </a:lnTo>
                  <a:lnTo>
                    <a:pt x="1076284" y="111625"/>
                  </a:lnTo>
                  <a:lnTo>
                    <a:pt x="1117958" y="113413"/>
                  </a:lnTo>
                  <a:lnTo>
                    <a:pt x="1163033" y="114886"/>
                  </a:lnTo>
                  <a:lnTo>
                    <a:pt x="1210989" y="116086"/>
                  </a:lnTo>
                  <a:lnTo>
                    <a:pt x="1258883" y="117021"/>
                  </a:lnTo>
                  <a:lnTo>
                    <a:pt x="1301278" y="117682"/>
                  </a:lnTo>
                  <a:lnTo>
                    <a:pt x="1332160" y="118076"/>
                  </a:lnTo>
                  <a:lnTo>
                    <a:pt x="1348546" y="118250"/>
                  </a:lnTo>
                  <a:lnTo>
                    <a:pt x="1353158" y="118292"/>
                  </a:lnTo>
                  <a:lnTo>
                    <a:pt x="1353158" y="88719"/>
                  </a:lnTo>
                  <a:lnTo>
                    <a:pt x="1351345" y="88703"/>
                  </a:lnTo>
                  <a:lnTo>
                    <a:pt x="1340141" y="88592"/>
                  </a:lnTo>
                  <a:lnTo>
                    <a:pt x="1314739" y="88290"/>
                  </a:lnTo>
                  <a:lnTo>
                    <a:pt x="1276126" y="87734"/>
                  </a:lnTo>
                  <a:lnTo>
                    <a:pt x="1229597" y="86903"/>
                  </a:lnTo>
                  <a:lnTo>
                    <a:pt x="1181166" y="85804"/>
                  </a:lnTo>
                  <a:lnTo>
                    <a:pt x="1134811" y="84438"/>
                  </a:lnTo>
                  <a:lnTo>
                    <a:pt x="1091892" y="82778"/>
                  </a:lnTo>
                  <a:lnTo>
                    <a:pt x="1051865" y="80759"/>
                  </a:lnTo>
                  <a:lnTo>
                    <a:pt x="1013178" y="78286"/>
                  </a:lnTo>
                  <a:lnTo>
                    <a:pt x="973978" y="75256"/>
                  </a:lnTo>
                  <a:lnTo>
                    <a:pt x="958487" y="73932"/>
                  </a:lnTo>
                  <a:lnTo>
                    <a:pt x="923459" y="70734"/>
                  </a:lnTo>
                  <a:lnTo>
                    <a:pt x="886250" y="67089"/>
                  </a:lnTo>
                  <a:lnTo>
                    <a:pt x="846583" y="63003"/>
                  </a:lnTo>
                  <a:lnTo>
                    <a:pt x="804487" y="58508"/>
                  </a:lnTo>
                  <a:lnTo>
                    <a:pt x="760291" y="53674"/>
                  </a:lnTo>
                  <a:lnTo>
                    <a:pt x="714586" y="48603"/>
                  </a:lnTo>
                  <a:lnTo>
                    <a:pt x="668160" y="43418"/>
                  </a:lnTo>
                  <a:lnTo>
                    <a:pt x="621896" y="38259"/>
                  </a:lnTo>
                  <a:lnTo>
                    <a:pt x="576655" y="33260"/>
                  </a:lnTo>
                  <a:lnTo>
                    <a:pt x="533164" y="28539"/>
                  </a:lnTo>
                  <a:lnTo>
                    <a:pt x="491925" y="24186"/>
                  </a:lnTo>
                  <a:lnTo>
                    <a:pt x="453160" y="20258"/>
                  </a:lnTo>
                  <a:lnTo>
                    <a:pt x="416789" y="16776"/>
                  </a:lnTo>
                  <a:lnTo>
                    <a:pt x="394671" y="14786"/>
                  </a:lnTo>
                  <a:lnTo>
                    <a:pt x="354842" y="11523"/>
                  </a:lnTo>
                  <a:lnTo>
                    <a:pt x="316172" y="8847"/>
                  </a:lnTo>
                  <a:lnTo>
                    <a:pt x="276873" y="6667"/>
                  </a:lnTo>
                  <a:lnTo>
                    <a:pt x="235199" y="4878"/>
                  </a:lnTo>
                  <a:lnTo>
                    <a:pt x="190124" y="3405"/>
                  </a:lnTo>
                  <a:lnTo>
                    <a:pt x="142169" y="2205"/>
                  </a:lnTo>
                  <a:lnTo>
                    <a:pt x="94274" y="1270"/>
                  </a:lnTo>
                  <a:lnTo>
                    <a:pt x="51879" y="609"/>
                  </a:lnTo>
                  <a:lnTo>
                    <a:pt x="20997" y="215"/>
                  </a:lnTo>
                  <a:lnTo>
                    <a:pt x="4611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3577779"/>
              <a:ext cx="1353158" cy="2158833"/>
            </a:xfrm>
            <a:custGeom>
              <a:avLst/>
              <a:pathLst>
                <a:path w="1353158" h="2158833">
                  <a:moveTo>
                    <a:pt x="0" y="2158833"/>
                  </a:moveTo>
                  <a:lnTo>
                    <a:pt x="953" y="2158642"/>
                  </a:lnTo>
                  <a:lnTo>
                    <a:pt x="7020" y="2157274"/>
                  </a:lnTo>
                  <a:lnTo>
                    <a:pt x="21533" y="2153513"/>
                  </a:lnTo>
                  <a:lnTo>
                    <a:pt x="45474" y="2146316"/>
                  </a:lnTo>
                  <a:lnTo>
                    <a:pt x="77437" y="2135045"/>
                  </a:lnTo>
                  <a:lnTo>
                    <a:pt x="114463" y="2119520"/>
                  </a:lnTo>
                  <a:lnTo>
                    <a:pt x="153338" y="2099836"/>
                  </a:lnTo>
                  <a:lnTo>
                    <a:pt x="191607" y="2076080"/>
                  </a:lnTo>
                  <a:lnTo>
                    <a:pt x="227944" y="2048111"/>
                  </a:lnTo>
                  <a:lnTo>
                    <a:pt x="262033" y="2015443"/>
                  </a:lnTo>
                  <a:lnTo>
                    <a:pt x="294257" y="1977227"/>
                  </a:lnTo>
                  <a:lnTo>
                    <a:pt x="325407" y="1932305"/>
                  </a:lnTo>
                  <a:lnTo>
                    <a:pt x="356442" y="1879354"/>
                  </a:lnTo>
                  <a:lnTo>
                    <a:pt x="388279" y="1817245"/>
                  </a:lnTo>
                  <a:lnTo>
                    <a:pt x="394671" y="1803956"/>
                  </a:lnTo>
                  <a:lnTo>
                    <a:pt x="415776" y="1758443"/>
                  </a:lnTo>
                  <a:lnTo>
                    <a:pt x="437626" y="1709005"/>
                  </a:lnTo>
                  <a:lnTo>
                    <a:pt x="460324" y="1655569"/>
                  </a:lnTo>
                  <a:lnTo>
                    <a:pt x="483931" y="1598152"/>
                  </a:lnTo>
                  <a:lnTo>
                    <a:pt x="508466" y="1536875"/>
                  </a:lnTo>
                  <a:lnTo>
                    <a:pt x="533904" y="1471969"/>
                  </a:lnTo>
                  <a:lnTo>
                    <a:pt x="560181" y="1403783"/>
                  </a:lnTo>
                  <a:lnTo>
                    <a:pt x="587194" y="1332774"/>
                  </a:lnTo>
                  <a:lnTo>
                    <a:pt x="614803" y="1259504"/>
                  </a:lnTo>
                  <a:lnTo>
                    <a:pt x="642840" y="1184624"/>
                  </a:lnTo>
                  <a:lnTo>
                    <a:pt x="671118" y="1108847"/>
                  </a:lnTo>
                  <a:lnTo>
                    <a:pt x="699435" y="1032924"/>
                  </a:lnTo>
                  <a:lnTo>
                    <a:pt x="727588" y="957611"/>
                  </a:lnTo>
                  <a:lnTo>
                    <a:pt x="755383" y="883640"/>
                  </a:lnTo>
                  <a:lnTo>
                    <a:pt x="782644" y="811688"/>
                  </a:lnTo>
                  <a:lnTo>
                    <a:pt x="809219" y="742353"/>
                  </a:lnTo>
                  <a:lnTo>
                    <a:pt x="834990" y="676135"/>
                  </a:lnTo>
                  <a:lnTo>
                    <a:pt x="859878" y="613426"/>
                  </a:lnTo>
                  <a:lnTo>
                    <a:pt x="883843" y="554501"/>
                  </a:lnTo>
                  <a:lnTo>
                    <a:pt x="906887" y="499523"/>
                  </a:lnTo>
                  <a:lnTo>
                    <a:pt x="929054" y="448548"/>
                  </a:lnTo>
                  <a:lnTo>
                    <a:pt x="950431" y="401536"/>
                  </a:lnTo>
                  <a:lnTo>
                    <a:pt x="958487" y="384449"/>
                  </a:lnTo>
                  <a:lnTo>
                    <a:pt x="990565" y="320473"/>
                  </a:lnTo>
                  <a:lnTo>
                    <a:pt x="1021691" y="265802"/>
                  </a:lnTo>
                  <a:lnTo>
                    <a:pt x="1052741" y="219411"/>
                  </a:lnTo>
                  <a:lnTo>
                    <a:pt x="1084684" y="179981"/>
                  </a:lnTo>
                  <a:lnTo>
                    <a:pt x="1118361" y="146303"/>
                  </a:lnTo>
                  <a:lnTo>
                    <a:pt x="1154256" y="117463"/>
                  </a:lnTo>
                  <a:lnTo>
                    <a:pt x="1192215" y="92903"/>
                  </a:lnTo>
                  <a:lnTo>
                    <a:pt x="1231131" y="72419"/>
                  </a:lnTo>
                  <a:lnTo>
                    <a:pt x="1268758" y="56068"/>
                  </a:lnTo>
                  <a:lnTo>
                    <a:pt x="1301974" y="43965"/>
                  </a:lnTo>
                  <a:lnTo>
                    <a:pt x="1327663" y="36005"/>
                  </a:lnTo>
                  <a:lnTo>
                    <a:pt x="1344026" y="31643"/>
                  </a:lnTo>
                  <a:lnTo>
                    <a:pt x="1351553" y="299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204" y="190"/>
                  </a:lnTo>
                  <a:lnTo>
                    <a:pt x="1346137" y="1558"/>
                  </a:lnTo>
                  <a:lnTo>
                    <a:pt x="1331624" y="5319"/>
                  </a:lnTo>
                  <a:lnTo>
                    <a:pt x="1307683" y="12516"/>
                  </a:lnTo>
                  <a:lnTo>
                    <a:pt x="1275720" y="23787"/>
                  </a:lnTo>
                  <a:lnTo>
                    <a:pt x="1238694" y="39312"/>
                  </a:lnTo>
                  <a:lnTo>
                    <a:pt x="1199819" y="58996"/>
                  </a:lnTo>
                  <a:lnTo>
                    <a:pt x="1161550" y="82752"/>
                  </a:lnTo>
                  <a:lnTo>
                    <a:pt x="1125213" y="110721"/>
                  </a:lnTo>
                  <a:lnTo>
                    <a:pt x="1091125" y="143389"/>
                  </a:lnTo>
                  <a:lnTo>
                    <a:pt x="1058900" y="181605"/>
                  </a:lnTo>
                  <a:lnTo>
                    <a:pt x="1027750" y="226527"/>
                  </a:lnTo>
                  <a:lnTo>
                    <a:pt x="996715" y="279478"/>
                  </a:lnTo>
                  <a:lnTo>
                    <a:pt x="964878" y="341588"/>
                  </a:lnTo>
                  <a:lnTo>
                    <a:pt x="958487" y="354876"/>
                  </a:lnTo>
                  <a:lnTo>
                    <a:pt x="937381" y="400389"/>
                  </a:lnTo>
                  <a:lnTo>
                    <a:pt x="915531" y="449827"/>
                  </a:lnTo>
                  <a:lnTo>
                    <a:pt x="892833" y="503263"/>
                  </a:lnTo>
                  <a:lnTo>
                    <a:pt x="869226" y="560680"/>
                  </a:lnTo>
                  <a:lnTo>
                    <a:pt x="844691" y="621957"/>
                  </a:lnTo>
                  <a:lnTo>
                    <a:pt x="819253" y="686863"/>
                  </a:lnTo>
                  <a:lnTo>
                    <a:pt x="792976" y="755049"/>
                  </a:lnTo>
                  <a:lnTo>
                    <a:pt x="765963" y="826058"/>
                  </a:lnTo>
                  <a:lnTo>
                    <a:pt x="738355" y="899328"/>
                  </a:lnTo>
                  <a:lnTo>
                    <a:pt x="710317" y="974208"/>
                  </a:lnTo>
                  <a:lnTo>
                    <a:pt x="682039" y="1049985"/>
                  </a:lnTo>
                  <a:lnTo>
                    <a:pt x="653722" y="1125908"/>
                  </a:lnTo>
                  <a:lnTo>
                    <a:pt x="625569" y="1201221"/>
                  </a:lnTo>
                  <a:lnTo>
                    <a:pt x="597774" y="1275192"/>
                  </a:lnTo>
                  <a:lnTo>
                    <a:pt x="570513" y="1347144"/>
                  </a:lnTo>
                  <a:lnTo>
                    <a:pt x="543938" y="1416479"/>
                  </a:lnTo>
                  <a:lnTo>
                    <a:pt x="518167" y="1482697"/>
                  </a:lnTo>
                  <a:lnTo>
                    <a:pt x="493279" y="1545406"/>
                  </a:lnTo>
                  <a:lnTo>
                    <a:pt x="469314" y="1604331"/>
                  </a:lnTo>
                  <a:lnTo>
                    <a:pt x="446271" y="1659310"/>
                  </a:lnTo>
                  <a:lnTo>
                    <a:pt x="424104" y="1710285"/>
                  </a:lnTo>
                  <a:lnTo>
                    <a:pt x="402726" y="1757296"/>
                  </a:lnTo>
                  <a:lnTo>
                    <a:pt x="394671" y="1774383"/>
                  </a:lnTo>
                  <a:lnTo>
                    <a:pt x="362592" y="1838359"/>
                  </a:lnTo>
                  <a:lnTo>
                    <a:pt x="331466" y="1893030"/>
                  </a:lnTo>
                  <a:lnTo>
                    <a:pt x="300416" y="1939421"/>
                  </a:lnTo>
                  <a:lnTo>
                    <a:pt x="268473" y="1978852"/>
                  </a:lnTo>
                  <a:lnTo>
                    <a:pt x="234796" y="2012529"/>
                  </a:lnTo>
                  <a:lnTo>
                    <a:pt x="198901" y="2041369"/>
                  </a:lnTo>
                  <a:lnTo>
                    <a:pt x="160942" y="2065929"/>
                  </a:lnTo>
                  <a:lnTo>
                    <a:pt x="122027" y="2086413"/>
                  </a:lnTo>
                  <a:lnTo>
                    <a:pt x="84399" y="2102764"/>
                  </a:lnTo>
                  <a:lnTo>
                    <a:pt x="51184" y="2114867"/>
                  </a:lnTo>
                  <a:lnTo>
                    <a:pt x="25494" y="2122828"/>
                  </a:lnTo>
                  <a:lnTo>
                    <a:pt x="9132" y="2127190"/>
                  </a:lnTo>
                  <a:lnTo>
                    <a:pt x="1605" y="2128932"/>
                  </a:lnTo>
                  <a:lnTo>
                    <a:pt x="0" y="212926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3607352"/>
              <a:ext cx="1353158" cy="2158833"/>
            </a:xfrm>
            <a:custGeom>
              <a:avLst/>
              <a:pathLst>
                <a:path w="1353158" h="2158833">
                  <a:moveTo>
                    <a:pt x="0" y="2158833"/>
                  </a:moveTo>
                  <a:lnTo>
                    <a:pt x="953" y="2158642"/>
                  </a:lnTo>
                  <a:lnTo>
                    <a:pt x="7020" y="2157274"/>
                  </a:lnTo>
                  <a:lnTo>
                    <a:pt x="21533" y="2153513"/>
                  </a:lnTo>
                  <a:lnTo>
                    <a:pt x="45474" y="2146316"/>
                  </a:lnTo>
                  <a:lnTo>
                    <a:pt x="77437" y="2135045"/>
                  </a:lnTo>
                  <a:lnTo>
                    <a:pt x="114463" y="2119520"/>
                  </a:lnTo>
                  <a:lnTo>
                    <a:pt x="153338" y="2099836"/>
                  </a:lnTo>
                  <a:lnTo>
                    <a:pt x="191607" y="2076080"/>
                  </a:lnTo>
                  <a:lnTo>
                    <a:pt x="227944" y="2048111"/>
                  </a:lnTo>
                  <a:lnTo>
                    <a:pt x="262033" y="2015443"/>
                  </a:lnTo>
                  <a:lnTo>
                    <a:pt x="294257" y="1977227"/>
                  </a:lnTo>
                  <a:lnTo>
                    <a:pt x="325407" y="1932305"/>
                  </a:lnTo>
                  <a:lnTo>
                    <a:pt x="356442" y="1879354"/>
                  </a:lnTo>
                  <a:lnTo>
                    <a:pt x="388279" y="1817245"/>
                  </a:lnTo>
                  <a:lnTo>
                    <a:pt x="394671" y="1803956"/>
                  </a:lnTo>
                  <a:lnTo>
                    <a:pt x="415776" y="1758443"/>
                  </a:lnTo>
                  <a:lnTo>
                    <a:pt x="437626" y="1709005"/>
                  </a:lnTo>
                  <a:lnTo>
                    <a:pt x="460324" y="1655569"/>
                  </a:lnTo>
                  <a:lnTo>
                    <a:pt x="483931" y="1598152"/>
                  </a:lnTo>
                  <a:lnTo>
                    <a:pt x="508466" y="1536875"/>
                  </a:lnTo>
                  <a:lnTo>
                    <a:pt x="533904" y="1471969"/>
                  </a:lnTo>
                  <a:lnTo>
                    <a:pt x="560181" y="1403783"/>
                  </a:lnTo>
                  <a:lnTo>
                    <a:pt x="587194" y="1332774"/>
                  </a:lnTo>
                  <a:lnTo>
                    <a:pt x="614803" y="1259504"/>
                  </a:lnTo>
                  <a:lnTo>
                    <a:pt x="642840" y="1184624"/>
                  </a:lnTo>
                  <a:lnTo>
                    <a:pt x="671118" y="1108847"/>
                  </a:lnTo>
                  <a:lnTo>
                    <a:pt x="699435" y="1032924"/>
                  </a:lnTo>
                  <a:lnTo>
                    <a:pt x="727588" y="957611"/>
                  </a:lnTo>
                  <a:lnTo>
                    <a:pt x="755383" y="883640"/>
                  </a:lnTo>
                  <a:lnTo>
                    <a:pt x="782644" y="811688"/>
                  </a:lnTo>
                  <a:lnTo>
                    <a:pt x="809219" y="742353"/>
                  </a:lnTo>
                  <a:lnTo>
                    <a:pt x="834990" y="676135"/>
                  </a:lnTo>
                  <a:lnTo>
                    <a:pt x="859878" y="613426"/>
                  </a:lnTo>
                  <a:lnTo>
                    <a:pt x="883843" y="554501"/>
                  </a:lnTo>
                  <a:lnTo>
                    <a:pt x="906887" y="499523"/>
                  </a:lnTo>
                  <a:lnTo>
                    <a:pt x="929054" y="448548"/>
                  </a:lnTo>
                  <a:lnTo>
                    <a:pt x="950431" y="401536"/>
                  </a:lnTo>
                  <a:lnTo>
                    <a:pt x="958487" y="384449"/>
                  </a:lnTo>
                  <a:lnTo>
                    <a:pt x="990565" y="320473"/>
                  </a:lnTo>
                  <a:lnTo>
                    <a:pt x="1021691" y="265802"/>
                  </a:lnTo>
                  <a:lnTo>
                    <a:pt x="1052741" y="219411"/>
                  </a:lnTo>
                  <a:lnTo>
                    <a:pt x="1084684" y="179981"/>
                  </a:lnTo>
                  <a:lnTo>
                    <a:pt x="1118361" y="146303"/>
                  </a:lnTo>
                  <a:lnTo>
                    <a:pt x="1154256" y="117463"/>
                  </a:lnTo>
                  <a:lnTo>
                    <a:pt x="1192215" y="92903"/>
                  </a:lnTo>
                  <a:lnTo>
                    <a:pt x="1231131" y="72419"/>
                  </a:lnTo>
                  <a:lnTo>
                    <a:pt x="1268758" y="56068"/>
                  </a:lnTo>
                  <a:lnTo>
                    <a:pt x="1301974" y="43965"/>
                  </a:lnTo>
                  <a:lnTo>
                    <a:pt x="1327663" y="36005"/>
                  </a:lnTo>
                  <a:lnTo>
                    <a:pt x="1344026" y="31643"/>
                  </a:lnTo>
                  <a:lnTo>
                    <a:pt x="1351553" y="299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204" y="190"/>
                  </a:lnTo>
                  <a:lnTo>
                    <a:pt x="1346137" y="1558"/>
                  </a:lnTo>
                  <a:lnTo>
                    <a:pt x="1331624" y="5319"/>
                  </a:lnTo>
                  <a:lnTo>
                    <a:pt x="1307683" y="12516"/>
                  </a:lnTo>
                  <a:lnTo>
                    <a:pt x="1275720" y="23787"/>
                  </a:lnTo>
                  <a:lnTo>
                    <a:pt x="1238694" y="39312"/>
                  </a:lnTo>
                  <a:lnTo>
                    <a:pt x="1199819" y="58996"/>
                  </a:lnTo>
                  <a:lnTo>
                    <a:pt x="1161550" y="82752"/>
                  </a:lnTo>
                  <a:lnTo>
                    <a:pt x="1125213" y="110721"/>
                  </a:lnTo>
                  <a:lnTo>
                    <a:pt x="1091125" y="143389"/>
                  </a:lnTo>
                  <a:lnTo>
                    <a:pt x="1058900" y="181605"/>
                  </a:lnTo>
                  <a:lnTo>
                    <a:pt x="1027750" y="226527"/>
                  </a:lnTo>
                  <a:lnTo>
                    <a:pt x="996715" y="279478"/>
                  </a:lnTo>
                  <a:lnTo>
                    <a:pt x="964878" y="341588"/>
                  </a:lnTo>
                  <a:lnTo>
                    <a:pt x="958487" y="354876"/>
                  </a:lnTo>
                  <a:lnTo>
                    <a:pt x="937381" y="400389"/>
                  </a:lnTo>
                  <a:lnTo>
                    <a:pt x="915531" y="449827"/>
                  </a:lnTo>
                  <a:lnTo>
                    <a:pt x="892833" y="503263"/>
                  </a:lnTo>
                  <a:lnTo>
                    <a:pt x="869226" y="560680"/>
                  </a:lnTo>
                  <a:lnTo>
                    <a:pt x="844691" y="621957"/>
                  </a:lnTo>
                  <a:lnTo>
                    <a:pt x="819253" y="686863"/>
                  </a:lnTo>
                  <a:lnTo>
                    <a:pt x="792976" y="755049"/>
                  </a:lnTo>
                  <a:lnTo>
                    <a:pt x="765963" y="826058"/>
                  </a:lnTo>
                  <a:lnTo>
                    <a:pt x="738355" y="899328"/>
                  </a:lnTo>
                  <a:lnTo>
                    <a:pt x="710317" y="974208"/>
                  </a:lnTo>
                  <a:lnTo>
                    <a:pt x="682039" y="1049985"/>
                  </a:lnTo>
                  <a:lnTo>
                    <a:pt x="653722" y="1125908"/>
                  </a:lnTo>
                  <a:lnTo>
                    <a:pt x="625569" y="1201221"/>
                  </a:lnTo>
                  <a:lnTo>
                    <a:pt x="597774" y="1275192"/>
                  </a:lnTo>
                  <a:lnTo>
                    <a:pt x="570513" y="1347144"/>
                  </a:lnTo>
                  <a:lnTo>
                    <a:pt x="543938" y="1416479"/>
                  </a:lnTo>
                  <a:lnTo>
                    <a:pt x="518167" y="1482697"/>
                  </a:lnTo>
                  <a:lnTo>
                    <a:pt x="493279" y="1545406"/>
                  </a:lnTo>
                  <a:lnTo>
                    <a:pt x="469314" y="1604331"/>
                  </a:lnTo>
                  <a:lnTo>
                    <a:pt x="446271" y="1659310"/>
                  </a:lnTo>
                  <a:lnTo>
                    <a:pt x="424104" y="1710285"/>
                  </a:lnTo>
                  <a:lnTo>
                    <a:pt x="402726" y="1757296"/>
                  </a:lnTo>
                  <a:lnTo>
                    <a:pt x="394671" y="1774383"/>
                  </a:lnTo>
                  <a:lnTo>
                    <a:pt x="362592" y="1838359"/>
                  </a:lnTo>
                  <a:lnTo>
                    <a:pt x="331466" y="1893030"/>
                  </a:lnTo>
                  <a:lnTo>
                    <a:pt x="300416" y="1939421"/>
                  </a:lnTo>
                  <a:lnTo>
                    <a:pt x="268473" y="1978852"/>
                  </a:lnTo>
                  <a:lnTo>
                    <a:pt x="234796" y="2012529"/>
                  </a:lnTo>
                  <a:lnTo>
                    <a:pt x="198901" y="2041369"/>
                  </a:lnTo>
                  <a:lnTo>
                    <a:pt x="160942" y="2065929"/>
                  </a:lnTo>
                  <a:lnTo>
                    <a:pt x="122027" y="2086413"/>
                  </a:lnTo>
                  <a:lnTo>
                    <a:pt x="84399" y="2102764"/>
                  </a:lnTo>
                  <a:lnTo>
                    <a:pt x="51184" y="2114867"/>
                  </a:lnTo>
                  <a:lnTo>
                    <a:pt x="25494" y="2122828"/>
                  </a:lnTo>
                  <a:lnTo>
                    <a:pt x="9132" y="2127190"/>
                  </a:lnTo>
                  <a:lnTo>
                    <a:pt x="1605" y="2128932"/>
                  </a:lnTo>
                  <a:lnTo>
                    <a:pt x="0" y="212926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4908567"/>
              <a:ext cx="1353158" cy="975910"/>
            </a:xfrm>
            <a:custGeom>
              <a:avLst/>
              <a:pathLst>
                <a:path w="1353158" h="975910">
                  <a:moveTo>
                    <a:pt x="0" y="975910"/>
                  </a:moveTo>
                  <a:lnTo>
                    <a:pt x="1629" y="975763"/>
                  </a:lnTo>
                  <a:lnTo>
                    <a:pt x="11759" y="974699"/>
                  </a:lnTo>
                  <a:lnTo>
                    <a:pt x="34971" y="971811"/>
                  </a:lnTo>
                  <a:lnTo>
                    <a:pt x="70829" y="966443"/>
                  </a:lnTo>
                  <a:lnTo>
                    <a:pt x="114881" y="958353"/>
                  </a:lnTo>
                  <a:lnTo>
                    <a:pt x="161604" y="947592"/>
                  </a:lnTo>
                  <a:lnTo>
                    <a:pt x="206967" y="934206"/>
                  </a:lnTo>
                  <a:lnTo>
                    <a:pt x="249243" y="918004"/>
                  </a:lnTo>
                  <a:lnTo>
                    <a:pt x="288548" y="898466"/>
                  </a:lnTo>
                  <a:lnTo>
                    <a:pt x="326079" y="874760"/>
                  </a:lnTo>
                  <a:lnTo>
                    <a:pt x="363473" y="845884"/>
                  </a:lnTo>
                  <a:lnTo>
                    <a:pt x="394671" y="818187"/>
                  </a:lnTo>
                  <a:lnTo>
                    <a:pt x="423193" y="790610"/>
                  </a:lnTo>
                  <a:lnTo>
                    <a:pt x="453127" y="759860"/>
                  </a:lnTo>
                  <a:lnTo>
                    <a:pt x="484670" y="725908"/>
                  </a:lnTo>
                  <a:lnTo>
                    <a:pt x="517883" y="688870"/>
                  </a:lnTo>
                  <a:lnTo>
                    <a:pt x="552687" y="649021"/>
                  </a:lnTo>
                  <a:lnTo>
                    <a:pt x="588873" y="606800"/>
                  </a:lnTo>
                  <a:lnTo>
                    <a:pt x="626115" y="562801"/>
                  </a:lnTo>
                  <a:lnTo>
                    <a:pt x="663995" y="517739"/>
                  </a:lnTo>
                  <a:lnTo>
                    <a:pt x="702037" y="472408"/>
                  </a:lnTo>
                  <a:lnTo>
                    <a:pt x="739752" y="427620"/>
                  </a:lnTo>
                  <a:lnTo>
                    <a:pt x="776679" y="384149"/>
                  </a:lnTo>
                  <a:lnTo>
                    <a:pt x="812428" y="342672"/>
                  </a:lnTo>
                  <a:lnTo>
                    <a:pt x="846710" y="303734"/>
                  </a:lnTo>
                  <a:lnTo>
                    <a:pt x="879359" y="267719"/>
                  </a:lnTo>
                  <a:lnTo>
                    <a:pt x="910344" y="234847"/>
                  </a:lnTo>
                  <a:lnTo>
                    <a:pt x="939770" y="205181"/>
                  </a:lnTo>
                  <a:lnTo>
                    <a:pt x="958487" y="187296"/>
                  </a:lnTo>
                  <a:lnTo>
                    <a:pt x="996910" y="153626"/>
                  </a:lnTo>
                  <a:lnTo>
                    <a:pt x="1034200" y="125816"/>
                  </a:lnTo>
                  <a:lnTo>
                    <a:pt x="1071950" y="102984"/>
                  </a:lnTo>
                  <a:lnTo>
                    <a:pt x="1111755" y="84140"/>
                  </a:lnTo>
                  <a:lnTo>
                    <a:pt x="1154658" y="68507"/>
                  </a:lnTo>
                  <a:lnTo>
                    <a:pt x="1200484" y="55629"/>
                  </a:lnTo>
                  <a:lnTo>
                    <a:pt x="1247076" y="45371"/>
                  </a:lnTo>
                  <a:lnTo>
                    <a:pt x="1289999" y="37804"/>
                  </a:lnTo>
                  <a:lnTo>
                    <a:pt x="1323692" y="32941"/>
                  </a:lnTo>
                  <a:lnTo>
                    <a:pt x="1344277" y="30465"/>
                  </a:lnTo>
                  <a:lnTo>
                    <a:pt x="1352280" y="2965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28" y="147"/>
                  </a:lnTo>
                  <a:lnTo>
                    <a:pt x="1341399" y="1211"/>
                  </a:lnTo>
                  <a:lnTo>
                    <a:pt x="1318186" y="4099"/>
                  </a:lnTo>
                  <a:lnTo>
                    <a:pt x="1282329" y="9467"/>
                  </a:lnTo>
                  <a:lnTo>
                    <a:pt x="1238276" y="17557"/>
                  </a:lnTo>
                  <a:lnTo>
                    <a:pt x="1191553" y="28318"/>
                  </a:lnTo>
                  <a:lnTo>
                    <a:pt x="1146190" y="41704"/>
                  </a:lnTo>
                  <a:lnTo>
                    <a:pt x="1103914" y="57906"/>
                  </a:lnTo>
                  <a:lnTo>
                    <a:pt x="1064609" y="77444"/>
                  </a:lnTo>
                  <a:lnTo>
                    <a:pt x="1027078" y="101150"/>
                  </a:lnTo>
                  <a:lnTo>
                    <a:pt x="989685" y="130026"/>
                  </a:lnTo>
                  <a:lnTo>
                    <a:pt x="958487" y="157722"/>
                  </a:lnTo>
                  <a:lnTo>
                    <a:pt x="929964" y="185300"/>
                  </a:lnTo>
                  <a:lnTo>
                    <a:pt x="900030" y="216050"/>
                  </a:lnTo>
                  <a:lnTo>
                    <a:pt x="868487" y="250002"/>
                  </a:lnTo>
                  <a:lnTo>
                    <a:pt x="835274" y="287040"/>
                  </a:lnTo>
                  <a:lnTo>
                    <a:pt x="800470" y="326889"/>
                  </a:lnTo>
                  <a:lnTo>
                    <a:pt x="764284" y="369110"/>
                  </a:lnTo>
                  <a:lnTo>
                    <a:pt x="727042" y="413109"/>
                  </a:lnTo>
                  <a:lnTo>
                    <a:pt x="689162" y="458171"/>
                  </a:lnTo>
                  <a:lnTo>
                    <a:pt x="651120" y="503502"/>
                  </a:lnTo>
                  <a:lnTo>
                    <a:pt x="613405" y="548290"/>
                  </a:lnTo>
                  <a:lnTo>
                    <a:pt x="576478" y="591761"/>
                  </a:lnTo>
                  <a:lnTo>
                    <a:pt x="540729" y="633238"/>
                  </a:lnTo>
                  <a:lnTo>
                    <a:pt x="506447" y="672176"/>
                  </a:lnTo>
                  <a:lnTo>
                    <a:pt x="473798" y="708191"/>
                  </a:lnTo>
                  <a:lnTo>
                    <a:pt x="442813" y="741063"/>
                  </a:lnTo>
                  <a:lnTo>
                    <a:pt x="413387" y="770729"/>
                  </a:lnTo>
                  <a:lnTo>
                    <a:pt x="394671" y="788614"/>
                  </a:lnTo>
                  <a:lnTo>
                    <a:pt x="356247" y="822284"/>
                  </a:lnTo>
                  <a:lnTo>
                    <a:pt x="318957" y="850094"/>
                  </a:lnTo>
                  <a:lnTo>
                    <a:pt x="281207" y="872926"/>
                  </a:lnTo>
                  <a:lnTo>
                    <a:pt x="241403" y="891770"/>
                  </a:lnTo>
                  <a:lnTo>
                    <a:pt x="198499" y="907403"/>
                  </a:lnTo>
                  <a:lnTo>
                    <a:pt x="152673" y="920281"/>
                  </a:lnTo>
                  <a:lnTo>
                    <a:pt x="106081" y="930539"/>
                  </a:lnTo>
                  <a:lnTo>
                    <a:pt x="63158" y="938106"/>
                  </a:lnTo>
                  <a:lnTo>
                    <a:pt x="29465" y="942968"/>
                  </a:lnTo>
                  <a:lnTo>
                    <a:pt x="8881" y="945445"/>
                  </a:lnTo>
                  <a:lnTo>
                    <a:pt x="877" y="946260"/>
                  </a:lnTo>
                  <a:lnTo>
                    <a:pt x="0" y="94633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5707039"/>
              <a:ext cx="1353158" cy="384449"/>
            </a:xfrm>
            <a:custGeom>
              <a:avLst/>
              <a:pathLst>
                <a:path w="1353158" h="384449">
                  <a:moveTo>
                    <a:pt x="0" y="384449"/>
                  </a:moveTo>
                  <a:lnTo>
                    <a:pt x="1785" y="384388"/>
                  </a:lnTo>
                  <a:lnTo>
                    <a:pt x="12830" y="383950"/>
                  </a:lnTo>
                  <a:lnTo>
                    <a:pt x="37911" y="382762"/>
                  </a:lnTo>
                  <a:lnTo>
                    <a:pt x="76127" y="380568"/>
                  </a:lnTo>
                  <a:lnTo>
                    <a:pt x="122306" y="377286"/>
                  </a:lnTo>
                  <a:lnTo>
                    <a:pt x="170501" y="372943"/>
                  </a:lnTo>
                  <a:lnTo>
                    <a:pt x="216722" y="367546"/>
                  </a:lnTo>
                  <a:lnTo>
                    <a:pt x="259550" y="360989"/>
                  </a:lnTo>
                  <a:lnTo>
                    <a:pt x="299467" y="353024"/>
                  </a:lnTo>
                  <a:lnTo>
                    <a:pt x="337975" y="343283"/>
                  </a:lnTo>
                  <a:lnTo>
                    <a:pt x="376899" y="331354"/>
                  </a:lnTo>
                  <a:lnTo>
                    <a:pt x="394671" y="325303"/>
                  </a:lnTo>
                  <a:lnTo>
                    <a:pt x="428362" y="313015"/>
                  </a:lnTo>
                  <a:lnTo>
                    <a:pt x="464063" y="299076"/>
                  </a:lnTo>
                  <a:lnTo>
                    <a:pt x="502036" y="283489"/>
                  </a:lnTo>
                  <a:lnTo>
                    <a:pt x="542279" y="266369"/>
                  </a:lnTo>
                  <a:lnTo>
                    <a:pt x="584532" y="247945"/>
                  </a:lnTo>
                  <a:lnTo>
                    <a:pt x="628303" y="228559"/>
                  </a:lnTo>
                  <a:lnTo>
                    <a:pt x="672918" y="208647"/>
                  </a:lnTo>
                  <a:lnTo>
                    <a:pt x="717598" y="188694"/>
                  </a:lnTo>
                  <a:lnTo>
                    <a:pt x="761557" y="169191"/>
                  </a:lnTo>
                  <a:lnTo>
                    <a:pt x="804098" y="150584"/>
                  </a:lnTo>
                  <a:lnTo>
                    <a:pt x="844694" y="133231"/>
                  </a:lnTo>
                  <a:lnTo>
                    <a:pt x="883045" y="117383"/>
                  </a:lnTo>
                  <a:lnTo>
                    <a:pt x="919107" y="103171"/>
                  </a:lnTo>
                  <a:lnTo>
                    <a:pt x="953097" y="90617"/>
                  </a:lnTo>
                  <a:lnTo>
                    <a:pt x="958487" y="88719"/>
                  </a:lnTo>
                  <a:lnTo>
                    <a:pt x="998113" y="75726"/>
                  </a:lnTo>
                  <a:lnTo>
                    <a:pt x="1036584" y="65064"/>
                  </a:lnTo>
                  <a:lnTo>
                    <a:pt x="1075658" y="56364"/>
                  </a:lnTo>
                  <a:lnTo>
                    <a:pt x="1117060" y="49223"/>
                  </a:lnTo>
                  <a:lnTo>
                    <a:pt x="1161820" y="43334"/>
                  </a:lnTo>
                  <a:lnTo>
                    <a:pt x="1209474" y="38529"/>
                  </a:lnTo>
                  <a:lnTo>
                    <a:pt x="1257201" y="34773"/>
                  </a:lnTo>
                  <a:lnTo>
                    <a:pt x="1299711" y="32098"/>
                  </a:lnTo>
                  <a:lnTo>
                    <a:pt x="1331037" y="30486"/>
                  </a:lnTo>
                  <a:lnTo>
                    <a:pt x="1348036" y="29758"/>
                  </a:lnTo>
                  <a:lnTo>
                    <a:pt x="1352994" y="295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72" y="60"/>
                  </a:lnTo>
                  <a:lnTo>
                    <a:pt x="1340327" y="499"/>
                  </a:lnTo>
                  <a:lnTo>
                    <a:pt x="1315246" y="1687"/>
                  </a:lnTo>
                  <a:lnTo>
                    <a:pt x="1277030" y="3881"/>
                  </a:lnTo>
                  <a:lnTo>
                    <a:pt x="1230851" y="7163"/>
                  </a:lnTo>
                  <a:lnTo>
                    <a:pt x="1182656" y="11505"/>
                  </a:lnTo>
                  <a:lnTo>
                    <a:pt x="1136436" y="16902"/>
                  </a:lnTo>
                  <a:lnTo>
                    <a:pt x="1093607" y="23460"/>
                  </a:lnTo>
                  <a:lnTo>
                    <a:pt x="1053690" y="31424"/>
                  </a:lnTo>
                  <a:lnTo>
                    <a:pt x="1015182" y="41166"/>
                  </a:lnTo>
                  <a:lnTo>
                    <a:pt x="976258" y="53094"/>
                  </a:lnTo>
                  <a:lnTo>
                    <a:pt x="958487" y="59146"/>
                  </a:lnTo>
                  <a:lnTo>
                    <a:pt x="924795" y="71433"/>
                  </a:lnTo>
                  <a:lnTo>
                    <a:pt x="889094" y="85373"/>
                  </a:lnTo>
                  <a:lnTo>
                    <a:pt x="851122" y="100959"/>
                  </a:lnTo>
                  <a:lnTo>
                    <a:pt x="810879" y="118080"/>
                  </a:lnTo>
                  <a:lnTo>
                    <a:pt x="768625" y="136504"/>
                  </a:lnTo>
                  <a:lnTo>
                    <a:pt x="724854" y="155889"/>
                  </a:lnTo>
                  <a:lnTo>
                    <a:pt x="680239" y="175802"/>
                  </a:lnTo>
                  <a:lnTo>
                    <a:pt x="635559" y="195755"/>
                  </a:lnTo>
                  <a:lnTo>
                    <a:pt x="591600" y="215258"/>
                  </a:lnTo>
                  <a:lnTo>
                    <a:pt x="549059" y="233865"/>
                  </a:lnTo>
                  <a:lnTo>
                    <a:pt x="508463" y="251218"/>
                  </a:lnTo>
                  <a:lnTo>
                    <a:pt x="470112" y="267066"/>
                  </a:lnTo>
                  <a:lnTo>
                    <a:pt x="434051" y="281277"/>
                  </a:lnTo>
                  <a:lnTo>
                    <a:pt x="400060" y="293832"/>
                  </a:lnTo>
                  <a:lnTo>
                    <a:pt x="394671" y="295730"/>
                  </a:lnTo>
                  <a:lnTo>
                    <a:pt x="355044" y="308722"/>
                  </a:lnTo>
                  <a:lnTo>
                    <a:pt x="316574" y="319384"/>
                  </a:lnTo>
                  <a:lnTo>
                    <a:pt x="277499" y="328085"/>
                  </a:lnTo>
                  <a:lnTo>
                    <a:pt x="236097" y="335226"/>
                  </a:lnTo>
                  <a:lnTo>
                    <a:pt x="191337" y="341115"/>
                  </a:lnTo>
                  <a:lnTo>
                    <a:pt x="143683" y="345920"/>
                  </a:lnTo>
                  <a:lnTo>
                    <a:pt x="95956" y="349676"/>
                  </a:lnTo>
                  <a:lnTo>
                    <a:pt x="53446" y="352351"/>
                  </a:lnTo>
                  <a:lnTo>
                    <a:pt x="22120" y="353962"/>
                  </a:lnTo>
                  <a:lnTo>
                    <a:pt x="5122" y="354691"/>
                  </a:lnTo>
                  <a:lnTo>
                    <a:pt x="163" y="354871"/>
                  </a:lnTo>
                  <a:lnTo>
                    <a:pt x="0" y="35487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3636925"/>
              <a:ext cx="1353158" cy="2602428"/>
            </a:xfrm>
            <a:custGeom>
              <a:avLst/>
              <a:pathLst>
                <a:path w="1353158" h="2602428">
                  <a:moveTo>
                    <a:pt x="0" y="2602428"/>
                  </a:moveTo>
                  <a:lnTo>
                    <a:pt x="839" y="2602227"/>
                  </a:lnTo>
                  <a:lnTo>
                    <a:pt x="6206" y="2600778"/>
                  </a:lnTo>
                  <a:lnTo>
                    <a:pt x="19148" y="2596791"/>
                  </a:lnTo>
                  <a:lnTo>
                    <a:pt x="40762" y="2589120"/>
                  </a:lnTo>
                  <a:lnTo>
                    <a:pt x="70091" y="2577017"/>
                  </a:lnTo>
                  <a:lnTo>
                    <a:pt x="104702" y="2560206"/>
                  </a:lnTo>
                  <a:lnTo>
                    <a:pt x="141718" y="2538750"/>
                  </a:lnTo>
                  <a:lnTo>
                    <a:pt x="178738" y="2512775"/>
                  </a:lnTo>
                  <a:lnTo>
                    <a:pt x="214279" y="2482228"/>
                  </a:lnTo>
                  <a:lnTo>
                    <a:pt x="247772" y="2446733"/>
                  </a:lnTo>
                  <a:lnTo>
                    <a:pt x="279344" y="2405545"/>
                  </a:lnTo>
                  <a:lnTo>
                    <a:pt x="309558" y="2357568"/>
                  </a:lnTo>
                  <a:lnTo>
                    <a:pt x="339209" y="2301454"/>
                  </a:lnTo>
                  <a:lnTo>
                    <a:pt x="369150" y="2235824"/>
                  </a:lnTo>
                  <a:lnTo>
                    <a:pt x="394671" y="2173619"/>
                  </a:lnTo>
                  <a:lnTo>
                    <a:pt x="414057" y="2123211"/>
                  </a:lnTo>
                  <a:lnTo>
                    <a:pt x="434064" y="2068799"/>
                  </a:lnTo>
                  <a:lnTo>
                    <a:pt x="454778" y="2010305"/>
                  </a:lnTo>
                  <a:lnTo>
                    <a:pt x="476253" y="1947727"/>
                  </a:lnTo>
                  <a:lnTo>
                    <a:pt x="498511" y="1881150"/>
                  </a:lnTo>
                  <a:lnTo>
                    <a:pt x="521546" y="1810754"/>
                  </a:lnTo>
                  <a:lnTo>
                    <a:pt x="545323" y="1736817"/>
                  </a:lnTo>
                  <a:lnTo>
                    <a:pt x="569775" y="1659716"/>
                  </a:lnTo>
                  <a:lnTo>
                    <a:pt x="594810" y="1579923"/>
                  </a:lnTo>
                  <a:lnTo>
                    <a:pt x="620313" y="1497995"/>
                  </a:lnTo>
                  <a:lnTo>
                    <a:pt x="646148" y="1414560"/>
                  </a:lnTo>
                  <a:lnTo>
                    <a:pt x="672167" y="1330295"/>
                  </a:lnTo>
                  <a:lnTo>
                    <a:pt x="698213" y="1245910"/>
                  </a:lnTo>
                  <a:lnTo>
                    <a:pt x="724128" y="1162116"/>
                  </a:lnTo>
                  <a:lnTo>
                    <a:pt x="749760" y="1079605"/>
                  </a:lnTo>
                  <a:lnTo>
                    <a:pt x="774967" y="999023"/>
                  </a:lnTo>
                  <a:lnTo>
                    <a:pt x="799628" y="920953"/>
                  </a:lnTo>
                  <a:lnTo>
                    <a:pt x="823642" y="845898"/>
                  </a:lnTo>
                  <a:lnTo>
                    <a:pt x="846934" y="774267"/>
                  </a:lnTo>
                  <a:lnTo>
                    <a:pt x="869457" y="706372"/>
                  </a:lnTo>
                  <a:lnTo>
                    <a:pt x="891196" y="642426"/>
                  </a:lnTo>
                  <a:lnTo>
                    <a:pt x="912163" y="582546"/>
                  </a:lnTo>
                  <a:lnTo>
                    <a:pt x="932401" y="526757"/>
                  </a:lnTo>
                  <a:lnTo>
                    <a:pt x="951987" y="475007"/>
                  </a:lnTo>
                  <a:lnTo>
                    <a:pt x="958487" y="458382"/>
                  </a:lnTo>
                  <a:lnTo>
                    <a:pt x="989223" y="384136"/>
                  </a:lnTo>
                  <a:lnTo>
                    <a:pt x="1019056" y="320233"/>
                  </a:lnTo>
                  <a:lnTo>
                    <a:pt x="1048743" y="265623"/>
                  </a:lnTo>
                  <a:lnTo>
                    <a:pt x="1079138" y="218907"/>
                  </a:lnTo>
                  <a:lnTo>
                    <a:pt x="1111010" y="178769"/>
                  </a:lnTo>
                  <a:lnTo>
                    <a:pt x="1144864" y="144171"/>
                  </a:lnTo>
                  <a:lnTo>
                    <a:pt x="1180723" y="114428"/>
                  </a:lnTo>
                  <a:lnTo>
                    <a:pt x="1217876" y="89228"/>
                  </a:lnTo>
                  <a:lnTo>
                    <a:pt x="1254670" y="68562"/>
                  </a:lnTo>
                  <a:lnTo>
                    <a:pt x="1288577" y="52565"/>
                  </a:lnTo>
                  <a:lnTo>
                    <a:pt x="1316721" y="41257"/>
                  </a:lnTo>
                  <a:lnTo>
                    <a:pt x="1336855" y="34288"/>
                  </a:lnTo>
                  <a:lnTo>
                    <a:pt x="1348354" y="30827"/>
                  </a:lnTo>
                  <a:lnTo>
                    <a:pt x="1352676" y="296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318" y="201"/>
                  </a:lnTo>
                  <a:lnTo>
                    <a:pt x="1346951" y="1650"/>
                  </a:lnTo>
                  <a:lnTo>
                    <a:pt x="1334009" y="5637"/>
                  </a:lnTo>
                  <a:lnTo>
                    <a:pt x="1312395" y="13308"/>
                  </a:lnTo>
                  <a:lnTo>
                    <a:pt x="1283066" y="25411"/>
                  </a:lnTo>
                  <a:lnTo>
                    <a:pt x="1248455" y="42222"/>
                  </a:lnTo>
                  <a:lnTo>
                    <a:pt x="1211439" y="63678"/>
                  </a:lnTo>
                  <a:lnTo>
                    <a:pt x="1174419" y="89653"/>
                  </a:lnTo>
                  <a:lnTo>
                    <a:pt x="1138878" y="120200"/>
                  </a:lnTo>
                  <a:lnTo>
                    <a:pt x="1105385" y="155695"/>
                  </a:lnTo>
                  <a:lnTo>
                    <a:pt x="1073813" y="196883"/>
                  </a:lnTo>
                  <a:lnTo>
                    <a:pt x="1043599" y="244860"/>
                  </a:lnTo>
                  <a:lnTo>
                    <a:pt x="1013948" y="300974"/>
                  </a:lnTo>
                  <a:lnTo>
                    <a:pt x="984008" y="366604"/>
                  </a:lnTo>
                  <a:lnTo>
                    <a:pt x="958487" y="428809"/>
                  </a:lnTo>
                  <a:lnTo>
                    <a:pt x="939100" y="479217"/>
                  </a:lnTo>
                  <a:lnTo>
                    <a:pt x="919093" y="533629"/>
                  </a:lnTo>
                  <a:lnTo>
                    <a:pt x="898379" y="592123"/>
                  </a:lnTo>
                  <a:lnTo>
                    <a:pt x="876905" y="654701"/>
                  </a:lnTo>
                  <a:lnTo>
                    <a:pt x="854646" y="721278"/>
                  </a:lnTo>
                  <a:lnTo>
                    <a:pt x="831611" y="791674"/>
                  </a:lnTo>
                  <a:lnTo>
                    <a:pt x="807834" y="865611"/>
                  </a:lnTo>
                  <a:lnTo>
                    <a:pt x="783383" y="942712"/>
                  </a:lnTo>
                  <a:lnTo>
                    <a:pt x="758347" y="1022505"/>
                  </a:lnTo>
                  <a:lnTo>
                    <a:pt x="732844" y="1104433"/>
                  </a:lnTo>
                  <a:lnTo>
                    <a:pt x="707009" y="1187868"/>
                  </a:lnTo>
                  <a:lnTo>
                    <a:pt x="680990" y="1272133"/>
                  </a:lnTo>
                  <a:lnTo>
                    <a:pt x="654944" y="1356518"/>
                  </a:lnTo>
                  <a:lnTo>
                    <a:pt x="629029" y="1440312"/>
                  </a:lnTo>
                  <a:lnTo>
                    <a:pt x="603398" y="1522823"/>
                  </a:lnTo>
                  <a:lnTo>
                    <a:pt x="578190" y="1603405"/>
                  </a:lnTo>
                  <a:lnTo>
                    <a:pt x="553529" y="1681475"/>
                  </a:lnTo>
                  <a:lnTo>
                    <a:pt x="529515" y="1756530"/>
                  </a:lnTo>
                  <a:lnTo>
                    <a:pt x="506223" y="1828161"/>
                  </a:lnTo>
                  <a:lnTo>
                    <a:pt x="483700" y="1896056"/>
                  </a:lnTo>
                  <a:lnTo>
                    <a:pt x="461961" y="1960002"/>
                  </a:lnTo>
                  <a:lnTo>
                    <a:pt x="440994" y="2019882"/>
                  </a:lnTo>
                  <a:lnTo>
                    <a:pt x="420756" y="2075671"/>
                  </a:lnTo>
                  <a:lnTo>
                    <a:pt x="401171" y="2127421"/>
                  </a:lnTo>
                  <a:lnTo>
                    <a:pt x="394671" y="2144046"/>
                  </a:lnTo>
                  <a:lnTo>
                    <a:pt x="363934" y="2218292"/>
                  </a:lnTo>
                  <a:lnTo>
                    <a:pt x="334101" y="2282195"/>
                  </a:lnTo>
                  <a:lnTo>
                    <a:pt x="304414" y="2336805"/>
                  </a:lnTo>
                  <a:lnTo>
                    <a:pt x="274019" y="2383521"/>
                  </a:lnTo>
                  <a:lnTo>
                    <a:pt x="242147" y="2423659"/>
                  </a:lnTo>
                  <a:lnTo>
                    <a:pt x="208294" y="2458257"/>
                  </a:lnTo>
                  <a:lnTo>
                    <a:pt x="172434" y="2488000"/>
                  </a:lnTo>
                  <a:lnTo>
                    <a:pt x="135281" y="2513200"/>
                  </a:lnTo>
                  <a:lnTo>
                    <a:pt x="98487" y="2533866"/>
                  </a:lnTo>
                  <a:lnTo>
                    <a:pt x="64580" y="2549863"/>
                  </a:lnTo>
                  <a:lnTo>
                    <a:pt x="36436" y="2561171"/>
                  </a:lnTo>
                  <a:lnTo>
                    <a:pt x="16302" y="2568140"/>
                  </a:lnTo>
                  <a:lnTo>
                    <a:pt x="4803" y="2571601"/>
                  </a:lnTo>
                  <a:lnTo>
                    <a:pt x="482" y="2572742"/>
                  </a:lnTo>
                  <a:lnTo>
                    <a:pt x="0" y="257285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4938140"/>
              <a:ext cx="1353158" cy="1330787"/>
            </a:xfrm>
            <a:custGeom>
              <a:avLst/>
              <a:pathLst>
                <a:path w="1353158" h="1330787">
                  <a:moveTo>
                    <a:pt x="0" y="1330787"/>
                  </a:moveTo>
                  <a:lnTo>
                    <a:pt x="1498" y="1330601"/>
                  </a:lnTo>
                  <a:lnTo>
                    <a:pt x="10850" y="1329261"/>
                  </a:lnTo>
                  <a:lnTo>
                    <a:pt x="32451" y="1325615"/>
                  </a:lnTo>
                  <a:lnTo>
                    <a:pt x="66220" y="1318798"/>
                  </a:lnTo>
                  <a:lnTo>
                    <a:pt x="108318" y="1308459"/>
                  </a:lnTo>
                  <a:lnTo>
                    <a:pt x="153626" y="1294635"/>
                  </a:lnTo>
                  <a:lnTo>
                    <a:pt x="198137" y="1277411"/>
                  </a:lnTo>
                  <a:lnTo>
                    <a:pt x="239889" y="1256617"/>
                  </a:lnTo>
                  <a:lnTo>
                    <a:pt x="278692" y="1231688"/>
                  </a:lnTo>
                  <a:lnTo>
                    <a:pt x="315468" y="1201661"/>
                  </a:lnTo>
                  <a:lnTo>
                    <a:pt x="351660" y="1165298"/>
                  </a:lnTo>
                  <a:lnTo>
                    <a:pt x="388760" y="1121433"/>
                  </a:lnTo>
                  <a:lnTo>
                    <a:pt x="394671" y="1113918"/>
                  </a:lnTo>
                  <a:lnTo>
                    <a:pt x="420408" y="1079813"/>
                  </a:lnTo>
                  <a:lnTo>
                    <a:pt x="447279" y="1042149"/>
                  </a:lnTo>
                  <a:lnTo>
                    <a:pt x="475447" y="1000877"/>
                  </a:lnTo>
                  <a:lnTo>
                    <a:pt x="504978" y="956077"/>
                  </a:lnTo>
                  <a:lnTo>
                    <a:pt x="535851" y="907973"/>
                  </a:lnTo>
                  <a:lnTo>
                    <a:pt x="567949" y="856939"/>
                  </a:lnTo>
                  <a:lnTo>
                    <a:pt x="601077" y="803501"/>
                  </a:lnTo>
                  <a:lnTo>
                    <a:pt x="634964" y="748314"/>
                  </a:lnTo>
                  <a:lnTo>
                    <a:pt x="669284" y="692135"/>
                  </a:lnTo>
                  <a:lnTo>
                    <a:pt x="703681" y="635780"/>
                  </a:lnTo>
                  <a:lnTo>
                    <a:pt x="737794" y="580075"/>
                  </a:lnTo>
                  <a:lnTo>
                    <a:pt x="771279" y="525809"/>
                  </a:lnTo>
                  <a:lnTo>
                    <a:pt x="803843" y="473685"/>
                  </a:lnTo>
                  <a:lnTo>
                    <a:pt x="835254" y="424284"/>
                  </a:lnTo>
                  <a:lnTo>
                    <a:pt x="865362" y="378048"/>
                  </a:lnTo>
                  <a:lnTo>
                    <a:pt x="894105" y="335263"/>
                  </a:lnTo>
                  <a:lnTo>
                    <a:pt x="921511" y="296069"/>
                  </a:lnTo>
                  <a:lnTo>
                    <a:pt x="947703" y="260469"/>
                  </a:lnTo>
                  <a:lnTo>
                    <a:pt x="958487" y="246442"/>
                  </a:lnTo>
                  <a:lnTo>
                    <a:pt x="995837" y="201350"/>
                  </a:lnTo>
                  <a:lnTo>
                    <a:pt x="1032078" y="163890"/>
                  </a:lnTo>
                  <a:lnTo>
                    <a:pt x="1068661" y="132965"/>
                  </a:lnTo>
                  <a:lnTo>
                    <a:pt x="1107071" y="107318"/>
                  </a:lnTo>
                  <a:lnTo>
                    <a:pt x="1148342" y="85930"/>
                  </a:lnTo>
                  <a:lnTo>
                    <a:pt x="1192502" y="68173"/>
                  </a:lnTo>
                  <a:lnTo>
                    <a:pt x="1237900" y="53820"/>
                  </a:lnTo>
                  <a:lnTo>
                    <a:pt x="1280825" y="42932"/>
                  </a:lnTo>
                  <a:lnTo>
                    <a:pt x="1316203" y="35579"/>
                  </a:lnTo>
                  <a:lnTo>
                    <a:pt x="1339811" y="31486"/>
                  </a:lnTo>
                  <a:lnTo>
                    <a:pt x="1350882" y="2986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59" y="186"/>
                  </a:lnTo>
                  <a:lnTo>
                    <a:pt x="1342307" y="1525"/>
                  </a:lnTo>
                  <a:lnTo>
                    <a:pt x="1320706" y="5172"/>
                  </a:lnTo>
                  <a:lnTo>
                    <a:pt x="1286937" y="11988"/>
                  </a:lnTo>
                  <a:lnTo>
                    <a:pt x="1244839" y="22328"/>
                  </a:lnTo>
                  <a:lnTo>
                    <a:pt x="1199531" y="36151"/>
                  </a:lnTo>
                  <a:lnTo>
                    <a:pt x="1155020" y="53375"/>
                  </a:lnTo>
                  <a:lnTo>
                    <a:pt x="1113268" y="74169"/>
                  </a:lnTo>
                  <a:lnTo>
                    <a:pt x="1074465" y="99099"/>
                  </a:lnTo>
                  <a:lnTo>
                    <a:pt x="1037690" y="129126"/>
                  </a:lnTo>
                  <a:lnTo>
                    <a:pt x="1001497" y="165489"/>
                  </a:lnTo>
                  <a:lnTo>
                    <a:pt x="964397" y="209354"/>
                  </a:lnTo>
                  <a:lnTo>
                    <a:pt x="958487" y="216869"/>
                  </a:lnTo>
                  <a:lnTo>
                    <a:pt x="932750" y="250974"/>
                  </a:lnTo>
                  <a:lnTo>
                    <a:pt x="905878" y="288638"/>
                  </a:lnTo>
                  <a:lnTo>
                    <a:pt x="877711" y="329909"/>
                  </a:lnTo>
                  <a:lnTo>
                    <a:pt x="848179" y="374709"/>
                  </a:lnTo>
                  <a:lnTo>
                    <a:pt x="817307" y="422814"/>
                  </a:lnTo>
                  <a:lnTo>
                    <a:pt x="785208" y="473847"/>
                  </a:lnTo>
                  <a:lnTo>
                    <a:pt x="752080" y="527285"/>
                  </a:lnTo>
                  <a:lnTo>
                    <a:pt x="718194" y="582472"/>
                  </a:lnTo>
                  <a:lnTo>
                    <a:pt x="683873" y="638651"/>
                  </a:lnTo>
                  <a:lnTo>
                    <a:pt x="649476" y="695007"/>
                  </a:lnTo>
                  <a:lnTo>
                    <a:pt x="615364" y="750711"/>
                  </a:lnTo>
                  <a:lnTo>
                    <a:pt x="581878" y="804977"/>
                  </a:lnTo>
                  <a:lnTo>
                    <a:pt x="549314" y="857102"/>
                  </a:lnTo>
                  <a:lnTo>
                    <a:pt x="517903" y="906502"/>
                  </a:lnTo>
                  <a:lnTo>
                    <a:pt x="487795" y="952739"/>
                  </a:lnTo>
                  <a:lnTo>
                    <a:pt x="459052" y="995524"/>
                  </a:lnTo>
                  <a:lnTo>
                    <a:pt x="431646" y="1034718"/>
                  </a:lnTo>
                  <a:lnTo>
                    <a:pt x="405454" y="1070317"/>
                  </a:lnTo>
                  <a:lnTo>
                    <a:pt x="394671" y="1084345"/>
                  </a:lnTo>
                  <a:lnTo>
                    <a:pt x="357320" y="1129436"/>
                  </a:lnTo>
                  <a:lnTo>
                    <a:pt x="321079" y="1166896"/>
                  </a:lnTo>
                  <a:lnTo>
                    <a:pt x="284496" y="1197821"/>
                  </a:lnTo>
                  <a:lnTo>
                    <a:pt x="246087" y="1223469"/>
                  </a:lnTo>
                  <a:lnTo>
                    <a:pt x="204815" y="1244857"/>
                  </a:lnTo>
                  <a:lnTo>
                    <a:pt x="160655" y="1262614"/>
                  </a:lnTo>
                  <a:lnTo>
                    <a:pt x="115257" y="1276967"/>
                  </a:lnTo>
                  <a:lnTo>
                    <a:pt x="72332" y="1287855"/>
                  </a:lnTo>
                  <a:lnTo>
                    <a:pt x="36954" y="1295207"/>
                  </a:lnTo>
                  <a:lnTo>
                    <a:pt x="13346" y="1299301"/>
                  </a:lnTo>
                  <a:lnTo>
                    <a:pt x="2275" y="1300926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5736612"/>
              <a:ext cx="1353158" cy="561888"/>
            </a:xfrm>
            <a:custGeom>
              <a:avLst/>
              <a:pathLst>
                <a:path w="1353158" h="561888">
                  <a:moveTo>
                    <a:pt x="0" y="561888"/>
                  </a:moveTo>
                  <a:lnTo>
                    <a:pt x="1750" y="561798"/>
                  </a:lnTo>
                  <a:lnTo>
                    <a:pt x="12592" y="561153"/>
                  </a:lnTo>
                  <a:lnTo>
                    <a:pt x="37261" y="559407"/>
                  </a:lnTo>
                  <a:lnTo>
                    <a:pt x="74963" y="556176"/>
                  </a:lnTo>
                  <a:lnTo>
                    <a:pt x="120685" y="551335"/>
                  </a:lnTo>
                  <a:lnTo>
                    <a:pt x="168570" y="544923"/>
                  </a:lnTo>
                  <a:lnTo>
                    <a:pt x="214612" y="536953"/>
                  </a:lnTo>
                  <a:lnTo>
                    <a:pt x="257322" y="527278"/>
                  </a:lnTo>
                  <a:lnTo>
                    <a:pt x="297101" y="515546"/>
                  </a:lnTo>
                  <a:lnTo>
                    <a:pt x="335383" y="501221"/>
                  </a:lnTo>
                  <a:lnTo>
                    <a:pt x="373958" y="483697"/>
                  </a:lnTo>
                  <a:lnTo>
                    <a:pt x="394671" y="473168"/>
                  </a:lnTo>
                  <a:lnTo>
                    <a:pt x="426910" y="455560"/>
                  </a:lnTo>
                  <a:lnTo>
                    <a:pt x="460980" y="435679"/>
                  </a:lnTo>
                  <a:lnTo>
                    <a:pt x="497126" y="413524"/>
                  </a:lnTo>
                  <a:lnTo>
                    <a:pt x="535370" y="389228"/>
                  </a:lnTo>
                  <a:lnTo>
                    <a:pt x="575518" y="363071"/>
                  </a:lnTo>
                  <a:lnTo>
                    <a:pt x="617170" y="335479"/>
                  </a:lnTo>
                  <a:lnTo>
                    <a:pt x="659765" y="307001"/>
                  </a:lnTo>
                  <a:lnTo>
                    <a:pt x="702635" y="278267"/>
                  </a:lnTo>
                  <a:lnTo>
                    <a:pt x="745080" y="249930"/>
                  </a:lnTo>
                  <a:lnTo>
                    <a:pt x="786450" y="222605"/>
                  </a:lnTo>
                  <a:lnTo>
                    <a:pt x="826214" y="196818"/>
                  </a:lnTo>
                  <a:lnTo>
                    <a:pt x="864015" y="172966"/>
                  </a:lnTo>
                  <a:lnTo>
                    <a:pt x="899703" y="151295"/>
                  </a:lnTo>
                  <a:lnTo>
                    <a:pt x="933349" y="131909"/>
                  </a:lnTo>
                  <a:lnTo>
                    <a:pt x="958487" y="118292"/>
                  </a:lnTo>
                  <a:lnTo>
                    <a:pt x="997851" y="98923"/>
                  </a:lnTo>
                  <a:lnTo>
                    <a:pt x="1036064" y="83005"/>
                  </a:lnTo>
                  <a:lnTo>
                    <a:pt x="1074849" y="69999"/>
                  </a:lnTo>
                  <a:lnTo>
                    <a:pt x="1115900" y="59311"/>
                  </a:lnTo>
                  <a:lnTo>
                    <a:pt x="1160255" y="50485"/>
                  </a:lnTo>
                  <a:lnTo>
                    <a:pt x="1207515" y="43268"/>
                  </a:lnTo>
                  <a:lnTo>
                    <a:pt x="1255015" y="37603"/>
                  </a:lnTo>
                  <a:lnTo>
                    <a:pt x="1297653" y="33536"/>
                  </a:lnTo>
                  <a:lnTo>
                    <a:pt x="1329535" y="31048"/>
                  </a:lnTo>
                  <a:lnTo>
                    <a:pt x="1347324" y="29892"/>
                  </a:lnTo>
                  <a:lnTo>
                    <a:pt x="1352899" y="29585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07" y="89"/>
                  </a:lnTo>
                  <a:lnTo>
                    <a:pt x="1340565" y="734"/>
                  </a:lnTo>
                  <a:lnTo>
                    <a:pt x="1315896" y="2480"/>
                  </a:lnTo>
                  <a:lnTo>
                    <a:pt x="1278194" y="5711"/>
                  </a:lnTo>
                  <a:lnTo>
                    <a:pt x="1232472" y="10552"/>
                  </a:lnTo>
                  <a:lnTo>
                    <a:pt x="1184587" y="16964"/>
                  </a:lnTo>
                  <a:lnTo>
                    <a:pt x="1138545" y="24934"/>
                  </a:lnTo>
                  <a:lnTo>
                    <a:pt x="1095835" y="34609"/>
                  </a:lnTo>
                  <a:lnTo>
                    <a:pt x="1056056" y="46342"/>
                  </a:lnTo>
                  <a:lnTo>
                    <a:pt x="1017774" y="60667"/>
                  </a:lnTo>
                  <a:lnTo>
                    <a:pt x="979199" y="78190"/>
                  </a:lnTo>
                  <a:lnTo>
                    <a:pt x="958487" y="88719"/>
                  </a:lnTo>
                  <a:lnTo>
                    <a:pt x="926247" y="106327"/>
                  </a:lnTo>
                  <a:lnTo>
                    <a:pt x="892177" y="126208"/>
                  </a:lnTo>
                  <a:lnTo>
                    <a:pt x="856031" y="148363"/>
                  </a:lnTo>
                  <a:lnTo>
                    <a:pt x="817787" y="172660"/>
                  </a:lnTo>
                  <a:lnTo>
                    <a:pt x="777640" y="198817"/>
                  </a:lnTo>
                  <a:lnTo>
                    <a:pt x="735987" y="226408"/>
                  </a:lnTo>
                  <a:lnTo>
                    <a:pt x="693392" y="254886"/>
                  </a:lnTo>
                  <a:lnTo>
                    <a:pt x="650522" y="283620"/>
                  </a:lnTo>
                  <a:lnTo>
                    <a:pt x="608077" y="311958"/>
                  </a:lnTo>
                  <a:lnTo>
                    <a:pt x="566707" y="339282"/>
                  </a:lnTo>
                  <a:lnTo>
                    <a:pt x="526943" y="365069"/>
                  </a:lnTo>
                  <a:lnTo>
                    <a:pt x="489143" y="388922"/>
                  </a:lnTo>
                  <a:lnTo>
                    <a:pt x="453454" y="410592"/>
                  </a:lnTo>
                  <a:lnTo>
                    <a:pt x="419808" y="429978"/>
                  </a:lnTo>
                  <a:lnTo>
                    <a:pt x="394671" y="443595"/>
                  </a:lnTo>
                  <a:lnTo>
                    <a:pt x="355306" y="462965"/>
                  </a:lnTo>
                  <a:lnTo>
                    <a:pt x="317093" y="478882"/>
                  </a:lnTo>
                  <a:lnTo>
                    <a:pt x="278308" y="491888"/>
                  </a:lnTo>
                  <a:lnTo>
                    <a:pt x="237257" y="502576"/>
                  </a:lnTo>
                  <a:lnTo>
                    <a:pt x="192903" y="511402"/>
                  </a:lnTo>
                  <a:lnTo>
                    <a:pt x="145642" y="518619"/>
                  </a:lnTo>
                  <a:lnTo>
                    <a:pt x="98142" y="524284"/>
                  </a:lnTo>
                  <a:lnTo>
                    <a:pt x="55504" y="528352"/>
                  </a:lnTo>
                  <a:lnTo>
                    <a:pt x="23622" y="530839"/>
                  </a:lnTo>
                  <a:lnTo>
                    <a:pt x="5833" y="531995"/>
                  </a:lnTo>
                  <a:lnTo>
                    <a:pt x="258" y="532302"/>
                  </a:lnTo>
                  <a:lnTo>
                    <a:pt x="0" y="53231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5766185"/>
              <a:ext cx="1353158" cy="561888"/>
            </a:xfrm>
            <a:custGeom>
              <a:avLst/>
              <a:pathLst>
                <a:path w="1353158" h="561888">
                  <a:moveTo>
                    <a:pt x="0" y="561888"/>
                  </a:moveTo>
                  <a:lnTo>
                    <a:pt x="1750" y="561798"/>
                  </a:lnTo>
                  <a:lnTo>
                    <a:pt x="12592" y="561153"/>
                  </a:lnTo>
                  <a:lnTo>
                    <a:pt x="37261" y="559407"/>
                  </a:lnTo>
                  <a:lnTo>
                    <a:pt x="74963" y="556176"/>
                  </a:lnTo>
                  <a:lnTo>
                    <a:pt x="120685" y="551335"/>
                  </a:lnTo>
                  <a:lnTo>
                    <a:pt x="168570" y="544923"/>
                  </a:lnTo>
                  <a:lnTo>
                    <a:pt x="214612" y="536953"/>
                  </a:lnTo>
                  <a:lnTo>
                    <a:pt x="257322" y="527278"/>
                  </a:lnTo>
                  <a:lnTo>
                    <a:pt x="297101" y="515546"/>
                  </a:lnTo>
                  <a:lnTo>
                    <a:pt x="335383" y="501221"/>
                  </a:lnTo>
                  <a:lnTo>
                    <a:pt x="373958" y="483697"/>
                  </a:lnTo>
                  <a:lnTo>
                    <a:pt x="394671" y="473168"/>
                  </a:lnTo>
                  <a:lnTo>
                    <a:pt x="426910" y="455560"/>
                  </a:lnTo>
                  <a:lnTo>
                    <a:pt x="460980" y="435679"/>
                  </a:lnTo>
                  <a:lnTo>
                    <a:pt x="497126" y="413524"/>
                  </a:lnTo>
                  <a:lnTo>
                    <a:pt x="535370" y="389228"/>
                  </a:lnTo>
                  <a:lnTo>
                    <a:pt x="575518" y="363071"/>
                  </a:lnTo>
                  <a:lnTo>
                    <a:pt x="617170" y="335479"/>
                  </a:lnTo>
                  <a:lnTo>
                    <a:pt x="659765" y="307001"/>
                  </a:lnTo>
                  <a:lnTo>
                    <a:pt x="702635" y="278267"/>
                  </a:lnTo>
                  <a:lnTo>
                    <a:pt x="745080" y="249930"/>
                  </a:lnTo>
                  <a:lnTo>
                    <a:pt x="786450" y="222605"/>
                  </a:lnTo>
                  <a:lnTo>
                    <a:pt x="826214" y="196818"/>
                  </a:lnTo>
                  <a:lnTo>
                    <a:pt x="864015" y="172966"/>
                  </a:lnTo>
                  <a:lnTo>
                    <a:pt x="899703" y="151295"/>
                  </a:lnTo>
                  <a:lnTo>
                    <a:pt x="933349" y="131909"/>
                  </a:lnTo>
                  <a:lnTo>
                    <a:pt x="958487" y="118292"/>
                  </a:lnTo>
                  <a:lnTo>
                    <a:pt x="997851" y="98923"/>
                  </a:lnTo>
                  <a:lnTo>
                    <a:pt x="1036064" y="83005"/>
                  </a:lnTo>
                  <a:lnTo>
                    <a:pt x="1074849" y="69999"/>
                  </a:lnTo>
                  <a:lnTo>
                    <a:pt x="1115900" y="59311"/>
                  </a:lnTo>
                  <a:lnTo>
                    <a:pt x="1160255" y="50485"/>
                  </a:lnTo>
                  <a:lnTo>
                    <a:pt x="1207515" y="43268"/>
                  </a:lnTo>
                  <a:lnTo>
                    <a:pt x="1255015" y="37603"/>
                  </a:lnTo>
                  <a:lnTo>
                    <a:pt x="1297653" y="33536"/>
                  </a:lnTo>
                  <a:lnTo>
                    <a:pt x="1329535" y="31048"/>
                  </a:lnTo>
                  <a:lnTo>
                    <a:pt x="1347324" y="29892"/>
                  </a:lnTo>
                  <a:lnTo>
                    <a:pt x="1352899" y="29585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07" y="89"/>
                  </a:lnTo>
                  <a:lnTo>
                    <a:pt x="1340565" y="734"/>
                  </a:lnTo>
                  <a:lnTo>
                    <a:pt x="1315896" y="2480"/>
                  </a:lnTo>
                  <a:lnTo>
                    <a:pt x="1278194" y="5711"/>
                  </a:lnTo>
                  <a:lnTo>
                    <a:pt x="1232472" y="10552"/>
                  </a:lnTo>
                  <a:lnTo>
                    <a:pt x="1184587" y="16964"/>
                  </a:lnTo>
                  <a:lnTo>
                    <a:pt x="1138545" y="24934"/>
                  </a:lnTo>
                  <a:lnTo>
                    <a:pt x="1095835" y="34609"/>
                  </a:lnTo>
                  <a:lnTo>
                    <a:pt x="1056056" y="46342"/>
                  </a:lnTo>
                  <a:lnTo>
                    <a:pt x="1017774" y="60667"/>
                  </a:lnTo>
                  <a:lnTo>
                    <a:pt x="979199" y="78190"/>
                  </a:lnTo>
                  <a:lnTo>
                    <a:pt x="958487" y="88719"/>
                  </a:lnTo>
                  <a:lnTo>
                    <a:pt x="926247" y="106327"/>
                  </a:lnTo>
                  <a:lnTo>
                    <a:pt x="892177" y="126208"/>
                  </a:lnTo>
                  <a:lnTo>
                    <a:pt x="856031" y="148363"/>
                  </a:lnTo>
                  <a:lnTo>
                    <a:pt x="817787" y="172660"/>
                  </a:lnTo>
                  <a:lnTo>
                    <a:pt x="777640" y="198817"/>
                  </a:lnTo>
                  <a:lnTo>
                    <a:pt x="735987" y="226408"/>
                  </a:lnTo>
                  <a:lnTo>
                    <a:pt x="693392" y="254886"/>
                  </a:lnTo>
                  <a:lnTo>
                    <a:pt x="650522" y="283620"/>
                  </a:lnTo>
                  <a:lnTo>
                    <a:pt x="608077" y="311958"/>
                  </a:lnTo>
                  <a:lnTo>
                    <a:pt x="566707" y="339282"/>
                  </a:lnTo>
                  <a:lnTo>
                    <a:pt x="526943" y="365069"/>
                  </a:lnTo>
                  <a:lnTo>
                    <a:pt x="489143" y="388922"/>
                  </a:lnTo>
                  <a:lnTo>
                    <a:pt x="453454" y="410592"/>
                  </a:lnTo>
                  <a:lnTo>
                    <a:pt x="419808" y="429978"/>
                  </a:lnTo>
                  <a:lnTo>
                    <a:pt x="394671" y="443595"/>
                  </a:lnTo>
                  <a:lnTo>
                    <a:pt x="355306" y="462965"/>
                  </a:lnTo>
                  <a:lnTo>
                    <a:pt x="317093" y="478882"/>
                  </a:lnTo>
                  <a:lnTo>
                    <a:pt x="278308" y="491888"/>
                  </a:lnTo>
                  <a:lnTo>
                    <a:pt x="237257" y="502576"/>
                  </a:lnTo>
                  <a:lnTo>
                    <a:pt x="192903" y="511402"/>
                  </a:lnTo>
                  <a:lnTo>
                    <a:pt x="145642" y="518619"/>
                  </a:lnTo>
                  <a:lnTo>
                    <a:pt x="98142" y="524284"/>
                  </a:lnTo>
                  <a:lnTo>
                    <a:pt x="55504" y="528352"/>
                  </a:lnTo>
                  <a:lnTo>
                    <a:pt x="23622" y="530839"/>
                  </a:lnTo>
                  <a:lnTo>
                    <a:pt x="5833" y="531995"/>
                  </a:lnTo>
                  <a:lnTo>
                    <a:pt x="258" y="532302"/>
                  </a:lnTo>
                  <a:lnTo>
                    <a:pt x="0" y="53231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5795758"/>
              <a:ext cx="1353158" cy="561888"/>
            </a:xfrm>
            <a:custGeom>
              <a:avLst/>
              <a:pathLst>
                <a:path w="1353158" h="561888">
                  <a:moveTo>
                    <a:pt x="0" y="561888"/>
                  </a:moveTo>
                  <a:lnTo>
                    <a:pt x="1750" y="561798"/>
                  </a:lnTo>
                  <a:lnTo>
                    <a:pt x="12592" y="561153"/>
                  </a:lnTo>
                  <a:lnTo>
                    <a:pt x="37261" y="559407"/>
                  </a:lnTo>
                  <a:lnTo>
                    <a:pt x="74963" y="556176"/>
                  </a:lnTo>
                  <a:lnTo>
                    <a:pt x="120685" y="551335"/>
                  </a:lnTo>
                  <a:lnTo>
                    <a:pt x="168570" y="544923"/>
                  </a:lnTo>
                  <a:lnTo>
                    <a:pt x="214612" y="536953"/>
                  </a:lnTo>
                  <a:lnTo>
                    <a:pt x="257322" y="527278"/>
                  </a:lnTo>
                  <a:lnTo>
                    <a:pt x="297101" y="515546"/>
                  </a:lnTo>
                  <a:lnTo>
                    <a:pt x="335383" y="501221"/>
                  </a:lnTo>
                  <a:lnTo>
                    <a:pt x="373958" y="483697"/>
                  </a:lnTo>
                  <a:lnTo>
                    <a:pt x="394671" y="473168"/>
                  </a:lnTo>
                  <a:lnTo>
                    <a:pt x="426910" y="455560"/>
                  </a:lnTo>
                  <a:lnTo>
                    <a:pt x="460980" y="435679"/>
                  </a:lnTo>
                  <a:lnTo>
                    <a:pt x="497126" y="413524"/>
                  </a:lnTo>
                  <a:lnTo>
                    <a:pt x="535370" y="389228"/>
                  </a:lnTo>
                  <a:lnTo>
                    <a:pt x="575518" y="363071"/>
                  </a:lnTo>
                  <a:lnTo>
                    <a:pt x="617170" y="335479"/>
                  </a:lnTo>
                  <a:lnTo>
                    <a:pt x="659765" y="307001"/>
                  </a:lnTo>
                  <a:lnTo>
                    <a:pt x="702635" y="278267"/>
                  </a:lnTo>
                  <a:lnTo>
                    <a:pt x="745080" y="249930"/>
                  </a:lnTo>
                  <a:lnTo>
                    <a:pt x="786450" y="222605"/>
                  </a:lnTo>
                  <a:lnTo>
                    <a:pt x="826214" y="196818"/>
                  </a:lnTo>
                  <a:lnTo>
                    <a:pt x="864015" y="172966"/>
                  </a:lnTo>
                  <a:lnTo>
                    <a:pt x="899703" y="151295"/>
                  </a:lnTo>
                  <a:lnTo>
                    <a:pt x="933349" y="131909"/>
                  </a:lnTo>
                  <a:lnTo>
                    <a:pt x="958487" y="118292"/>
                  </a:lnTo>
                  <a:lnTo>
                    <a:pt x="997851" y="98923"/>
                  </a:lnTo>
                  <a:lnTo>
                    <a:pt x="1036064" y="83005"/>
                  </a:lnTo>
                  <a:lnTo>
                    <a:pt x="1074849" y="69999"/>
                  </a:lnTo>
                  <a:lnTo>
                    <a:pt x="1115900" y="59311"/>
                  </a:lnTo>
                  <a:lnTo>
                    <a:pt x="1160255" y="50485"/>
                  </a:lnTo>
                  <a:lnTo>
                    <a:pt x="1207515" y="43268"/>
                  </a:lnTo>
                  <a:lnTo>
                    <a:pt x="1255015" y="37603"/>
                  </a:lnTo>
                  <a:lnTo>
                    <a:pt x="1297653" y="33536"/>
                  </a:lnTo>
                  <a:lnTo>
                    <a:pt x="1329535" y="31048"/>
                  </a:lnTo>
                  <a:lnTo>
                    <a:pt x="1347324" y="29892"/>
                  </a:lnTo>
                  <a:lnTo>
                    <a:pt x="1352899" y="29585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07" y="89"/>
                  </a:lnTo>
                  <a:lnTo>
                    <a:pt x="1340565" y="734"/>
                  </a:lnTo>
                  <a:lnTo>
                    <a:pt x="1315896" y="2480"/>
                  </a:lnTo>
                  <a:lnTo>
                    <a:pt x="1278194" y="5711"/>
                  </a:lnTo>
                  <a:lnTo>
                    <a:pt x="1232472" y="10552"/>
                  </a:lnTo>
                  <a:lnTo>
                    <a:pt x="1184587" y="16964"/>
                  </a:lnTo>
                  <a:lnTo>
                    <a:pt x="1138545" y="24934"/>
                  </a:lnTo>
                  <a:lnTo>
                    <a:pt x="1095835" y="34609"/>
                  </a:lnTo>
                  <a:lnTo>
                    <a:pt x="1056056" y="46342"/>
                  </a:lnTo>
                  <a:lnTo>
                    <a:pt x="1017774" y="60667"/>
                  </a:lnTo>
                  <a:lnTo>
                    <a:pt x="979199" y="78190"/>
                  </a:lnTo>
                  <a:lnTo>
                    <a:pt x="958487" y="88719"/>
                  </a:lnTo>
                  <a:lnTo>
                    <a:pt x="926247" y="106327"/>
                  </a:lnTo>
                  <a:lnTo>
                    <a:pt x="892177" y="126208"/>
                  </a:lnTo>
                  <a:lnTo>
                    <a:pt x="856031" y="148363"/>
                  </a:lnTo>
                  <a:lnTo>
                    <a:pt x="817787" y="172660"/>
                  </a:lnTo>
                  <a:lnTo>
                    <a:pt x="777640" y="198817"/>
                  </a:lnTo>
                  <a:lnTo>
                    <a:pt x="735987" y="226408"/>
                  </a:lnTo>
                  <a:lnTo>
                    <a:pt x="693392" y="254886"/>
                  </a:lnTo>
                  <a:lnTo>
                    <a:pt x="650522" y="283620"/>
                  </a:lnTo>
                  <a:lnTo>
                    <a:pt x="608077" y="311958"/>
                  </a:lnTo>
                  <a:lnTo>
                    <a:pt x="566707" y="339282"/>
                  </a:lnTo>
                  <a:lnTo>
                    <a:pt x="526943" y="365069"/>
                  </a:lnTo>
                  <a:lnTo>
                    <a:pt x="489143" y="388922"/>
                  </a:lnTo>
                  <a:lnTo>
                    <a:pt x="453454" y="410592"/>
                  </a:lnTo>
                  <a:lnTo>
                    <a:pt x="419808" y="429978"/>
                  </a:lnTo>
                  <a:lnTo>
                    <a:pt x="394671" y="443595"/>
                  </a:lnTo>
                  <a:lnTo>
                    <a:pt x="355306" y="462965"/>
                  </a:lnTo>
                  <a:lnTo>
                    <a:pt x="317093" y="478882"/>
                  </a:lnTo>
                  <a:lnTo>
                    <a:pt x="278308" y="491888"/>
                  </a:lnTo>
                  <a:lnTo>
                    <a:pt x="237257" y="502576"/>
                  </a:lnTo>
                  <a:lnTo>
                    <a:pt x="192903" y="511402"/>
                  </a:lnTo>
                  <a:lnTo>
                    <a:pt x="145642" y="518619"/>
                  </a:lnTo>
                  <a:lnTo>
                    <a:pt x="98142" y="524284"/>
                  </a:lnTo>
                  <a:lnTo>
                    <a:pt x="55504" y="528352"/>
                  </a:lnTo>
                  <a:lnTo>
                    <a:pt x="23622" y="530839"/>
                  </a:lnTo>
                  <a:lnTo>
                    <a:pt x="5833" y="531995"/>
                  </a:lnTo>
                  <a:lnTo>
                    <a:pt x="258" y="532302"/>
                  </a:lnTo>
                  <a:lnTo>
                    <a:pt x="0" y="53231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6298500"/>
              <a:ext cx="1353158" cy="88719"/>
            </a:xfrm>
            <a:custGeom>
              <a:avLst/>
              <a:pathLst>
                <a:path w="1353158" h="88719">
                  <a:moveTo>
                    <a:pt x="0" y="88719"/>
                  </a:moveTo>
                  <a:lnTo>
                    <a:pt x="1813" y="88708"/>
                  </a:lnTo>
                  <a:lnTo>
                    <a:pt x="13023" y="88634"/>
                  </a:lnTo>
                  <a:lnTo>
                    <a:pt x="38437" y="88433"/>
                  </a:lnTo>
                  <a:lnTo>
                    <a:pt x="77065" y="88062"/>
                  </a:lnTo>
                  <a:lnTo>
                    <a:pt x="123607" y="87508"/>
                  </a:lnTo>
                  <a:lnTo>
                    <a:pt x="172047" y="86775"/>
                  </a:lnTo>
                  <a:lnTo>
                    <a:pt x="218407" y="85864"/>
                  </a:lnTo>
                  <a:lnTo>
                    <a:pt x="261330" y="84756"/>
                  </a:lnTo>
                  <a:lnTo>
                    <a:pt x="301361" y="83410"/>
                  </a:lnTo>
                  <a:lnTo>
                    <a:pt x="340055" y="81760"/>
                  </a:lnTo>
                  <a:lnTo>
                    <a:pt x="379265" y="79739"/>
                  </a:lnTo>
                  <a:lnTo>
                    <a:pt x="394671" y="78861"/>
                  </a:lnTo>
                  <a:lnTo>
                    <a:pt x="429753" y="76725"/>
                  </a:lnTo>
                  <a:lnTo>
                    <a:pt x="467023" y="74291"/>
                  </a:lnTo>
                  <a:lnTo>
                    <a:pt x="506761" y="71562"/>
                  </a:lnTo>
                  <a:lnTo>
                    <a:pt x="548933" y="68559"/>
                  </a:lnTo>
                  <a:lnTo>
                    <a:pt x="593208" y="65331"/>
                  </a:lnTo>
                  <a:lnTo>
                    <a:pt x="638992" y="61943"/>
                  </a:lnTo>
                  <a:lnTo>
                    <a:pt x="685491" y="58482"/>
                  </a:lnTo>
                  <a:lnTo>
                    <a:pt x="731818" y="55038"/>
                  </a:lnTo>
                  <a:lnTo>
                    <a:pt x="777109" y="51702"/>
                  </a:lnTo>
                  <a:lnTo>
                    <a:pt x="820637" y="48553"/>
                  </a:lnTo>
                  <a:lnTo>
                    <a:pt x="861900" y="45651"/>
                  </a:lnTo>
                  <a:lnTo>
                    <a:pt x="900681" y="43033"/>
                  </a:lnTo>
                  <a:lnTo>
                    <a:pt x="937064" y="40714"/>
                  </a:lnTo>
                  <a:lnTo>
                    <a:pt x="958487" y="39430"/>
                  </a:lnTo>
                  <a:lnTo>
                    <a:pt x="998323" y="37254"/>
                  </a:lnTo>
                  <a:lnTo>
                    <a:pt x="1037000" y="35471"/>
                  </a:lnTo>
                  <a:lnTo>
                    <a:pt x="1076308" y="34017"/>
                  </a:lnTo>
                  <a:lnTo>
                    <a:pt x="1117992" y="32824"/>
                  </a:lnTo>
                  <a:lnTo>
                    <a:pt x="1163078" y="31842"/>
                  </a:lnTo>
                  <a:lnTo>
                    <a:pt x="1211045" y="31042"/>
                  </a:lnTo>
                  <a:lnTo>
                    <a:pt x="1258946" y="30419"/>
                  </a:lnTo>
                  <a:lnTo>
                    <a:pt x="1301336" y="29978"/>
                  </a:lnTo>
                  <a:lnTo>
                    <a:pt x="1332201" y="29716"/>
                  </a:lnTo>
                  <a:lnTo>
                    <a:pt x="1348565" y="296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4" y="10"/>
                  </a:lnTo>
                  <a:lnTo>
                    <a:pt x="1340134" y="84"/>
                  </a:lnTo>
                  <a:lnTo>
                    <a:pt x="1314720" y="285"/>
                  </a:lnTo>
                  <a:lnTo>
                    <a:pt x="1276092" y="656"/>
                  </a:lnTo>
                  <a:lnTo>
                    <a:pt x="1229550" y="1211"/>
                  </a:lnTo>
                  <a:lnTo>
                    <a:pt x="1181110" y="1944"/>
                  </a:lnTo>
                  <a:lnTo>
                    <a:pt x="1134750" y="2854"/>
                  </a:lnTo>
                  <a:lnTo>
                    <a:pt x="1091827" y="3962"/>
                  </a:lnTo>
                  <a:lnTo>
                    <a:pt x="1051797" y="5309"/>
                  </a:lnTo>
                  <a:lnTo>
                    <a:pt x="1013103" y="6958"/>
                  </a:lnTo>
                  <a:lnTo>
                    <a:pt x="973892" y="8980"/>
                  </a:lnTo>
                  <a:lnTo>
                    <a:pt x="958487" y="9857"/>
                  </a:lnTo>
                  <a:lnTo>
                    <a:pt x="923405" y="11993"/>
                  </a:lnTo>
                  <a:lnTo>
                    <a:pt x="886134" y="14427"/>
                  </a:lnTo>
                  <a:lnTo>
                    <a:pt x="846397" y="17157"/>
                  </a:lnTo>
                  <a:lnTo>
                    <a:pt x="804225" y="20159"/>
                  </a:lnTo>
                  <a:lnTo>
                    <a:pt x="759949" y="23388"/>
                  </a:lnTo>
                  <a:lnTo>
                    <a:pt x="714166" y="26775"/>
                  </a:lnTo>
                  <a:lnTo>
                    <a:pt x="667667" y="30236"/>
                  </a:lnTo>
                  <a:lnTo>
                    <a:pt x="621339" y="33680"/>
                  </a:lnTo>
                  <a:lnTo>
                    <a:pt x="576048" y="37016"/>
                  </a:lnTo>
                  <a:lnTo>
                    <a:pt x="532520" y="40165"/>
                  </a:lnTo>
                  <a:lnTo>
                    <a:pt x="491257" y="43067"/>
                  </a:lnTo>
                  <a:lnTo>
                    <a:pt x="452477" y="45685"/>
                  </a:lnTo>
                  <a:lnTo>
                    <a:pt x="416093" y="48004"/>
                  </a:lnTo>
                  <a:lnTo>
                    <a:pt x="394671" y="49288"/>
                  </a:lnTo>
                  <a:lnTo>
                    <a:pt x="354834" y="51464"/>
                  </a:lnTo>
                  <a:lnTo>
                    <a:pt x="316157" y="53248"/>
                  </a:lnTo>
                  <a:lnTo>
                    <a:pt x="276850" y="54702"/>
                  </a:lnTo>
                  <a:lnTo>
                    <a:pt x="235165" y="55894"/>
                  </a:lnTo>
                  <a:lnTo>
                    <a:pt x="190079" y="56876"/>
                  </a:lnTo>
                  <a:lnTo>
                    <a:pt x="142112" y="57676"/>
                  </a:lnTo>
                  <a:lnTo>
                    <a:pt x="94211" y="58299"/>
                  </a:lnTo>
                  <a:lnTo>
                    <a:pt x="51821" y="58740"/>
                  </a:lnTo>
                  <a:lnTo>
                    <a:pt x="20956" y="59002"/>
                  </a:lnTo>
                  <a:lnTo>
                    <a:pt x="4593" y="59118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4967713"/>
              <a:ext cx="1353158" cy="1478652"/>
            </a:xfrm>
            <a:custGeom>
              <a:avLst/>
              <a:pathLst>
                <a:path w="1353158" h="1478652">
                  <a:moveTo>
                    <a:pt x="0" y="1478652"/>
                  </a:moveTo>
                  <a:lnTo>
                    <a:pt x="1440" y="1478453"/>
                  </a:lnTo>
                  <a:lnTo>
                    <a:pt x="10448" y="1477022"/>
                  </a:lnTo>
                  <a:lnTo>
                    <a:pt x="31328" y="1473120"/>
                  </a:lnTo>
                  <a:lnTo>
                    <a:pt x="64145" y="1465809"/>
                  </a:lnTo>
                  <a:lnTo>
                    <a:pt x="105329" y="1454685"/>
                  </a:lnTo>
                  <a:lnTo>
                    <a:pt x="149955" y="1439776"/>
                  </a:lnTo>
                  <a:lnTo>
                    <a:pt x="194045" y="1421182"/>
                  </a:lnTo>
                  <a:lnTo>
                    <a:pt x="235543" y="1398754"/>
                  </a:lnTo>
                  <a:lnTo>
                    <a:pt x="274125" y="1371932"/>
                  </a:lnTo>
                  <a:lnTo>
                    <a:pt x="310586" y="1339733"/>
                  </a:lnTo>
                  <a:lnTo>
                    <a:pt x="346277" y="1300854"/>
                  </a:lnTo>
                  <a:lnTo>
                    <a:pt x="382655" y="1253998"/>
                  </a:lnTo>
                  <a:lnTo>
                    <a:pt x="394671" y="1237139"/>
                  </a:lnTo>
                  <a:lnTo>
                    <a:pt x="419403" y="1200683"/>
                  </a:lnTo>
                  <a:lnTo>
                    <a:pt x="445179" y="1160566"/>
                  </a:lnTo>
                  <a:lnTo>
                    <a:pt x="472145" y="1116730"/>
                  </a:lnTo>
                  <a:lnTo>
                    <a:pt x="500371" y="1069243"/>
                  </a:lnTo>
                  <a:lnTo>
                    <a:pt x="529846" y="1018305"/>
                  </a:lnTo>
                  <a:lnTo>
                    <a:pt x="560482" y="964264"/>
                  </a:lnTo>
                  <a:lnTo>
                    <a:pt x="592119" y="907608"/>
                  </a:lnTo>
                  <a:lnTo>
                    <a:pt x="624531" y="848956"/>
                  </a:lnTo>
                  <a:lnTo>
                    <a:pt x="657440" y="789036"/>
                  </a:lnTo>
                  <a:lnTo>
                    <a:pt x="690536" y="728640"/>
                  </a:lnTo>
                  <a:lnTo>
                    <a:pt x="723496" y="668591"/>
                  </a:lnTo>
                  <a:lnTo>
                    <a:pt x="756005" y="609691"/>
                  </a:lnTo>
                  <a:lnTo>
                    <a:pt x="787780" y="552678"/>
                  </a:lnTo>
                  <a:lnTo>
                    <a:pt x="818585" y="498191"/>
                  </a:lnTo>
                  <a:lnTo>
                    <a:pt x="848250" y="446741"/>
                  </a:lnTo>
                  <a:lnTo>
                    <a:pt x="876674" y="398696"/>
                  </a:lnTo>
                  <a:lnTo>
                    <a:pt x="903835" y="354281"/>
                  </a:lnTo>
                  <a:lnTo>
                    <a:pt x="929790" y="313581"/>
                  </a:lnTo>
                  <a:lnTo>
                    <a:pt x="954673" y="276560"/>
                  </a:lnTo>
                  <a:lnTo>
                    <a:pt x="958487" y="271086"/>
                  </a:lnTo>
                  <a:lnTo>
                    <a:pt x="995345" y="221488"/>
                  </a:lnTo>
                  <a:lnTo>
                    <a:pt x="1031105" y="180175"/>
                  </a:lnTo>
                  <a:lnTo>
                    <a:pt x="1067158" y="145983"/>
                  </a:lnTo>
                  <a:lnTo>
                    <a:pt x="1104936" y="117561"/>
                  </a:lnTo>
                  <a:lnTo>
                    <a:pt x="1145466" y="93805"/>
                  </a:lnTo>
                  <a:lnTo>
                    <a:pt x="1188854" y="74015"/>
                  </a:lnTo>
                  <a:lnTo>
                    <a:pt x="1233656" y="57919"/>
                  </a:lnTo>
                  <a:lnTo>
                    <a:pt x="1276472" y="45566"/>
                  </a:lnTo>
                  <a:lnTo>
                    <a:pt x="1312483" y="37049"/>
                  </a:lnTo>
                  <a:lnTo>
                    <a:pt x="1337393" y="32132"/>
                  </a:lnTo>
                  <a:lnTo>
                    <a:pt x="1349936" y="30035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717" y="198"/>
                  </a:lnTo>
                  <a:lnTo>
                    <a:pt x="1342709" y="1630"/>
                  </a:lnTo>
                  <a:lnTo>
                    <a:pt x="1321829" y="5532"/>
                  </a:lnTo>
                  <a:lnTo>
                    <a:pt x="1289012" y="12843"/>
                  </a:lnTo>
                  <a:lnTo>
                    <a:pt x="1247829" y="23966"/>
                  </a:lnTo>
                  <a:lnTo>
                    <a:pt x="1203202" y="38876"/>
                  </a:lnTo>
                  <a:lnTo>
                    <a:pt x="1159112" y="57470"/>
                  </a:lnTo>
                  <a:lnTo>
                    <a:pt x="1117614" y="79898"/>
                  </a:lnTo>
                  <a:lnTo>
                    <a:pt x="1079032" y="106719"/>
                  </a:lnTo>
                  <a:lnTo>
                    <a:pt x="1042571" y="138919"/>
                  </a:lnTo>
                  <a:lnTo>
                    <a:pt x="1006880" y="177798"/>
                  </a:lnTo>
                  <a:lnTo>
                    <a:pt x="970503" y="224654"/>
                  </a:lnTo>
                  <a:lnTo>
                    <a:pt x="958487" y="241513"/>
                  </a:lnTo>
                  <a:lnTo>
                    <a:pt x="933754" y="277968"/>
                  </a:lnTo>
                  <a:lnTo>
                    <a:pt x="907978" y="318086"/>
                  </a:lnTo>
                  <a:lnTo>
                    <a:pt x="881012" y="361922"/>
                  </a:lnTo>
                  <a:lnTo>
                    <a:pt x="852786" y="409409"/>
                  </a:lnTo>
                  <a:lnTo>
                    <a:pt x="823311" y="460347"/>
                  </a:lnTo>
                  <a:lnTo>
                    <a:pt x="792675" y="514388"/>
                  </a:lnTo>
                  <a:lnTo>
                    <a:pt x="761038" y="571044"/>
                  </a:lnTo>
                  <a:lnTo>
                    <a:pt x="728626" y="629695"/>
                  </a:lnTo>
                  <a:lnTo>
                    <a:pt x="695717" y="689616"/>
                  </a:lnTo>
                  <a:lnTo>
                    <a:pt x="662621" y="750012"/>
                  </a:lnTo>
                  <a:lnTo>
                    <a:pt x="629661" y="810061"/>
                  </a:lnTo>
                  <a:lnTo>
                    <a:pt x="597152" y="868961"/>
                  </a:lnTo>
                  <a:lnTo>
                    <a:pt x="565377" y="925974"/>
                  </a:lnTo>
                  <a:lnTo>
                    <a:pt x="534572" y="980461"/>
                  </a:lnTo>
                  <a:lnTo>
                    <a:pt x="504907" y="1031911"/>
                  </a:lnTo>
                  <a:lnTo>
                    <a:pt x="476483" y="1079956"/>
                  </a:lnTo>
                  <a:lnTo>
                    <a:pt x="449322" y="1124371"/>
                  </a:lnTo>
                  <a:lnTo>
                    <a:pt x="423368" y="1165070"/>
                  </a:lnTo>
                  <a:lnTo>
                    <a:pt x="398485" y="1202092"/>
                  </a:lnTo>
                  <a:lnTo>
                    <a:pt x="394671" y="1207566"/>
                  </a:lnTo>
                  <a:lnTo>
                    <a:pt x="357813" y="1257164"/>
                  </a:lnTo>
                  <a:lnTo>
                    <a:pt x="322053" y="1298477"/>
                  </a:lnTo>
                  <a:lnTo>
                    <a:pt x="285999" y="1332669"/>
                  </a:lnTo>
                  <a:lnTo>
                    <a:pt x="248222" y="1361091"/>
                  </a:lnTo>
                  <a:lnTo>
                    <a:pt x="207691" y="1384847"/>
                  </a:lnTo>
                  <a:lnTo>
                    <a:pt x="164303" y="1404637"/>
                  </a:lnTo>
                  <a:lnTo>
                    <a:pt x="119501" y="1420733"/>
                  </a:lnTo>
                  <a:lnTo>
                    <a:pt x="76685" y="1433086"/>
                  </a:lnTo>
                  <a:lnTo>
                    <a:pt x="40674" y="1441603"/>
                  </a:lnTo>
                  <a:lnTo>
                    <a:pt x="15764" y="1446520"/>
                  </a:lnTo>
                  <a:lnTo>
                    <a:pt x="3221" y="1448617"/>
                  </a:lnTo>
                  <a:lnTo>
                    <a:pt x="0" y="1449079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3666498"/>
              <a:ext cx="1353158" cy="2750294"/>
            </a:xfrm>
            <a:custGeom>
              <a:avLst/>
              <a:pathLst>
                <a:path w="1353158" h="2750294">
                  <a:moveTo>
                    <a:pt x="0" y="2750294"/>
                  </a:moveTo>
                  <a:lnTo>
                    <a:pt x="804" y="2750090"/>
                  </a:lnTo>
                  <a:lnTo>
                    <a:pt x="5957" y="2748624"/>
                  </a:lnTo>
                  <a:lnTo>
                    <a:pt x="18412" y="2744587"/>
                  </a:lnTo>
                  <a:lnTo>
                    <a:pt x="39293" y="2736809"/>
                  </a:lnTo>
                  <a:lnTo>
                    <a:pt x="67774" y="2724506"/>
                  </a:lnTo>
                  <a:lnTo>
                    <a:pt x="101584" y="2707373"/>
                  </a:lnTo>
                  <a:lnTo>
                    <a:pt x="137961" y="2685455"/>
                  </a:lnTo>
                  <a:lnTo>
                    <a:pt x="174538" y="2658887"/>
                  </a:lnTo>
                  <a:lnTo>
                    <a:pt x="209794" y="2627645"/>
                  </a:lnTo>
                  <a:lnTo>
                    <a:pt x="243087" y="2591392"/>
                  </a:lnTo>
                  <a:lnTo>
                    <a:pt x="274462" y="2549424"/>
                  </a:lnTo>
                  <a:lnTo>
                    <a:pt x="304412" y="2500681"/>
                  </a:lnTo>
                  <a:lnTo>
                    <a:pt x="333674" y="2443829"/>
                  </a:lnTo>
                  <a:lnTo>
                    <a:pt x="363065" y="2377450"/>
                  </a:lnTo>
                  <a:lnTo>
                    <a:pt x="393317" y="2300462"/>
                  </a:lnTo>
                  <a:lnTo>
                    <a:pt x="394671" y="2296840"/>
                  </a:lnTo>
                  <a:lnTo>
                    <a:pt x="413564" y="2244920"/>
                  </a:lnTo>
                  <a:lnTo>
                    <a:pt x="433047" y="2188979"/>
                  </a:lnTo>
                  <a:lnTo>
                    <a:pt x="453197" y="2128935"/>
                  </a:lnTo>
                  <a:lnTo>
                    <a:pt x="474067" y="2064784"/>
                  </a:lnTo>
                  <a:lnTo>
                    <a:pt x="495682" y="1996599"/>
                  </a:lnTo>
                  <a:lnTo>
                    <a:pt x="518038" y="1924548"/>
                  </a:lnTo>
                  <a:lnTo>
                    <a:pt x="541106" y="1848888"/>
                  </a:lnTo>
                  <a:lnTo>
                    <a:pt x="564828" y="1769974"/>
                  </a:lnTo>
                  <a:lnTo>
                    <a:pt x="589125" y="1688251"/>
                  </a:lnTo>
                  <a:lnTo>
                    <a:pt x="613893" y="1604249"/>
                  </a:lnTo>
                  <a:lnTo>
                    <a:pt x="639010" y="1518568"/>
                  </a:lnTo>
                  <a:lnTo>
                    <a:pt x="664342" y="1431862"/>
                  </a:lnTo>
                  <a:lnTo>
                    <a:pt x="689745" y="1344819"/>
                  </a:lnTo>
                  <a:lnTo>
                    <a:pt x="715072" y="1258139"/>
                  </a:lnTo>
                  <a:lnTo>
                    <a:pt x="740179" y="1172508"/>
                  </a:lnTo>
                  <a:lnTo>
                    <a:pt x="764931" y="1088579"/>
                  </a:lnTo>
                  <a:lnTo>
                    <a:pt x="789208" y="1006950"/>
                  </a:lnTo>
                  <a:lnTo>
                    <a:pt x="812908" y="928148"/>
                  </a:lnTo>
                  <a:lnTo>
                    <a:pt x="835950" y="852615"/>
                  </a:lnTo>
                  <a:lnTo>
                    <a:pt x="858280" y="780701"/>
                  </a:lnTo>
                  <a:lnTo>
                    <a:pt x="879867" y="712662"/>
                  </a:lnTo>
                  <a:lnTo>
                    <a:pt x="900711" y="648660"/>
                  </a:lnTo>
                  <a:lnTo>
                    <a:pt x="920835" y="588767"/>
                  </a:lnTo>
                  <a:lnTo>
                    <a:pt x="940294" y="532975"/>
                  </a:lnTo>
                  <a:lnTo>
                    <a:pt x="958487" y="483026"/>
                  </a:lnTo>
                  <a:lnTo>
                    <a:pt x="988790" y="405562"/>
                  </a:lnTo>
                  <a:lnTo>
                    <a:pt x="1018204" y="338736"/>
                  </a:lnTo>
                  <a:lnTo>
                    <a:pt x="1047454" y="281496"/>
                  </a:lnTo>
                  <a:lnTo>
                    <a:pt x="1077358" y="232427"/>
                  </a:lnTo>
                  <a:lnTo>
                    <a:pt x="1108658" y="190187"/>
                  </a:lnTo>
                  <a:lnTo>
                    <a:pt x="1141862" y="153701"/>
                  </a:lnTo>
                  <a:lnTo>
                    <a:pt x="1177039" y="122249"/>
                  </a:lnTo>
                  <a:lnTo>
                    <a:pt x="1213583" y="95478"/>
                  </a:lnTo>
                  <a:lnTo>
                    <a:pt x="1250014" y="73354"/>
                  </a:lnTo>
                  <a:lnTo>
                    <a:pt x="1283994" y="56009"/>
                  </a:lnTo>
                  <a:lnTo>
                    <a:pt x="1312763" y="43498"/>
                  </a:lnTo>
                  <a:lnTo>
                    <a:pt x="1334008" y="35535"/>
                  </a:lnTo>
                  <a:lnTo>
                    <a:pt x="1346823" y="31356"/>
                  </a:lnTo>
                  <a:lnTo>
                    <a:pt x="1352246" y="29805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353" y="204"/>
                  </a:lnTo>
                  <a:lnTo>
                    <a:pt x="1347200" y="1669"/>
                  </a:lnTo>
                  <a:lnTo>
                    <a:pt x="1334746" y="5707"/>
                  </a:lnTo>
                  <a:lnTo>
                    <a:pt x="1313864" y="13485"/>
                  </a:lnTo>
                  <a:lnTo>
                    <a:pt x="1285383" y="25787"/>
                  </a:lnTo>
                  <a:lnTo>
                    <a:pt x="1251574" y="42920"/>
                  </a:lnTo>
                  <a:lnTo>
                    <a:pt x="1215196" y="64838"/>
                  </a:lnTo>
                  <a:lnTo>
                    <a:pt x="1178619" y="91406"/>
                  </a:lnTo>
                  <a:lnTo>
                    <a:pt x="1143363" y="122649"/>
                  </a:lnTo>
                  <a:lnTo>
                    <a:pt x="1110071" y="158901"/>
                  </a:lnTo>
                  <a:lnTo>
                    <a:pt x="1078695" y="200869"/>
                  </a:lnTo>
                  <a:lnTo>
                    <a:pt x="1048745" y="249612"/>
                  </a:lnTo>
                  <a:lnTo>
                    <a:pt x="1019484" y="306464"/>
                  </a:lnTo>
                  <a:lnTo>
                    <a:pt x="990093" y="372843"/>
                  </a:lnTo>
                  <a:lnTo>
                    <a:pt x="959840" y="449831"/>
                  </a:lnTo>
                  <a:lnTo>
                    <a:pt x="958487" y="453453"/>
                  </a:lnTo>
                  <a:lnTo>
                    <a:pt x="939593" y="505373"/>
                  </a:lnTo>
                  <a:lnTo>
                    <a:pt x="920111" y="561315"/>
                  </a:lnTo>
                  <a:lnTo>
                    <a:pt x="899960" y="621358"/>
                  </a:lnTo>
                  <a:lnTo>
                    <a:pt x="879090" y="685510"/>
                  </a:lnTo>
                  <a:lnTo>
                    <a:pt x="857475" y="753694"/>
                  </a:lnTo>
                  <a:lnTo>
                    <a:pt x="835119" y="825745"/>
                  </a:lnTo>
                  <a:lnTo>
                    <a:pt x="812051" y="901405"/>
                  </a:lnTo>
                  <a:lnTo>
                    <a:pt x="788329" y="980319"/>
                  </a:lnTo>
                  <a:lnTo>
                    <a:pt x="764032" y="1062042"/>
                  </a:lnTo>
                  <a:lnTo>
                    <a:pt x="739265" y="1146044"/>
                  </a:lnTo>
                  <a:lnTo>
                    <a:pt x="714147" y="1231725"/>
                  </a:lnTo>
                  <a:lnTo>
                    <a:pt x="688815" y="1318431"/>
                  </a:lnTo>
                  <a:lnTo>
                    <a:pt x="663412" y="1405474"/>
                  </a:lnTo>
                  <a:lnTo>
                    <a:pt x="638086" y="1492155"/>
                  </a:lnTo>
                  <a:lnTo>
                    <a:pt x="612979" y="1577786"/>
                  </a:lnTo>
                  <a:lnTo>
                    <a:pt x="588226" y="1661714"/>
                  </a:lnTo>
                  <a:lnTo>
                    <a:pt x="563949" y="1743343"/>
                  </a:lnTo>
                  <a:lnTo>
                    <a:pt x="540249" y="1822145"/>
                  </a:lnTo>
                  <a:lnTo>
                    <a:pt x="517207" y="1897679"/>
                  </a:lnTo>
                  <a:lnTo>
                    <a:pt x="494878" y="1969593"/>
                  </a:lnTo>
                  <a:lnTo>
                    <a:pt x="473290" y="2037632"/>
                  </a:lnTo>
                  <a:lnTo>
                    <a:pt x="452447" y="2101634"/>
                  </a:lnTo>
                  <a:lnTo>
                    <a:pt x="432322" y="2161526"/>
                  </a:lnTo>
                  <a:lnTo>
                    <a:pt x="412863" y="2217318"/>
                  </a:lnTo>
                  <a:lnTo>
                    <a:pt x="394671" y="2267267"/>
                  </a:lnTo>
                  <a:lnTo>
                    <a:pt x="364368" y="2344731"/>
                  </a:lnTo>
                  <a:lnTo>
                    <a:pt x="334953" y="2411557"/>
                  </a:lnTo>
                  <a:lnTo>
                    <a:pt x="305703" y="2468798"/>
                  </a:lnTo>
                  <a:lnTo>
                    <a:pt x="275799" y="2517866"/>
                  </a:lnTo>
                  <a:lnTo>
                    <a:pt x="244499" y="2560106"/>
                  </a:lnTo>
                  <a:lnTo>
                    <a:pt x="211295" y="2596592"/>
                  </a:lnTo>
                  <a:lnTo>
                    <a:pt x="176118" y="2628044"/>
                  </a:lnTo>
                  <a:lnTo>
                    <a:pt x="139574" y="2654815"/>
                  </a:lnTo>
                  <a:lnTo>
                    <a:pt x="103143" y="2676939"/>
                  </a:lnTo>
                  <a:lnTo>
                    <a:pt x="69164" y="2694284"/>
                  </a:lnTo>
                  <a:lnTo>
                    <a:pt x="40394" y="2706795"/>
                  </a:lnTo>
                  <a:lnTo>
                    <a:pt x="19149" y="2714758"/>
                  </a:lnTo>
                  <a:lnTo>
                    <a:pt x="6334" y="2718937"/>
                  </a:lnTo>
                  <a:lnTo>
                    <a:pt x="912" y="2720488"/>
                  </a:lnTo>
                  <a:lnTo>
                    <a:pt x="0" y="2720721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727831" y="6387220"/>
              <a:ext cx="676579" cy="59146"/>
            </a:xfrm>
            <a:custGeom>
              <a:avLst/>
              <a:pathLst>
                <a:path w="676579" h="59146">
                  <a:moveTo>
                    <a:pt x="0" y="0"/>
                  </a:moveTo>
                  <a:lnTo>
                    <a:pt x="676579" y="0"/>
                  </a:lnTo>
                  <a:lnTo>
                    <a:pt x="676579" y="59146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727831" y="6209781"/>
              <a:ext cx="676579" cy="177438"/>
            </a:xfrm>
            <a:custGeom>
              <a:avLst/>
              <a:pathLst>
                <a:path w="676579" h="177438">
                  <a:moveTo>
                    <a:pt x="0" y="0"/>
                  </a:moveTo>
                  <a:lnTo>
                    <a:pt x="676579" y="0"/>
                  </a:lnTo>
                  <a:lnTo>
                    <a:pt x="676579" y="177438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727831" y="5618320"/>
              <a:ext cx="676579" cy="591461"/>
            </a:xfrm>
            <a:custGeom>
              <a:avLst/>
              <a:pathLst>
                <a:path w="676579" h="591461">
                  <a:moveTo>
                    <a:pt x="0" y="0"/>
                  </a:moveTo>
                  <a:lnTo>
                    <a:pt x="676579" y="0"/>
                  </a:lnTo>
                  <a:lnTo>
                    <a:pt x="676579" y="591461"/>
                  </a:lnTo>
                  <a:lnTo>
                    <a:pt x="0" y="591461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727831" y="4908567"/>
              <a:ext cx="676579" cy="709753"/>
            </a:xfrm>
            <a:custGeom>
              <a:avLst/>
              <a:pathLst>
                <a:path w="676579" h="709753">
                  <a:moveTo>
                    <a:pt x="0" y="0"/>
                  </a:moveTo>
                  <a:lnTo>
                    <a:pt x="676579" y="0"/>
                  </a:lnTo>
                  <a:lnTo>
                    <a:pt x="676579" y="709753"/>
                  </a:lnTo>
                  <a:lnTo>
                    <a:pt x="0" y="709753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727831" y="2335711"/>
              <a:ext cx="676579" cy="2572855"/>
            </a:xfrm>
            <a:custGeom>
              <a:avLst/>
              <a:pathLst>
                <a:path w="676579" h="2572855">
                  <a:moveTo>
                    <a:pt x="0" y="0"/>
                  </a:moveTo>
                  <a:lnTo>
                    <a:pt x="676579" y="0"/>
                  </a:lnTo>
                  <a:lnTo>
                    <a:pt x="676579" y="2572855"/>
                  </a:lnTo>
                  <a:lnTo>
                    <a:pt x="0" y="2572855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727831" y="2128699"/>
              <a:ext cx="676579" cy="207011"/>
            </a:xfrm>
            <a:custGeom>
              <a:avLst/>
              <a:pathLst>
                <a:path w="676579" h="207011">
                  <a:moveTo>
                    <a:pt x="0" y="0"/>
                  </a:moveTo>
                  <a:lnTo>
                    <a:pt x="676579" y="0"/>
                  </a:lnTo>
                  <a:lnTo>
                    <a:pt x="676579" y="207011"/>
                  </a:lnTo>
                  <a:lnTo>
                    <a:pt x="0" y="207011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2757568" y="6328073"/>
              <a:ext cx="676579" cy="118292"/>
            </a:xfrm>
            <a:custGeom>
              <a:avLst/>
              <a:pathLst>
                <a:path w="676579" h="118292">
                  <a:moveTo>
                    <a:pt x="0" y="0"/>
                  </a:moveTo>
                  <a:lnTo>
                    <a:pt x="676579" y="0"/>
                  </a:lnTo>
                  <a:lnTo>
                    <a:pt x="676579" y="118292"/>
                  </a:lnTo>
                  <a:lnTo>
                    <a:pt x="0" y="118292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2757568" y="5825332"/>
              <a:ext cx="676579" cy="502741"/>
            </a:xfrm>
            <a:custGeom>
              <a:avLst/>
              <a:pathLst>
                <a:path w="676579" h="502741">
                  <a:moveTo>
                    <a:pt x="0" y="0"/>
                  </a:moveTo>
                  <a:lnTo>
                    <a:pt x="676579" y="0"/>
                  </a:lnTo>
                  <a:lnTo>
                    <a:pt x="676579" y="502741"/>
                  </a:lnTo>
                  <a:lnTo>
                    <a:pt x="0" y="502741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2757568" y="4997286"/>
              <a:ext cx="676579" cy="828045"/>
            </a:xfrm>
            <a:custGeom>
              <a:avLst/>
              <a:pathLst>
                <a:path w="676579" h="828045">
                  <a:moveTo>
                    <a:pt x="0" y="0"/>
                  </a:moveTo>
                  <a:lnTo>
                    <a:pt x="676579" y="0"/>
                  </a:lnTo>
                  <a:lnTo>
                    <a:pt x="676579" y="828045"/>
                  </a:lnTo>
                  <a:lnTo>
                    <a:pt x="0" y="828045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2757568" y="3696071"/>
              <a:ext cx="676579" cy="1301214"/>
            </a:xfrm>
            <a:custGeom>
              <a:avLst/>
              <a:pathLst>
                <a:path w="676579" h="1301214">
                  <a:moveTo>
                    <a:pt x="0" y="0"/>
                  </a:moveTo>
                  <a:lnTo>
                    <a:pt x="676579" y="0"/>
                  </a:lnTo>
                  <a:lnTo>
                    <a:pt x="676579" y="1301214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2757568" y="2276565"/>
              <a:ext cx="676579" cy="1419506"/>
            </a:xfrm>
            <a:custGeom>
              <a:avLst/>
              <a:pathLst>
                <a:path w="676579" h="1419506">
                  <a:moveTo>
                    <a:pt x="0" y="0"/>
                  </a:moveTo>
                  <a:lnTo>
                    <a:pt x="676579" y="0"/>
                  </a:lnTo>
                  <a:lnTo>
                    <a:pt x="676579" y="1419506"/>
                  </a:lnTo>
                  <a:lnTo>
                    <a:pt x="0" y="1419506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2757568" y="2128699"/>
              <a:ext cx="676579" cy="147865"/>
            </a:xfrm>
            <a:custGeom>
              <a:avLst/>
              <a:pathLst>
                <a:path w="676579" h="147865">
                  <a:moveTo>
                    <a:pt x="0" y="0"/>
                  </a:moveTo>
                  <a:lnTo>
                    <a:pt x="676579" y="0"/>
                  </a:lnTo>
                  <a:lnTo>
                    <a:pt x="676579" y="14786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tx162"/>
            <p:cNvSpPr/>
            <p:nvPr/>
          </p:nvSpPr>
          <p:spPr>
            <a:xfrm>
              <a:off x="1038840" y="642425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038840" y="6305962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925814" y="5858462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25814" y="5207855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25814" y="356655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964802" y="2176617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068577" y="6394682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2955551" y="6021114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2955551" y="535572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955551" y="429109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2955551" y="2930729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068577" y="221009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78" name="rc178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tx190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520462" y="1154553"/>
              <a:ext cx="3567410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pain/discomfort of the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(N=146)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2025-09-19T15:23:51Z</dcterms:modified>
  <cp:category/>
</cp:coreProperties>
</file>