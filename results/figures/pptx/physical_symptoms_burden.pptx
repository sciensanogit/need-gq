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7315200"/>
            <a:chOff x="457200" y="914400"/>
            <a:chExt cx="73152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08429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46896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85363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3830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62297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0764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9231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7698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16165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4632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93099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15661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7007925" y="1466296"/>
              <a:ext cx="269268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6507854" y="1466296"/>
              <a:ext cx="500070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5776981" y="1466296"/>
              <a:ext cx="730872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46038" y="1466296"/>
              <a:ext cx="1230943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084292" y="1466296"/>
              <a:ext cx="1461745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661297" y="6191812"/>
              <a:ext cx="153867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276627" y="6191812"/>
              <a:ext cx="384669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161226" y="6191812"/>
              <a:ext cx="115400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84292" y="6191812"/>
              <a:ext cx="76933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76769" y="3829054"/>
              <a:ext cx="307735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045967" y="3829054"/>
              <a:ext cx="230801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45896" y="3829054"/>
              <a:ext cx="500070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238160" y="3829054"/>
              <a:ext cx="307735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84292" y="3829054"/>
              <a:ext cx="153867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238160" y="6529349"/>
              <a:ext cx="38466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122759" y="6529349"/>
              <a:ext cx="115400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084292" y="6529349"/>
              <a:ext cx="38466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622972" y="3491517"/>
              <a:ext cx="38466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238302" y="3491517"/>
              <a:ext cx="384669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738231" y="3491517"/>
              <a:ext cx="500070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15094" y="3491517"/>
              <a:ext cx="423136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084292" y="3491517"/>
              <a:ext cx="230801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007500" y="5179201"/>
              <a:ext cx="76933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776698" y="5179201"/>
              <a:ext cx="230801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315094" y="5179201"/>
              <a:ext cx="461603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122759" y="5179201"/>
              <a:ext cx="192334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084292" y="5179201"/>
              <a:ext cx="38466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53703" y="4166591"/>
              <a:ext cx="115400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07500" y="4166591"/>
              <a:ext cx="346202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545896" y="4166591"/>
              <a:ext cx="461603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199693" y="4166591"/>
              <a:ext cx="346202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084292" y="4166591"/>
              <a:ext cx="115400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815165" y="5854275"/>
              <a:ext cx="115400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699764" y="5854275"/>
              <a:ext cx="115400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545896" y="5854275"/>
              <a:ext cx="153867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99693" y="5854275"/>
              <a:ext cx="346202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084292" y="5854275"/>
              <a:ext cx="115400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315519" y="1803832"/>
              <a:ext cx="346202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84646" y="1803832"/>
              <a:ext cx="730872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084434" y="1803832"/>
              <a:ext cx="1500212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084292" y="1803832"/>
              <a:ext cx="1000141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315236" y="4504128"/>
              <a:ext cx="38466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007500" y="4504128"/>
              <a:ext cx="307735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45896" y="4504128"/>
              <a:ext cx="461603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238160" y="4504128"/>
              <a:ext cx="307735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84292" y="4504128"/>
              <a:ext cx="153867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661439" y="3153980"/>
              <a:ext cx="76933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122901" y="3153980"/>
              <a:ext cx="538537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622830" y="3153980"/>
              <a:ext cx="500070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276627" y="3153980"/>
              <a:ext cx="346202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084292" y="3153980"/>
              <a:ext cx="192334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545896" y="5516738"/>
              <a:ext cx="384669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161226" y="5516738"/>
              <a:ext cx="384669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122759" y="5516738"/>
              <a:ext cx="38466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084292" y="5516738"/>
              <a:ext cx="38466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276769" y="4841664"/>
              <a:ext cx="76933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045967" y="4841664"/>
              <a:ext cx="230801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507429" y="4841664"/>
              <a:ext cx="538537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99693" y="4841664"/>
              <a:ext cx="307735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084292" y="4841664"/>
              <a:ext cx="115400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084292" y="6866886"/>
              <a:ext cx="38466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853774" y="2816443"/>
              <a:ext cx="192334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622972" y="2816443"/>
              <a:ext cx="230801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969033" y="2816443"/>
              <a:ext cx="653938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45896" y="2816443"/>
              <a:ext cx="423136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084292" y="2816443"/>
              <a:ext cx="461603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469245" y="2478906"/>
              <a:ext cx="38466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161509" y="2478906"/>
              <a:ext cx="307735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507571" y="2478906"/>
              <a:ext cx="653938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815165" y="2478906"/>
              <a:ext cx="692405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084292" y="2478906"/>
              <a:ext cx="730872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546179" y="2141369"/>
              <a:ext cx="38466" cy="30378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392311" y="2141369"/>
              <a:ext cx="153867" cy="30378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69174" y="2141369"/>
              <a:ext cx="423136" cy="30378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161368" y="2141369"/>
              <a:ext cx="807806" cy="30378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084292" y="2141369"/>
              <a:ext cx="1077075" cy="3037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7352556" y="1550787"/>
              <a:ext cx="301448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109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3865406" y="627630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4634746" y="3913457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3301748" y="6616134"/>
              <a:ext cx="100482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711680" y="3578214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4134675" y="526369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19345" y="425099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980807" y="5940972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711964" y="1888236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93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403944" y="458853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788614" y="3238383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980807" y="5603435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403944" y="492606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47880" y="6953583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096350" y="290093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557954" y="256330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63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634888" y="2225861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65</a:t>
              </a:r>
            </a:p>
          </p:txBody>
        </p:sp>
        <p:sp>
          <p:nvSpPr>
            <p:cNvPr id="109" name="pl109"/>
            <p:cNvSpPr/>
            <p:nvPr/>
          </p:nvSpPr>
          <p:spPr>
            <a:xfrm>
              <a:off x="3084292" y="1415665"/>
              <a:ext cx="0" cy="5805634"/>
            </a:xfrm>
            <a:custGeom>
              <a:avLst/>
              <a:pathLst>
                <a:path w="0" h="5805634">
                  <a:moveTo>
                    <a:pt x="0" y="580563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922977" y="6872400"/>
              <a:ext cx="209082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Myocardite (inflammation du muscle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396566" y="7013478"/>
              <a:ext cx="61723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cardiaque)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423358" y="6606997"/>
              <a:ext cx="159044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globules blancs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12236" y="6197326"/>
              <a:ext cx="230156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Hyperglycémie (taux de sucre élevé) ou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2585238" y="6365959"/>
              <a:ext cx="428561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diabete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64551" y="5790844"/>
              <a:ext cx="2149248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Mouvements involontaires du visage,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50072" y="5931413"/>
              <a:ext cx="2163727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comme mâchonner, tirer la langue ou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069867" y="6073002"/>
              <a:ext cx="94393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clinger des yeux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432923" y="5619836"/>
              <a:ext cx="580876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Naussées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77614" y="5210611"/>
              <a:ext cx="2236185" cy="9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Contractions musculaires involontaires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655849" y="5327325"/>
              <a:ext cx="1357950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et parfois douloureuses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2287624" y="4919248"/>
              <a:ext cx="726174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Constipation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534594" y="4581775"/>
              <a:ext cx="479205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Vertiges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017185" y="4242644"/>
              <a:ext cx="199661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Tremblements et/ou rigidité faciale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922594" y="3834567"/>
              <a:ext cx="209120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Taux élevé de cholestérol (excès de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852047" y="3975646"/>
              <a:ext cx="116175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graisses sanguines)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79285" y="3497031"/>
              <a:ext cx="213451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Agitation, difficulté à rester immobile,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004234" y="3639704"/>
              <a:ext cx="1009564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besoin de bouger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798854" y="3230033"/>
              <a:ext cx="221494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Sécheresse de la bouche ou des yeux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9316" y="2821957"/>
              <a:ext cx="229448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Dysfonction sexuelle (p.ex. baisse de la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665286" y="2963036"/>
              <a:ext cx="34851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libido)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61872" y="2511464"/>
              <a:ext cx="2151927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Problèmes de mémoire ou "brouillard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575351" y="2653053"/>
              <a:ext cx="43844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mental"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024329" y="2146883"/>
              <a:ext cx="1989470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Emoussement affectif (manque de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333360" y="2287962"/>
              <a:ext cx="1680439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motivation, manque d'intérêt)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655849" y="1881480"/>
              <a:ext cx="1357950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Fatigue ou somnolence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186017" y="1545474"/>
              <a:ext cx="827782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Prise de poids</a:t>
              </a:r>
            </a:p>
          </p:txBody>
        </p:sp>
        <p:sp>
          <p:nvSpPr>
            <p:cNvPr id="137" name="pl137"/>
            <p:cNvSpPr/>
            <p:nvPr/>
          </p:nvSpPr>
          <p:spPr>
            <a:xfrm>
              <a:off x="3046334" y="70187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046334" y="66812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046334" y="63437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3046334" y="60061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3046334" y="56686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046334" y="53310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046334" y="49935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046334" y="46560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046334" y="43184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046334" y="39809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046334" y="36434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3046334" y="33058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3046334" y="29683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3046334" y="26307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046334" y="22932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046334" y="195572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3046334" y="16181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084292" y="7221300"/>
              <a:ext cx="4612192" cy="0"/>
            </a:xfrm>
            <a:custGeom>
              <a:avLst/>
              <a:pathLst>
                <a:path w="4612192" h="0">
                  <a:moveTo>
                    <a:pt x="0" y="0"/>
                  </a:moveTo>
                  <a:lnTo>
                    <a:pt x="46121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308429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346896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85363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423830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62297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00764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539231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77698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16165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54632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93099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31566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047967" y="7289815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39631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78098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165652" y="7289751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55032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3499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31966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70433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08900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47367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822017" y="72898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206687" y="72898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4661912" y="7418600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80" name="rc180"/>
            <p:cNvSpPr/>
            <p:nvPr/>
          </p:nvSpPr>
          <p:spPr>
            <a:xfrm>
              <a:off x="3169207" y="7752741"/>
              <a:ext cx="149013" cy="14901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169207" y="7995670"/>
              <a:ext cx="149013" cy="14901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642788" y="7752741"/>
              <a:ext cx="149013" cy="14901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4642788" y="7995670"/>
              <a:ext cx="149013" cy="14901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6152533" y="7752741"/>
              <a:ext cx="149013" cy="14901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3403136" y="7754025"/>
              <a:ext cx="1118443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du tout pénible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403136" y="7995423"/>
              <a:ext cx="1154736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Légèrement pénible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876717" y="7754025"/>
              <a:ext cx="119090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Modérément pénible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876717" y="7996954"/>
              <a:ext cx="718839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Très pénible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6386462" y="7754025"/>
              <a:ext cx="1234337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Extrêmement pénible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084292" y="951534"/>
              <a:ext cx="379333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Frequency, distribution and level of burden of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3084292" y="1139640"/>
              <a:ext cx="439910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physical symptoms reported by respondents (N=168)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2025-09-19T15:25:09Z</dcterms:modified>
  <cp:category/>
</cp:coreProperties>
</file>