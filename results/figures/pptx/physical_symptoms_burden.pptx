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7315200" cy="7315200"/>
            <a:chOff x="457200" y="914400"/>
            <a:chExt cx="7315200" cy="73152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7315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3084292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3439623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94953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150284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505615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860945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16276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71607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926937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282268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637599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92929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348260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957396" y="1469421"/>
              <a:ext cx="319797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459933" y="1469421"/>
              <a:ext cx="497462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13739" y="1469421"/>
              <a:ext cx="746194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576681" y="1469421"/>
              <a:ext cx="1137058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084292" y="1469421"/>
              <a:ext cx="1492388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794953" y="6486636"/>
              <a:ext cx="35533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617288" y="6486636"/>
              <a:ext cx="177665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297490" y="6486636"/>
              <a:ext cx="319797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155358" y="6486636"/>
              <a:ext cx="142132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084292" y="6486636"/>
              <a:ext cx="71066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185817" y="4336401"/>
              <a:ext cx="284264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937086" y="4336401"/>
              <a:ext cx="248731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510689" y="4336401"/>
              <a:ext cx="426396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226424" y="4336401"/>
              <a:ext cx="284264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084292" y="4336401"/>
              <a:ext cx="142132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261957" y="6845009"/>
              <a:ext cx="35533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119825" y="6845009"/>
              <a:ext cx="142132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084292" y="6845009"/>
              <a:ext cx="35533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4754346" y="3261283"/>
              <a:ext cx="35533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363482" y="3261283"/>
              <a:ext cx="390863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794953" y="3261283"/>
              <a:ext cx="568529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333023" y="3261283"/>
              <a:ext cx="461929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084292" y="3261283"/>
              <a:ext cx="248731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4008152" y="5411518"/>
              <a:ext cx="71066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759420" y="5411518"/>
              <a:ext cx="248731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297490" y="5411518"/>
              <a:ext cx="461929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155358" y="5411518"/>
              <a:ext cx="142132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084292" y="5411518"/>
              <a:ext cx="71066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4363482" y="3978028"/>
              <a:ext cx="106599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4008152" y="3978028"/>
              <a:ext cx="355330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3546222" y="3978028"/>
              <a:ext cx="461929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3261957" y="3978028"/>
              <a:ext cx="284264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3084292" y="3978028"/>
              <a:ext cx="177665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794953" y="6128263"/>
              <a:ext cx="106599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52821" y="6128263"/>
              <a:ext cx="142132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3475156" y="6128263"/>
              <a:ext cx="177665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190891" y="6128263"/>
              <a:ext cx="284264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084292" y="6128263"/>
              <a:ext cx="106599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6353334" y="1827793"/>
              <a:ext cx="319797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5571607" y="1827793"/>
              <a:ext cx="781727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4150284" y="1827793"/>
              <a:ext cx="1421322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3084292" y="1827793"/>
              <a:ext cx="1065992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4327949" y="4694773"/>
              <a:ext cx="35533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4043685" y="4694773"/>
              <a:ext cx="284264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3581755" y="4694773"/>
              <a:ext cx="461929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3261957" y="4694773"/>
              <a:ext cx="319797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084292" y="4694773"/>
              <a:ext cx="177665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4541148" y="3619656"/>
              <a:ext cx="71066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3972619" y="3619656"/>
              <a:ext cx="568529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3546222" y="3619656"/>
              <a:ext cx="426396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3261957" y="3619656"/>
              <a:ext cx="284264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3084292" y="3619656"/>
              <a:ext cx="177665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3510689" y="5769891"/>
              <a:ext cx="426396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3190891" y="5769891"/>
              <a:ext cx="319797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3119825" y="5769891"/>
              <a:ext cx="71066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3084292" y="5769891"/>
              <a:ext cx="35533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4185817" y="5053146"/>
              <a:ext cx="71066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3901552" y="5053146"/>
              <a:ext cx="284264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3439623" y="5053146"/>
              <a:ext cx="461929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3226424" y="5053146"/>
              <a:ext cx="213198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3084292" y="5053146"/>
              <a:ext cx="142132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825412" y="2902911"/>
              <a:ext cx="213198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576681" y="2902911"/>
              <a:ext cx="248731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901552" y="2902911"/>
              <a:ext cx="675128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3439623" y="2902911"/>
              <a:ext cx="461929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3084292" y="2902911"/>
              <a:ext cx="355330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5287342" y="2544538"/>
              <a:ext cx="35533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4967545" y="2544538"/>
              <a:ext cx="319797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363482" y="2544538"/>
              <a:ext cx="604062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3830486" y="2544538"/>
              <a:ext cx="532996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3084292" y="2544538"/>
              <a:ext cx="746194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5571607" y="2186166"/>
              <a:ext cx="35533" cy="3225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5429474" y="2186166"/>
              <a:ext cx="142132" cy="32253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4825412" y="2186166"/>
              <a:ext cx="604062" cy="32253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4043685" y="2186166"/>
              <a:ext cx="781727" cy="32253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3084292" y="2186166"/>
              <a:ext cx="959392" cy="322535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7352556" y="1563288"/>
              <a:ext cx="301448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118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880728" y="6582709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520323" y="4430180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3322611" y="6938876"/>
              <a:ext cx="100482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4840121" y="3355151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48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129459" y="5505386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520323" y="4071808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3951794" y="6222043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6748494" y="1921661"/>
              <a:ext cx="301448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101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4413724" y="4788553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36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662455" y="3713435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3987327" y="5865964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307125" y="5146925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5088852" y="2999072"/>
              <a:ext cx="200965" cy="129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5373117" y="2638318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63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5657381" y="2282239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71</a:t>
              </a:r>
            </a:p>
          </p:txBody>
        </p:sp>
        <p:sp>
          <p:nvSpPr>
            <p:cNvPr id="109" name="pl109"/>
            <p:cNvSpPr/>
            <p:nvPr/>
          </p:nvSpPr>
          <p:spPr>
            <a:xfrm>
              <a:off x="3084292" y="1415665"/>
              <a:ext cx="0" cy="5805634"/>
            </a:xfrm>
            <a:custGeom>
              <a:avLst/>
              <a:pathLst>
                <a:path w="0" h="5805634">
                  <a:moveTo>
                    <a:pt x="0" y="5805634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tx110"/>
            <p:cNvSpPr/>
            <p:nvPr/>
          </p:nvSpPr>
          <p:spPr>
            <a:xfrm>
              <a:off x="1423358" y="6932032"/>
              <a:ext cx="1590441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Manque de globules blancs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12236" y="6501526"/>
              <a:ext cx="2301563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Hyperglycémie (taux de sucre élevé) ou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2585238" y="6670159"/>
              <a:ext cx="428561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diabete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64551" y="6074208"/>
              <a:ext cx="2149248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Mouvements involontaires du visage,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50072" y="6214777"/>
              <a:ext cx="2163727" cy="121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comme mâchonner, tirer la langue ou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069867" y="6356366"/>
              <a:ext cx="943931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clinger des yeux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432923" y="5882364"/>
              <a:ext cx="580876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Naussées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777614" y="5452304"/>
              <a:ext cx="2236185" cy="9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Contractions musculaires involontaires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1655849" y="5569018"/>
              <a:ext cx="1357950" cy="12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et parfois douloureuses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287624" y="5140106"/>
              <a:ext cx="726174" cy="12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Constipation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2534594" y="4781797"/>
              <a:ext cx="479205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Vertiges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922594" y="4351291"/>
              <a:ext cx="2091205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Taux élevé de cholestérol (excès de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852047" y="4492369"/>
              <a:ext cx="1161752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graisses sanguines)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017185" y="4063457"/>
              <a:ext cx="1996614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Tremblements et/ou rigidité faciale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98854" y="3705085"/>
              <a:ext cx="2214945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Sécheresse de la bouche ou des yeux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879285" y="3276173"/>
              <a:ext cx="2134514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Agitation, difficulté à rester immobile,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2004234" y="3418846"/>
              <a:ext cx="1009564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besoin de bouger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719316" y="2917801"/>
              <a:ext cx="2294483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Dysfonction sexuelle (p.ex. baisse de la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2665286" y="3058879"/>
              <a:ext cx="348512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libido)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861872" y="2586472"/>
              <a:ext cx="2151927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Problèmes de mémoire ou "brouillard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2575351" y="2728061"/>
              <a:ext cx="438447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mental"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1024329" y="2201056"/>
              <a:ext cx="1989470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Emoussement affectif (manque de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1333360" y="2342134"/>
              <a:ext cx="1680439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motivation, manque d'intérêt)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1655849" y="1914817"/>
              <a:ext cx="1357950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Fatigue ou somnolence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2186017" y="1557975"/>
              <a:ext cx="827782" cy="1194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Prise de poids</a:t>
              </a:r>
            </a:p>
          </p:txBody>
        </p:sp>
        <p:sp>
          <p:nvSpPr>
            <p:cNvPr id="135" name="pl135"/>
            <p:cNvSpPr/>
            <p:nvPr/>
          </p:nvSpPr>
          <p:spPr>
            <a:xfrm>
              <a:off x="3046334" y="700627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3046334" y="664790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3046334" y="628953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046334" y="593115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046334" y="557278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046334" y="521441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3046334" y="485604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3046334" y="449766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3046334" y="413929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046334" y="378092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046334" y="342255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046334" y="306417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046334" y="270580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3046334" y="234743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046334" y="198906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046334" y="163068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084292" y="7221300"/>
              <a:ext cx="4612192" cy="0"/>
            </a:xfrm>
            <a:custGeom>
              <a:avLst/>
              <a:pathLst>
                <a:path w="4612192" h="0">
                  <a:moveTo>
                    <a:pt x="0" y="0"/>
                  </a:moveTo>
                  <a:lnTo>
                    <a:pt x="4612192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3084292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439623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794953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150284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4505615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4860945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216276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571607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926937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282268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637599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992929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7348260" y="722130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5"/>
            <p:cNvSpPr/>
            <p:nvPr/>
          </p:nvSpPr>
          <p:spPr>
            <a:xfrm>
              <a:off x="3047967" y="7289815"/>
              <a:ext cx="72649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3366973" y="72898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3722304" y="72898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4077635" y="7289751"/>
              <a:ext cx="145298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432965" y="72898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4788296" y="72898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143627" y="72898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5498957" y="72898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854288" y="72898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6209619" y="7289815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90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6528625" y="7289815"/>
              <a:ext cx="21794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6883955" y="7289815"/>
              <a:ext cx="21794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110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7239286" y="7289815"/>
              <a:ext cx="21794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120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4661912" y="7418600"/>
              <a:ext cx="1456952" cy="1412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responses</a:t>
              </a:r>
            </a:p>
          </p:txBody>
        </p:sp>
        <p:sp>
          <p:nvSpPr>
            <p:cNvPr id="179" name="rc179"/>
            <p:cNvSpPr/>
            <p:nvPr/>
          </p:nvSpPr>
          <p:spPr>
            <a:xfrm>
              <a:off x="3169207" y="7752741"/>
              <a:ext cx="149013" cy="149013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3169207" y="7995670"/>
              <a:ext cx="149013" cy="149013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4642788" y="7752741"/>
              <a:ext cx="149013" cy="149013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4642788" y="7995670"/>
              <a:ext cx="149013" cy="149013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6152533" y="7752741"/>
              <a:ext cx="149013" cy="149013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3403136" y="7754025"/>
              <a:ext cx="1118443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 du tout pénible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3403136" y="7995423"/>
              <a:ext cx="1154736" cy="121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Légèrement pénible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4876717" y="7754025"/>
              <a:ext cx="1190901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Modérément pénible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4876717" y="7996954"/>
              <a:ext cx="718839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Très pénible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6386462" y="7754025"/>
              <a:ext cx="1234337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Extrêmement pénible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3084292" y="951534"/>
              <a:ext cx="3793331" cy="163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Frequency, distribution and level of burden of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3084292" y="1139640"/>
              <a:ext cx="4399104" cy="163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physical symptoms reported by respondents (N=159)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2025-09-22T13:46:02Z</dcterms:modified>
  <cp:category/>
</cp:coreProperties>
</file>