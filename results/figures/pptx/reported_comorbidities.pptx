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914400"/>
            <a:ext cx="7315200" cy="7315200"/>
            <a:chOff x="457200" y="914400"/>
            <a:chExt cx="7315200" cy="7315200"/>
          </a:xfrm>
        </p:grpSpPr>
        <p:sp>
          <p:nvSpPr>
            <p:cNvPr id="3" name="rc3"/>
            <p:cNvSpPr/>
            <p:nvPr/>
          </p:nvSpPr>
          <p:spPr>
            <a:xfrm>
              <a:off x="457200" y="914400"/>
              <a:ext cx="73152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3200888" y="1603770"/>
              <a:ext cx="0" cy="6179302"/>
            </a:xfrm>
            <a:custGeom>
              <a:avLst/>
              <a:pathLst>
                <a:path w="0" h="6179302">
                  <a:moveTo>
                    <a:pt x="0" y="617930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3768514" y="1603770"/>
              <a:ext cx="0" cy="6179302"/>
            </a:xfrm>
            <a:custGeom>
              <a:avLst/>
              <a:pathLst>
                <a:path w="0" h="6179302">
                  <a:moveTo>
                    <a:pt x="0" y="617930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336140" y="1603770"/>
              <a:ext cx="0" cy="6179302"/>
            </a:xfrm>
            <a:custGeom>
              <a:avLst/>
              <a:pathLst>
                <a:path w="0" h="6179302">
                  <a:moveTo>
                    <a:pt x="0" y="617930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903765" y="1603770"/>
              <a:ext cx="0" cy="6179302"/>
            </a:xfrm>
            <a:custGeom>
              <a:avLst/>
              <a:pathLst>
                <a:path w="0" h="6179302">
                  <a:moveTo>
                    <a:pt x="0" y="617930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5471391" y="1603770"/>
              <a:ext cx="0" cy="6179302"/>
            </a:xfrm>
            <a:custGeom>
              <a:avLst/>
              <a:pathLst>
                <a:path w="0" h="6179302">
                  <a:moveTo>
                    <a:pt x="0" y="617930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039017" y="1603770"/>
              <a:ext cx="0" cy="6179302"/>
            </a:xfrm>
            <a:custGeom>
              <a:avLst/>
              <a:pathLst>
                <a:path w="0" h="6179302">
                  <a:moveTo>
                    <a:pt x="0" y="617930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606643" y="1603770"/>
              <a:ext cx="0" cy="6179302"/>
            </a:xfrm>
            <a:custGeom>
              <a:avLst/>
              <a:pathLst>
                <a:path w="0" h="6179302">
                  <a:moveTo>
                    <a:pt x="0" y="617930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174268" y="1603770"/>
              <a:ext cx="0" cy="6179302"/>
            </a:xfrm>
            <a:custGeom>
              <a:avLst/>
              <a:pathLst>
                <a:path w="0" h="6179302">
                  <a:moveTo>
                    <a:pt x="0" y="617930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3200888" y="1654698"/>
              <a:ext cx="4086905" cy="305569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3200888" y="1994221"/>
              <a:ext cx="3519279" cy="305569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3200888" y="2333743"/>
              <a:ext cx="2838128" cy="305569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200888" y="2673265"/>
              <a:ext cx="2611078" cy="305569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3200888" y="3012787"/>
              <a:ext cx="2043452" cy="305569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3200888" y="3352309"/>
              <a:ext cx="1929927" cy="305569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200888" y="4031353"/>
              <a:ext cx="1702877" cy="305569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200888" y="3691831"/>
              <a:ext cx="1702877" cy="305569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200888" y="4370876"/>
              <a:ext cx="1362301" cy="305569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200888" y="4710398"/>
              <a:ext cx="1248776" cy="305569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200888" y="5049920"/>
              <a:ext cx="1135251" cy="305569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200888" y="5389442"/>
              <a:ext cx="908201" cy="305569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200888" y="6068486"/>
              <a:ext cx="681150" cy="305569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200888" y="5728964"/>
              <a:ext cx="681150" cy="305569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200888" y="6747530"/>
              <a:ext cx="567625" cy="305569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200888" y="6408008"/>
              <a:ext cx="567625" cy="305569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200888" y="7087053"/>
              <a:ext cx="340575" cy="305569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3200888" y="7426575"/>
              <a:ext cx="227050" cy="305569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7338035" y="1739995"/>
              <a:ext cx="20096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36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770409" y="2079517"/>
              <a:ext cx="20096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089258" y="2419127"/>
              <a:ext cx="20096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862208" y="2758561"/>
              <a:ext cx="20096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294582" y="3098172"/>
              <a:ext cx="20096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5181057" y="3439899"/>
              <a:ext cx="200965" cy="1298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954007" y="4116738"/>
              <a:ext cx="20096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954007" y="3777216"/>
              <a:ext cx="20096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4613431" y="4458466"/>
              <a:ext cx="200965" cy="1298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4499906" y="4797988"/>
              <a:ext cx="200965" cy="1298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4386381" y="5135305"/>
              <a:ext cx="20096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134210" y="5474827"/>
              <a:ext cx="100482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3907160" y="6153871"/>
              <a:ext cx="100482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907160" y="5814349"/>
              <a:ext cx="100482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3793635" y="6835209"/>
              <a:ext cx="100482" cy="1297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793635" y="6495687"/>
              <a:ext cx="100482" cy="1297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566584" y="7172349"/>
              <a:ext cx="100482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453059" y="7514165"/>
              <a:ext cx="100482" cy="1298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8" name="pl48"/>
            <p:cNvSpPr/>
            <p:nvPr/>
          </p:nvSpPr>
          <p:spPr>
            <a:xfrm>
              <a:off x="3200888" y="1603770"/>
              <a:ext cx="0" cy="6179302"/>
            </a:xfrm>
            <a:custGeom>
              <a:avLst/>
              <a:pathLst>
                <a:path w="0" h="6179302">
                  <a:moveTo>
                    <a:pt x="0" y="617930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2295342" y="7506647"/>
              <a:ext cx="835053" cy="1194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Je ne sais pas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2171793" y="7165594"/>
              <a:ext cx="958601" cy="12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Maladie du sang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162675" y="6754575"/>
              <a:ext cx="1967720" cy="1219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Maladie de l’oreille ou du système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469662" y="6922571"/>
              <a:ext cx="660733" cy="95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vestibulaire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2134" y="6487570"/>
              <a:ext cx="1808261" cy="1199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Trouble neurodéveloppemental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86811" y="6146517"/>
              <a:ext cx="2243583" cy="1215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Maladie qui touche plusieurs systèmes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707003" y="5807505"/>
              <a:ext cx="1423392" cy="12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Pas de diagnostic connu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467688" y="5467473"/>
              <a:ext cx="1662707" cy="1215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Maladie du système nerveux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2219759" y="5154421"/>
              <a:ext cx="910636" cy="95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Maladie de l'œil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1162420" y="4673309"/>
              <a:ext cx="1967975" cy="95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Autre trouble de santé mentale ou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937137" y="4788428"/>
              <a:ext cx="2193258" cy="1215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psychologique non mentionné dans la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1946574" y="4931038"/>
              <a:ext cx="1183821" cy="1199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question précédente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12236" y="4378877"/>
              <a:ext cx="2418159" cy="12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Maladie des organes reproducteurs ou du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2172112" y="4519446"/>
              <a:ext cx="958283" cy="1215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système urinaire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1279016" y="4109384"/>
              <a:ext cx="1851379" cy="1215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Maladie du système respiratoire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1961563" y="3796332"/>
              <a:ext cx="1168832" cy="95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Maladie immunitaire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1104632" y="3386271"/>
              <a:ext cx="2025763" cy="95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Maladie du cœur ou des vaisseaux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2607498" y="3501390"/>
              <a:ext cx="522896" cy="12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sanguins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2026495" y="3092859"/>
              <a:ext cx="1103900" cy="1194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Maladie de la peau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1486121" y="2750211"/>
              <a:ext cx="1644274" cy="1225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Maladie de l'appareil digestif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1264282" y="2350738"/>
              <a:ext cx="1866113" cy="1120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Maladie des os, articulations, ou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2651318" y="2508783"/>
              <a:ext cx="479077" cy="95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muscles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966349" y="2011216"/>
              <a:ext cx="2164045" cy="1120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Maladie endocrinienne, nutritionnelle,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2237108" y="2144322"/>
              <a:ext cx="893287" cy="1199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ou métabolique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1917999" y="1759199"/>
              <a:ext cx="1212396" cy="95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Troubles du sommeil</a:t>
              </a:r>
            </a:p>
          </p:txBody>
        </p:sp>
        <p:sp>
          <p:nvSpPr>
            <p:cNvPr id="74" name="pl74"/>
            <p:cNvSpPr/>
            <p:nvPr/>
          </p:nvSpPr>
          <p:spPr>
            <a:xfrm>
              <a:off x="3162930" y="7579360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162930" y="723983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3162930" y="6900315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162930" y="6560793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162930" y="622127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162930" y="5881749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162930" y="5542227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62930" y="5202705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162930" y="4863183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162930" y="4523660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162930" y="418413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162930" y="3844616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162930" y="3505094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162930" y="3165572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162930" y="2826050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162930" y="248652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162930" y="2147006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162930" y="1807483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3200888" y="7783073"/>
              <a:ext cx="4495596" cy="0"/>
            </a:xfrm>
            <a:custGeom>
              <a:avLst/>
              <a:pathLst>
                <a:path w="4495596" h="0">
                  <a:moveTo>
                    <a:pt x="0" y="0"/>
                  </a:moveTo>
                  <a:lnTo>
                    <a:pt x="4495596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3200888" y="778307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3768514" y="778307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4336140" y="778307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4903765" y="778307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5471391" y="778307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6039017" y="778307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6606643" y="778307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7174268" y="778307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tx101"/>
            <p:cNvSpPr/>
            <p:nvPr/>
          </p:nvSpPr>
          <p:spPr>
            <a:xfrm>
              <a:off x="3164563" y="7851588"/>
              <a:ext cx="72649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3732189" y="7853247"/>
              <a:ext cx="72649" cy="938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4263490" y="7851588"/>
              <a:ext cx="14529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4831116" y="7851588"/>
              <a:ext cx="14529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5398742" y="7851588"/>
              <a:ext cx="14529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5966368" y="7851588"/>
              <a:ext cx="14529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6533993" y="7851525"/>
              <a:ext cx="145298" cy="95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7101619" y="7851525"/>
              <a:ext cx="145298" cy="95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35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4720210" y="7980374"/>
              <a:ext cx="1456952" cy="1412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responses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3200888" y="951534"/>
              <a:ext cx="4147031" cy="1634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1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Reported comorbidities (N=85). Participants could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3200888" y="1144062"/>
              <a:ext cx="3687620" cy="1590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1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select multiple options; values represent the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3200888" y="1330041"/>
              <a:ext cx="4083928" cy="1611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1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responses, not individual participants.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2025-09-12T10:47:29Z</dcterms:modified>
  <cp:category/>
</cp:coreProperties>
</file>