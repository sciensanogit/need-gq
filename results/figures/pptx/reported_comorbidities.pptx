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7315200" cy="7315200"/>
            <a:chOff x="457200" y="914400"/>
            <a:chExt cx="7315200" cy="73152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73152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3200888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3634826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4068764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502702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936639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370577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04515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8453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672391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6329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540267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3200888" y="1281589"/>
              <a:ext cx="3211140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3200888" y="1641782"/>
              <a:ext cx="2603627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3200888" y="2001975"/>
              <a:ext cx="2430051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3200888" y="2362168"/>
              <a:ext cx="2256476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3200888" y="2722361"/>
              <a:ext cx="1648963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3200888" y="3082554"/>
              <a:ext cx="1475388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200888" y="3442747"/>
              <a:ext cx="1475388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200888" y="3802940"/>
              <a:ext cx="1301813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200888" y="4163133"/>
              <a:ext cx="1215025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00888" y="4523326"/>
              <a:ext cx="1041450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200888" y="4883519"/>
              <a:ext cx="954663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200888" y="5603905"/>
              <a:ext cx="607512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200888" y="5243712"/>
              <a:ext cx="607512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200888" y="6324291"/>
              <a:ext cx="520725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200888" y="5964098"/>
              <a:ext cx="520725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200888" y="6684484"/>
              <a:ext cx="433937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200888" y="7044677"/>
              <a:ext cx="260362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200888" y="7404870"/>
              <a:ext cx="173575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6595306" y="1338782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37 (40%)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87793" y="1698975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 (33%)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814218" y="2059168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 (30%)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640642" y="2419361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 (28%)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33129" y="2779554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 (21%)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59554" y="3139747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 (18%)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4859554" y="3499940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 (18%)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685979" y="3860133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 (16%)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599192" y="4220326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 (15%)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425616" y="4580519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 (13%)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338829" y="4940712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 (12%)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941437" y="5661098"/>
              <a:ext cx="53214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 (8%)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41437" y="5300905"/>
              <a:ext cx="53214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 (8%)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854650" y="6381484"/>
              <a:ext cx="53214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 (7%)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54650" y="6021291"/>
              <a:ext cx="53214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 (7%)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767862" y="6741677"/>
              <a:ext cx="53214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 (5%)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594287" y="7101870"/>
              <a:ext cx="53214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 (3%)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507499" y="7462063"/>
              <a:ext cx="53214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 (2%)</a:t>
              </a:r>
            </a:p>
          </p:txBody>
        </p:sp>
        <p:sp>
          <p:nvSpPr>
            <p:cNvPr id="51" name="pl51"/>
            <p:cNvSpPr/>
            <p:nvPr/>
          </p:nvSpPr>
          <p:spPr>
            <a:xfrm>
              <a:off x="3200888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tx52"/>
            <p:cNvSpPr/>
            <p:nvPr/>
          </p:nvSpPr>
          <p:spPr>
            <a:xfrm>
              <a:off x="2295342" y="7494244"/>
              <a:ext cx="835053" cy="1194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Je ne sais pas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171793" y="7132520"/>
              <a:ext cx="958601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du sang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86811" y="6771817"/>
              <a:ext cx="2243583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qui touche plusieurs systèmes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162675" y="6340638"/>
              <a:ext cx="1967720" cy="1219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de l’oreille ou du système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2469662" y="6508633"/>
              <a:ext cx="660733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vestibulaire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1322134" y="6052962"/>
              <a:ext cx="1808261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 neurodéveloppemental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467688" y="5691238"/>
              <a:ext cx="1662707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du système nerveux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707003" y="5331555"/>
              <a:ext cx="1423392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Pas de diagnostic connu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219759" y="4997322"/>
              <a:ext cx="910636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de l'œil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1162420" y="4495540"/>
              <a:ext cx="1967975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Autre trouble de santé mentale ou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937137" y="4610659"/>
              <a:ext cx="2193258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psychologique non mentionné dans la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1946574" y="4753268"/>
              <a:ext cx="1183821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question précédente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12236" y="4180436"/>
              <a:ext cx="2418159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des organes reproducteurs ou du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2172112" y="4321005"/>
              <a:ext cx="958283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système urinaire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961563" y="3916743"/>
              <a:ext cx="1168832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immunitaire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2026495" y="3532121"/>
              <a:ext cx="1103900" cy="1194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de la peau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279016" y="3169887"/>
              <a:ext cx="1851379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du système respiratoire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104632" y="2765624"/>
              <a:ext cx="2025763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du cœur ou des vaisseaux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2607498" y="2880743"/>
              <a:ext cx="522896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sanguins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264282" y="2388465"/>
              <a:ext cx="1866113" cy="11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des os, articulations, ou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2651318" y="2546510"/>
              <a:ext cx="479077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muscles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1486121" y="2088223"/>
              <a:ext cx="1644274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de l'appareil digestif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966349" y="1668079"/>
              <a:ext cx="2164045" cy="11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endocrinienne, nutritionnelle,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237108" y="1801185"/>
              <a:ext cx="893287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ou métabolique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1917999" y="1395392"/>
              <a:ext cx="1212396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Troubles du sommeil</a:t>
              </a:r>
            </a:p>
          </p:txBody>
        </p:sp>
        <p:sp>
          <p:nvSpPr>
            <p:cNvPr id="77" name="pl77"/>
            <p:cNvSpPr/>
            <p:nvPr/>
          </p:nvSpPr>
          <p:spPr>
            <a:xfrm>
              <a:off x="3162930" y="756695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162930" y="720676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3162930" y="684657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162930" y="648637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162930" y="612618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162930" y="576599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162930" y="540579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162930" y="504560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162930" y="468541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162930" y="432522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162930" y="396502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162930" y="360483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162930" y="324464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3162930" y="288444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3162930" y="252425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3162930" y="216406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3162930" y="180386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3162930" y="144367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3200888" y="7783073"/>
              <a:ext cx="4495596" cy="0"/>
            </a:xfrm>
            <a:custGeom>
              <a:avLst/>
              <a:pathLst>
                <a:path w="4495596" h="0">
                  <a:moveTo>
                    <a:pt x="0" y="0"/>
                  </a:moveTo>
                  <a:lnTo>
                    <a:pt x="4495596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3200888" y="77830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3634826" y="77830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4068764" y="77830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4502702" y="77830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4936639" y="77830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370577" y="77830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5804515" y="77830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238453" y="77830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6672391" y="77830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7106329" y="77830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7540267" y="77830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tx107"/>
            <p:cNvSpPr/>
            <p:nvPr/>
          </p:nvSpPr>
          <p:spPr>
            <a:xfrm>
              <a:off x="3164563" y="7851588"/>
              <a:ext cx="72649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598501" y="7853247"/>
              <a:ext cx="72649" cy="938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3996114" y="78515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4430052" y="78515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4863990" y="78515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5297928" y="78515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5731866" y="7851525"/>
              <a:ext cx="145298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165804" y="7851525"/>
              <a:ext cx="145298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6599741" y="78515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7033679" y="7851971"/>
              <a:ext cx="145298" cy="95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45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7467617" y="78515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4720210" y="7980374"/>
              <a:ext cx="1456952" cy="1412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responses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3200888" y="951534"/>
              <a:ext cx="2540453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Reported comorbidities (N=92)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2025-09-22T13:46:08Z</dcterms:modified>
  <cp:category/>
</cp:coreProperties>
</file>