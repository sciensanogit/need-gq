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06499" y="6088827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06499" y="4657023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06499" y="3225219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06499" y="1793415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190170" y="5500414"/>
              <a:ext cx="1102025" cy="588412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2414643" y="2950627"/>
              <a:ext cx="1102025" cy="3138199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639116" y="4519727"/>
              <a:ext cx="1102025" cy="1569099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863589" y="2558352"/>
              <a:ext cx="1102025" cy="3530474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6088062" y="2852558"/>
              <a:ext cx="1102025" cy="323626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7312535" y="3833245"/>
              <a:ext cx="1102025" cy="2255581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tx14"/>
            <p:cNvSpPr/>
            <p:nvPr/>
          </p:nvSpPr>
          <p:spPr>
            <a:xfrm>
              <a:off x="1690941" y="4913425"/>
              <a:ext cx="100482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1550451" y="5136103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(4%)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2865173" y="2363549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2724682" y="2586316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(22%)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089646" y="3932738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3949155" y="4155416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(11%)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5314119" y="1971274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36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5173628" y="2194041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(25%)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538592" y="2265481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398101" y="2488247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(23%)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763065" y="3246168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622574" y="3468935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(16%)</a:t>
              </a:r>
            </a:p>
          </p:txBody>
        </p:sp>
        <p:sp>
          <p:nvSpPr>
            <p:cNvPr id="26" name="pl26"/>
            <p:cNvSpPr/>
            <p:nvPr/>
          </p:nvSpPr>
          <p:spPr>
            <a:xfrm>
              <a:off x="1006499" y="1499209"/>
              <a:ext cx="0" cy="4589617"/>
            </a:xfrm>
            <a:custGeom>
              <a:avLst/>
              <a:pathLst>
                <a:path w="0" h="4589617">
                  <a:moveTo>
                    <a:pt x="0" y="4589617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839500" y="6031974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4742" y="4600171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742" y="3168367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742" y="173648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962215" y="60888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62215" y="4657023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62215" y="3225219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62215" y="179341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06499" y="6088827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741183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965656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190129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14602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639075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863548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1336928" y="6169282"/>
              <a:ext cx="8085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664948" y="6169282"/>
              <a:ext cx="601414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Not at all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944488" y="6137135"/>
              <a:ext cx="491281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Slightly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37657" y="6138996"/>
              <a:ext cx="753888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Moderately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486600" y="6169282"/>
              <a:ext cx="30494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 lot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24815" y="6138996"/>
              <a:ext cx="677465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Extremely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-160440" y="3711629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06499" y="957724"/>
              <a:ext cx="5634037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Impact of the psychosis disorder on the financial situation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06499" y="1177180"/>
              <a:ext cx="73977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(N=146)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2025-09-19T15:24:34Z</dcterms:modified>
  <cp:category/>
</cp:coreProperties>
</file>