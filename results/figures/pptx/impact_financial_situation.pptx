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4970" y="5078758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  <a:lnTo>
                    <a:pt x="7500608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4970" y="4409025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  <a:lnTo>
                    <a:pt x="7500608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4970" y="3739292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  <a:lnTo>
                    <a:pt x="7500608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4970" y="3069560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  <a:lnTo>
                    <a:pt x="7500608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4970" y="2399827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  <a:lnTo>
                    <a:pt x="7500608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84970" y="1730095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  <a:lnTo>
                    <a:pt x="7500608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266437" y="2935613"/>
              <a:ext cx="1088798" cy="2143144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476212" y="4007185"/>
              <a:ext cx="1088798" cy="1071572"/>
            </a:xfrm>
            <a:prstGeom prst="rect">
              <a:avLst/>
            </a:prstGeom>
            <a:solidFill>
              <a:srgbClr val="43AA7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685988" y="2667720"/>
              <a:ext cx="1088798" cy="2411037"/>
            </a:xfrm>
            <a:prstGeom prst="rect">
              <a:avLst/>
            </a:prstGeom>
            <a:solidFill>
              <a:srgbClr val="B7B92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895763" y="2868640"/>
              <a:ext cx="1088798" cy="2210117"/>
            </a:xfrm>
            <a:prstGeom prst="rect">
              <a:avLst/>
            </a:prstGeom>
            <a:solidFill>
              <a:srgbClr val="D78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6105539" y="3538373"/>
              <a:ext cx="1088798" cy="1540384"/>
            </a:xfrm>
            <a:prstGeom prst="rect">
              <a:avLst/>
            </a:prstGeom>
            <a:solidFill>
              <a:srgbClr val="AD2C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7315315" y="4676918"/>
              <a:ext cx="1088798" cy="40183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1710353" y="2348536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569862" y="2571303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(22%)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920128" y="3420196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779638" y="3642875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4129904" y="2080643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3989413" y="2303410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(25%)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339680" y="2281563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199189" y="250432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(23%)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549455" y="2951295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408965" y="317406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(16%)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809472" y="4089929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668982" y="4312607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(4%)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1084970" y="1582753"/>
              <a:ext cx="0" cy="3616555"/>
            </a:xfrm>
            <a:custGeom>
              <a:avLst/>
              <a:pathLst>
                <a:path w="0" h="3616555">
                  <a:moveTo>
                    <a:pt x="0" y="361655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894114" y="5013783"/>
              <a:ext cx="96865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97248" y="4344051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97248" y="3674318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97248" y="3004501"/>
              <a:ext cx="193731" cy="1273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97248" y="2334853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7248" y="1665121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1034360" y="5078758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034360" y="4409025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34360" y="3739292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34360" y="3069560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4360" y="2399827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034360" y="1730095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84970" y="5199309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810836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020611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230387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440162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649938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7859714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 rot="-2700000">
              <a:off x="1267520" y="5516307"/>
              <a:ext cx="687330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at all</a:t>
              </a:r>
            </a:p>
          </p:txBody>
        </p:sp>
        <p:sp>
          <p:nvSpPr>
            <p:cNvPr id="49" name="tx49"/>
            <p:cNvSpPr/>
            <p:nvPr/>
          </p:nvSpPr>
          <p:spPr>
            <a:xfrm rot="-2700000">
              <a:off x="2571740" y="5440448"/>
              <a:ext cx="561464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Slightly</a:t>
              </a:r>
            </a:p>
          </p:txBody>
        </p:sp>
        <p:sp>
          <p:nvSpPr>
            <p:cNvPr id="50" name="tx50"/>
            <p:cNvSpPr/>
            <p:nvPr/>
          </p:nvSpPr>
          <p:spPr>
            <a:xfrm rot="-2700000">
              <a:off x="3526096" y="5548372"/>
              <a:ext cx="861587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Moderately</a:t>
              </a:r>
            </a:p>
          </p:txBody>
        </p:sp>
        <p:sp>
          <p:nvSpPr>
            <p:cNvPr id="51" name="tx51"/>
            <p:cNvSpPr/>
            <p:nvPr/>
          </p:nvSpPr>
          <p:spPr>
            <a:xfrm rot="-2700000">
              <a:off x="5186046" y="5396517"/>
              <a:ext cx="348512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lot</a:t>
              </a:r>
            </a:p>
          </p:txBody>
        </p:sp>
        <p:sp>
          <p:nvSpPr>
            <p:cNvPr id="52" name="tx52"/>
            <p:cNvSpPr/>
            <p:nvPr/>
          </p:nvSpPr>
          <p:spPr>
            <a:xfrm rot="-2700000">
              <a:off x="6020198" y="5517493"/>
              <a:ext cx="774246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Extremely</a:t>
              </a:r>
            </a:p>
          </p:txBody>
        </p:sp>
        <p:sp>
          <p:nvSpPr>
            <p:cNvPr id="53" name="tx53"/>
            <p:cNvSpPr/>
            <p:nvPr/>
          </p:nvSpPr>
          <p:spPr>
            <a:xfrm rot="-2700000">
              <a:off x="7114380" y="5599986"/>
              <a:ext cx="924010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248674" y="3296873"/>
              <a:ext cx="1716782" cy="1883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084970" y="963913"/>
              <a:ext cx="6026036" cy="2179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8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financial situation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084970" y="1214720"/>
              <a:ext cx="845457" cy="2179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8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(N=146)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2025-09-15T15:02:49Z</dcterms:modified>
  <cp:category/>
</cp:coreProperties>
</file>