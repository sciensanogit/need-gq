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06499" y="4646375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06499" y="3203924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06499" y="1761473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190170" y="5382732"/>
              <a:ext cx="1102025" cy="706094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414643" y="2961835"/>
              <a:ext cx="1102025" cy="3126992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639116" y="4474895"/>
              <a:ext cx="1102025" cy="1613931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863589" y="2860964"/>
              <a:ext cx="1102025" cy="3227862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088062" y="2558352"/>
              <a:ext cx="1102025" cy="3530474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312535" y="3869671"/>
              <a:ext cx="1102025" cy="221915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1690941" y="4800154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550451" y="5018421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(5%)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865173" y="2374757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724682" y="2597524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(22%)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089646" y="3887906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949155" y="4110585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314119" y="2273887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32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173628" y="2496653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(22%)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538592" y="1971274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398101" y="219404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763065" y="3284887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622574" y="3505360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(15%)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1006499" y="1499209"/>
              <a:ext cx="0" cy="4589617"/>
            </a:xfrm>
            <a:custGeom>
              <a:avLst/>
              <a:pathLst>
                <a:path w="0" h="4589617">
                  <a:moveTo>
                    <a:pt x="0" y="458961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839500" y="6031974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54742" y="4589523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742" y="3147072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742" y="1704546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962215" y="60888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62215" y="464637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62215" y="320392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62215" y="176147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4118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965656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190129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14602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639075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63548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336928" y="6169282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664948" y="6169282"/>
              <a:ext cx="601414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at all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944488" y="6137135"/>
              <a:ext cx="491281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Slightly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37657" y="6138996"/>
              <a:ext cx="753888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Moderately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486600" y="6169282"/>
              <a:ext cx="30494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 lot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24815" y="6138996"/>
              <a:ext cx="677465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Extremely</a:t>
              </a:r>
            </a:p>
          </p:txBody>
        </p:sp>
        <p:sp>
          <p:nvSpPr>
            <p:cNvPr id="48" name="tx48"/>
            <p:cNvSpPr/>
            <p:nvPr/>
          </p:nvSpPr>
          <p:spPr>
            <a:xfrm rot="-5400000">
              <a:off x="-160440" y="3711629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006499" y="957724"/>
              <a:ext cx="563403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Impact of the psychosis disorder on the financial situation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006499" y="1177180"/>
              <a:ext cx="73977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(N=143)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2025-09-22T13:45:51Z</dcterms:modified>
  <cp:category/>
</cp:coreProperties>
</file>