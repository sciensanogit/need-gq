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77632" y="3435812"/>
              <a:ext cx="1626799" cy="160989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085188" y="2325537"/>
              <a:ext cx="1626799" cy="2720174"/>
            </a:xfrm>
            <a:prstGeom prst="rect">
              <a:avLst/>
            </a:prstGeom>
            <a:solidFill>
              <a:srgbClr val="87B5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892743" y="4546087"/>
              <a:ext cx="1626799" cy="499623"/>
            </a:xfrm>
            <a:prstGeom prst="rect">
              <a:avLst/>
            </a:prstGeom>
            <a:solidFill>
              <a:srgbClr val="BD5A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700298" y="4879170"/>
              <a:ext cx="1626799" cy="166541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990549" y="2848823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1850059" y="3071501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(32%)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3798105" y="1738548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3657614" y="1961226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(54%)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5655902" y="3959098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5465169" y="4181777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(10%)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7463457" y="4292093"/>
              <a:ext cx="100482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7322966" y="4514859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(3%)</a:t>
              </a:r>
            </a:p>
          </p:txBody>
        </p:sp>
        <p:sp>
          <p:nvSpPr>
            <p:cNvPr id="16" name="pl16"/>
            <p:cNvSpPr/>
            <p:nvPr/>
          </p:nvSpPr>
          <p:spPr>
            <a:xfrm>
              <a:off x="1006499" y="1509485"/>
              <a:ext cx="0" cy="3536226"/>
            </a:xfrm>
            <a:custGeom>
              <a:avLst/>
              <a:pathLst>
                <a:path w="0" h="3536226">
                  <a:moveTo>
                    <a:pt x="0" y="353622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839500" y="4988859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754742" y="387858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54742" y="276830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54742" y="165803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962215" y="504571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62215" y="393543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62215" y="282516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62215" y="171488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06499" y="5045711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 rot="-5400000">
              <a:off x="-160440" y="3195209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1015499" y="5276131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015499" y="5559548"/>
              <a:ext cx="176849" cy="176849"/>
            </a:xfrm>
            <a:prstGeom prst="rect">
              <a:avLst/>
            </a:prstGeom>
            <a:solidFill>
              <a:srgbClr val="87B5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015499" y="5842965"/>
              <a:ext cx="176849" cy="176849"/>
            </a:xfrm>
            <a:prstGeom prst="rect">
              <a:avLst/>
            </a:prstGeom>
            <a:solidFill>
              <a:srgbClr val="BD5A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015499" y="6126382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1289916" y="5276003"/>
              <a:ext cx="4654525" cy="1430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Oui, je travaille moins qu'avant en raison de mon trouble psychotique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289916" y="5559420"/>
              <a:ext cx="4362673" cy="1430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Oui, j’ai arrêté de travailler en raison de mon trouble psychotique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289916" y="5843656"/>
              <a:ext cx="4913262" cy="1422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Non, le trouble psychotique n’a pas eu d’impact sur mon temps de travail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289916" y="6129975"/>
              <a:ext cx="974228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06499" y="1245820"/>
              <a:ext cx="144415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Global impact (N=90)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06499" y="957724"/>
              <a:ext cx="407610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work.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2025-09-15T14:29:14Z</dcterms:modified>
  <cp:category/>
</cp:coreProperties>
</file>