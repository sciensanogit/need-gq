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77632" y="5873159"/>
              <a:ext cx="1626799" cy="215667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085188" y="4004040"/>
              <a:ext cx="1626799" cy="208478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892743" y="2566256"/>
              <a:ext cx="1626799" cy="3522570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00298" y="5441824"/>
              <a:ext cx="1626799" cy="647002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2050839" y="5403497"/>
              <a:ext cx="80386" cy="1057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1938446" y="5581710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(3%)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3818201" y="3534449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3705809" y="3712591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(32%)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5625757" y="2096665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5513364" y="2274807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(54%)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7473505" y="4972233"/>
              <a:ext cx="80386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7320920" y="5150375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(10%)</a:t>
              </a:r>
            </a:p>
          </p:txBody>
        </p:sp>
        <p:sp>
          <p:nvSpPr>
            <p:cNvPr id="16" name="pl16"/>
            <p:cNvSpPr/>
            <p:nvPr/>
          </p:nvSpPr>
          <p:spPr>
            <a:xfrm>
              <a:off x="1006499" y="1509485"/>
              <a:ext cx="0" cy="4579342"/>
            </a:xfrm>
            <a:custGeom>
              <a:avLst/>
              <a:pathLst>
                <a:path w="0" h="4579342">
                  <a:moveTo>
                    <a:pt x="0" y="457934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742" y="4594190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742" y="3156406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54742" y="171862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1" name="pl21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62215" y="465104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2215" y="321325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62215" y="177547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91032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89858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70614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51369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686778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564134" y="6169282"/>
              <a:ext cx="6689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Work less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38512" y="6137135"/>
              <a:ext cx="1135260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Stopped working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70687" y="6140782"/>
              <a:ext cx="686023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 impact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160440" y="3716767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06499" y="1245820"/>
              <a:ext cx="144415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Global impact (N=90)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06499" y="957724"/>
              <a:ext cx="407610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work.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2025-09-19T15:24:55Z</dcterms:modified>
  <cp:category/>
</cp:coreProperties>
</file>