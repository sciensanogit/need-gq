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77632" y="5782516"/>
              <a:ext cx="1626799" cy="306310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085188" y="3944653"/>
              <a:ext cx="1626799" cy="214417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892743" y="2566256"/>
              <a:ext cx="1626799" cy="352257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00298" y="5476206"/>
              <a:ext cx="1626799" cy="612621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2050839" y="5315113"/>
              <a:ext cx="80386" cy="103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938446" y="5491068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3818201" y="3475062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3705809" y="3653205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625757" y="2096665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513364" y="2274807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(53%)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7473505" y="5006614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7361113" y="5184757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6" name="pl16"/>
            <p:cNvSpPr/>
            <p:nvPr/>
          </p:nvSpPr>
          <p:spPr>
            <a:xfrm>
              <a:off x="1006499" y="1509485"/>
              <a:ext cx="0" cy="4579342"/>
            </a:xfrm>
            <a:custGeom>
              <a:avLst/>
              <a:pathLst>
                <a:path w="0" h="4579342">
                  <a:moveTo>
                    <a:pt x="0" y="45793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742" y="5266198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742" y="450042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54742" y="3734571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4742" y="296886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4742" y="220309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215" y="532305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62215" y="455727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62215" y="379149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62215" y="302572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62215" y="2259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09103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9858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061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51369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1686778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564134" y="6169282"/>
              <a:ext cx="6689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Work less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38512" y="6137135"/>
              <a:ext cx="1135260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Stopped working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70687" y="6140782"/>
              <a:ext cx="686023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impact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-160440" y="37167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06499" y="1245820"/>
              <a:ext cx="14441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Global impact (N=86)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06499" y="957724"/>
              <a:ext cx="407610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2025-09-22T13:45:58Z</dcterms:modified>
  <cp:category/>
</cp:coreProperties>
</file>