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8229600" cy="5486400"/>
            <a:chOff x="457200" y="914400"/>
            <a:chExt cx="82296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82296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7320" y="5057789"/>
              <a:ext cx="657606" cy="168412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947994" y="3598215"/>
              <a:ext cx="657606" cy="1627985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2678668" y="2475466"/>
              <a:ext cx="657606" cy="2750734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3409341" y="4720964"/>
              <a:ext cx="657606" cy="505237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tx8"/>
            <p:cNvSpPr/>
            <p:nvPr/>
          </p:nvSpPr>
          <p:spPr>
            <a:xfrm>
              <a:off x="1505930" y="4588127"/>
              <a:ext cx="80386" cy="1057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1393538" y="4766340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(3%)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2196411" y="3128624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29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2084018" y="3306767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(32%)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2927085" y="2005875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49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2814692" y="2184018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(54%)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3697951" y="4251373"/>
              <a:ext cx="80386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9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3545366" y="4429516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(10%)</a:t>
              </a:r>
            </a:p>
          </p:txBody>
        </p:sp>
        <p:sp>
          <p:nvSpPr>
            <p:cNvPr id="16" name="pl16"/>
            <p:cNvSpPr/>
            <p:nvPr/>
          </p:nvSpPr>
          <p:spPr>
            <a:xfrm>
              <a:off x="1107719" y="1650246"/>
              <a:ext cx="0" cy="3575955"/>
            </a:xfrm>
            <a:custGeom>
              <a:avLst/>
              <a:pathLst>
                <a:path w="0" h="3575955">
                  <a:moveTo>
                    <a:pt x="0" y="357595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tx17"/>
            <p:cNvSpPr/>
            <p:nvPr/>
          </p:nvSpPr>
          <p:spPr>
            <a:xfrm>
              <a:off x="940720" y="5169349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855962" y="4046600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855962" y="2923851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855962" y="1801102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21" name="pl21"/>
            <p:cNvSpPr/>
            <p:nvPr/>
          </p:nvSpPr>
          <p:spPr>
            <a:xfrm>
              <a:off x="1063435" y="522620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63435" y="410345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063435" y="298070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063435" y="185795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07719" y="5226201"/>
              <a:ext cx="3068829" cy="0"/>
            </a:xfrm>
            <a:custGeom>
              <a:avLst/>
              <a:pathLst>
                <a:path w="3068829" h="0">
                  <a:moveTo>
                    <a:pt x="0" y="0"/>
                  </a:moveTo>
                  <a:lnTo>
                    <a:pt x="3068829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546123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2276797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07471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3738144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 rot="-2700000">
              <a:off x="893956" y="5576793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31" name="tx31"/>
            <p:cNvSpPr/>
            <p:nvPr/>
          </p:nvSpPr>
          <p:spPr>
            <a:xfrm rot="-2700000">
              <a:off x="1743787" y="5527437"/>
              <a:ext cx="6689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Work less</a:t>
              </a:r>
            </a:p>
          </p:txBody>
        </p:sp>
        <p:sp>
          <p:nvSpPr>
            <p:cNvPr id="32" name="tx32"/>
            <p:cNvSpPr/>
            <p:nvPr/>
          </p:nvSpPr>
          <p:spPr>
            <a:xfrm rot="-2700000">
              <a:off x="2065037" y="5664879"/>
              <a:ext cx="1135260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Stopped working</a:t>
              </a:r>
            </a:p>
          </p:txBody>
        </p:sp>
        <p:sp>
          <p:nvSpPr>
            <p:cNvPr id="33" name="tx33"/>
            <p:cNvSpPr/>
            <p:nvPr/>
          </p:nvSpPr>
          <p:spPr>
            <a:xfrm rot="-2700000">
              <a:off x="3180449" y="5509162"/>
              <a:ext cx="686023" cy="1393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 impact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59219" y="3355835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107719" y="1386582"/>
              <a:ext cx="144415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Global impact (N=90)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4881780" y="3678913"/>
              <a:ext cx="404187" cy="1547288"/>
            </a:xfrm>
            <a:prstGeom prst="rect">
              <a:avLst/>
            </a:prstGeom>
            <a:solidFill>
              <a:srgbClr val="B0BE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5330877" y="5111587"/>
              <a:ext cx="404187" cy="11461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5779974" y="4767745"/>
              <a:ext cx="404187" cy="458455"/>
            </a:xfrm>
            <a:prstGeom prst="rect">
              <a:avLst/>
            </a:prstGeom>
            <a:solidFill>
              <a:srgbClr val="8BC34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6229071" y="4825052"/>
              <a:ext cx="404187" cy="401148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6678168" y="2475466"/>
              <a:ext cx="404187" cy="2750734"/>
            </a:xfrm>
            <a:prstGeom prst="rect">
              <a:avLst/>
            </a:prstGeom>
            <a:solidFill>
              <a:srgbClr val="FF98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7127265" y="4137369"/>
              <a:ext cx="404187" cy="1088832"/>
            </a:xfrm>
            <a:prstGeom prst="rect">
              <a:avLst/>
            </a:prstGeom>
            <a:solidFill>
              <a:srgbClr val="FF572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7576362" y="4251983"/>
              <a:ext cx="404187" cy="974218"/>
            </a:xfrm>
            <a:prstGeom prst="rect">
              <a:avLst/>
            </a:prstGeom>
            <a:solidFill>
              <a:srgbClr val="F451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8025459" y="4309290"/>
              <a:ext cx="404187" cy="916911"/>
            </a:xfrm>
            <a:prstGeom prst="rect">
              <a:avLst/>
            </a:prstGeom>
            <a:solidFill>
              <a:srgbClr val="E64A19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tx44"/>
            <p:cNvSpPr/>
            <p:nvPr/>
          </p:nvSpPr>
          <p:spPr>
            <a:xfrm>
              <a:off x="5003488" y="3211086"/>
              <a:ext cx="160772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27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4891095" y="3387464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(19%)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5492778" y="4643760"/>
              <a:ext cx="80386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5380385" y="4820139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(1%)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941875" y="4298154"/>
              <a:ext cx="80386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5829482" y="4476297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(6%)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390972" y="4358990"/>
              <a:ext cx="80386" cy="1021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7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6278579" y="4533604"/>
              <a:ext cx="305171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(5%)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6799876" y="2005875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48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6687483" y="2184018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(33%)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7248973" y="3667777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19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7136580" y="3845920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(13%)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7698070" y="3784156"/>
              <a:ext cx="160772" cy="1038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17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7585677" y="3960534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(12%)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8147167" y="3839698"/>
              <a:ext cx="160772" cy="1056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8034774" y="4017841"/>
              <a:ext cx="385557" cy="1356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(11%)</a:t>
              </a:r>
            </a:p>
          </p:txBody>
        </p:sp>
        <p:sp>
          <p:nvSpPr>
            <p:cNvPr id="60" name="pl60"/>
            <p:cNvSpPr/>
            <p:nvPr/>
          </p:nvSpPr>
          <p:spPr>
            <a:xfrm>
              <a:off x="4814416" y="1650246"/>
              <a:ext cx="0" cy="3575955"/>
            </a:xfrm>
            <a:custGeom>
              <a:avLst/>
              <a:pathLst>
                <a:path w="0" h="3575955">
                  <a:moveTo>
                    <a:pt x="0" y="3575955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tx61"/>
            <p:cNvSpPr/>
            <p:nvPr/>
          </p:nvSpPr>
          <p:spPr>
            <a:xfrm>
              <a:off x="4647417" y="5169349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4562659" y="4023209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20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4562659" y="2877070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40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4562659" y="1730930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60</a:t>
              </a:r>
            </a:p>
          </p:txBody>
        </p:sp>
        <p:sp>
          <p:nvSpPr>
            <p:cNvPr id="65" name="pl65"/>
            <p:cNvSpPr/>
            <p:nvPr/>
          </p:nvSpPr>
          <p:spPr>
            <a:xfrm>
              <a:off x="4770132" y="5226201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4770132" y="408006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4770132" y="2933922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4770132" y="1787783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4814416" y="5226201"/>
              <a:ext cx="3682595" cy="0"/>
            </a:xfrm>
            <a:custGeom>
              <a:avLst/>
              <a:pathLst>
                <a:path w="3682595" h="0">
                  <a:moveTo>
                    <a:pt x="0" y="0"/>
                  </a:moveTo>
                  <a:lnTo>
                    <a:pt x="368259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5083874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5532971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5982068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6431165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6880262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7329359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7778456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27553" y="5226201"/>
              <a:ext cx="0" cy="44283"/>
            </a:xfrm>
            <a:custGeom>
              <a:avLst/>
              <a:pathLst>
                <a:path w="0" h="44283">
                  <a:moveTo>
                    <a:pt x="0" y="44283"/>
                  </a:moveTo>
                  <a:lnTo>
                    <a:pt x="0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tx78"/>
            <p:cNvSpPr/>
            <p:nvPr/>
          </p:nvSpPr>
          <p:spPr>
            <a:xfrm rot="-2700000">
              <a:off x="4431707" y="5576793"/>
              <a:ext cx="808508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 don't know</a:t>
              </a:r>
            </a:p>
          </p:txBody>
        </p:sp>
        <p:sp>
          <p:nvSpPr>
            <p:cNvPr id="79" name="tx79"/>
            <p:cNvSpPr/>
            <p:nvPr/>
          </p:nvSpPr>
          <p:spPr>
            <a:xfrm rot="-2700000">
              <a:off x="4988624" y="5531686"/>
              <a:ext cx="682004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&lt; 1 month</a:t>
              </a:r>
            </a:p>
          </p:txBody>
        </p:sp>
        <p:sp>
          <p:nvSpPr>
            <p:cNvPr id="80" name="tx80"/>
            <p:cNvSpPr/>
            <p:nvPr/>
          </p:nvSpPr>
          <p:spPr>
            <a:xfrm rot="-2700000">
              <a:off x="5369070" y="5559974"/>
              <a:ext cx="762372" cy="1114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1-3 months</a:t>
              </a:r>
            </a:p>
          </p:txBody>
        </p:sp>
        <p:sp>
          <p:nvSpPr>
            <p:cNvPr id="81" name="tx81"/>
            <p:cNvSpPr/>
            <p:nvPr/>
          </p:nvSpPr>
          <p:spPr>
            <a:xfrm rot="-2700000">
              <a:off x="5745875" y="5590067"/>
              <a:ext cx="847129" cy="1113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4-12 months</a:t>
              </a:r>
            </a:p>
          </p:txBody>
        </p:sp>
        <p:sp>
          <p:nvSpPr>
            <p:cNvPr id="82" name="tx82"/>
            <p:cNvSpPr/>
            <p:nvPr/>
          </p:nvSpPr>
          <p:spPr>
            <a:xfrm rot="-2700000">
              <a:off x="6365095" y="5489313"/>
              <a:ext cx="635272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1-5 years</a:t>
              </a:r>
            </a:p>
          </p:txBody>
        </p:sp>
        <p:sp>
          <p:nvSpPr>
            <p:cNvPr id="83" name="tx83"/>
            <p:cNvSpPr/>
            <p:nvPr/>
          </p:nvSpPr>
          <p:spPr>
            <a:xfrm rot="-2700000">
              <a:off x="6741847" y="5519279"/>
              <a:ext cx="720030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6-10 years</a:t>
              </a:r>
            </a:p>
          </p:txBody>
        </p:sp>
        <p:sp>
          <p:nvSpPr>
            <p:cNvPr id="84" name="tx84"/>
            <p:cNvSpPr/>
            <p:nvPr/>
          </p:nvSpPr>
          <p:spPr>
            <a:xfrm rot="-2700000">
              <a:off x="7118599" y="5549246"/>
              <a:ext cx="804788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11-20 years</a:t>
              </a:r>
            </a:p>
          </p:txBody>
        </p:sp>
        <p:sp>
          <p:nvSpPr>
            <p:cNvPr id="85" name="tx85"/>
            <p:cNvSpPr/>
            <p:nvPr/>
          </p:nvSpPr>
          <p:spPr>
            <a:xfrm rot="-2700000">
              <a:off x="7679739" y="5502836"/>
              <a:ext cx="673521" cy="14160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&gt;20 years</a:t>
              </a:r>
            </a:p>
          </p:txBody>
        </p:sp>
        <p:sp>
          <p:nvSpPr>
            <p:cNvPr id="86" name="tx86"/>
            <p:cNvSpPr/>
            <p:nvPr/>
          </p:nvSpPr>
          <p:spPr>
            <a:xfrm rot="-5400000">
              <a:off x="3647476" y="3355835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87" name="tx87"/>
            <p:cNvSpPr/>
            <p:nvPr/>
          </p:nvSpPr>
          <p:spPr>
            <a:xfrm>
              <a:off x="4814416" y="1386582"/>
              <a:ext cx="330785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Time not working because of the illness (N=144).</a:t>
              </a:r>
            </a:p>
          </p:txBody>
        </p:sp>
        <p:sp>
          <p:nvSpPr>
            <p:cNvPr id="88" name="tx88"/>
            <p:cNvSpPr/>
            <p:nvPr/>
          </p:nvSpPr>
          <p:spPr>
            <a:xfrm>
              <a:off x="646988" y="963913"/>
              <a:ext cx="4658405" cy="2179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82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828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Impact of the psychosis disorder on work.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2025-09-19T15:24:59Z</dcterms:modified>
  <cp:category/>
</cp:coreProperties>
</file>