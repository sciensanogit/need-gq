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5486400" cy="9144000"/>
            <a:chOff x="457200" y="914400"/>
            <a:chExt cx="5486400" cy="91440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5486400" cy="9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914400"/>
              <a:ext cx="5486399" cy="9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244279" y="3395792"/>
              <a:ext cx="1009147" cy="140693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365554" y="2425492"/>
              <a:ext cx="1009147" cy="2377235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486829" y="4366092"/>
              <a:ext cx="1009147" cy="436635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4608104" y="4657182"/>
              <a:ext cx="1009147" cy="14554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tx9"/>
            <p:cNvSpPr/>
            <p:nvPr/>
          </p:nvSpPr>
          <p:spPr>
            <a:xfrm>
              <a:off x="1648370" y="2808803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1507879" y="303148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(32%)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2769645" y="1838503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49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629154" y="206118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(54%)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3941161" y="3779103"/>
              <a:ext cx="100482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3750429" y="400178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(10%)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5062436" y="4070105"/>
              <a:ext cx="100482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921946" y="4292871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(3%)</a:t>
              </a:r>
            </a:p>
          </p:txBody>
        </p:sp>
        <p:sp>
          <p:nvSpPr>
            <p:cNvPr id="17" name="pl17"/>
            <p:cNvSpPr/>
            <p:nvPr/>
          </p:nvSpPr>
          <p:spPr>
            <a:xfrm>
              <a:off x="1076088" y="1712321"/>
              <a:ext cx="0" cy="3090405"/>
            </a:xfrm>
            <a:custGeom>
              <a:avLst/>
              <a:pathLst>
                <a:path w="0" h="3090405">
                  <a:moveTo>
                    <a:pt x="0" y="309040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8"/>
            <p:cNvSpPr/>
            <p:nvPr/>
          </p:nvSpPr>
          <p:spPr>
            <a:xfrm>
              <a:off x="909089" y="4745875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824331" y="3775575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824331" y="28052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824331" y="18349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22" name="pl22"/>
            <p:cNvSpPr/>
            <p:nvPr/>
          </p:nvSpPr>
          <p:spPr>
            <a:xfrm>
              <a:off x="1031804" y="48027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31804" y="38324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31804" y="28621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31804" y="1891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6088" y="4802727"/>
              <a:ext cx="4709354" cy="0"/>
            </a:xfrm>
            <a:custGeom>
              <a:avLst/>
              <a:pathLst>
                <a:path w="4709354" h="0">
                  <a:moveTo>
                    <a:pt x="0" y="0"/>
                  </a:moveTo>
                  <a:lnTo>
                    <a:pt x="47093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 rot="-5400000">
              <a:off x="-90851" y="3175135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28" name="rc28"/>
            <p:cNvSpPr/>
            <p:nvPr/>
          </p:nvSpPr>
          <p:spPr>
            <a:xfrm>
              <a:off x="1085088" y="5033147"/>
              <a:ext cx="176849" cy="176849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085088" y="5316564"/>
              <a:ext cx="176849" cy="176849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085088" y="5599981"/>
              <a:ext cx="176849" cy="176849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085088" y="5883398"/>
              <a:ext cx="176849" cy="176849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1359505" y="5033019"/>
              <a:ext cx="4654525" cy="1430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Oui, je travaille moins qu'avant en raison de mon trouble psychotique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359505" y="5316436"/>
              <a:ext cx="4362673" cy="1430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Oui, j’ai arrêté de travailler en raison de mon trouble psychotique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359505" y="5600671"/>
              <a:ext cx="4913262" cy="1422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Non, le trouble psychotique n’a pas eu d’impact sur mon temps de travail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59505" y="5886991"/>
              <a:ext cx="974228" cy="1393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Je ne sais pas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39351" y="1390292"/>
              <a:ext cx="2026840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Global impact (N=90)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1162235" y="9577786"/>
              <a:ext cx="516880" cy="99051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36546" y="9280632"/>
              <a:ext cx="516880" cy="396205"/>
            </a:xfrm>
            <a:prstGeom prst="rect">
              <a:avLst/>
            </a:prstGeom>
            <a:solidFill>
              <a:srgbClr val="39A4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310858" y="9330157"/>
              <a:ext cx="516880" cy="346680"/>
            </a:xfrm>
            <a:prstGeom prst="rect">
              <a:avLst/>
            </a:prstGeom>
            <a:solidFill>
              <a:srgbClr val="65B1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885169" y="8884426"/>
              <a:ext cx="516880" cy="792411"/>
            </a:xfrm>
            <a:prstGeom prst="rect">
              <a:avLst/>
            </a:prstGeom>
            <a:solidFill>
              <a:srgbClr val="CBBB1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459481" y="7299602"/>
              <a:ext cx="516880" cy="2377235"/>
            </a:xfrm>
            <a:prstGeom prst="rect">
              <a:avLst/>
            </a:prstGeom>
            <a:solidFill>
              <a:srgbClr val="E29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3792" y="8735849"/>
              <a:ext cx="516880" cy="940988"/>
            </a:xfrm>
            <a:prstGeom prst="rect">
              <a:avLst/>
            </a:prstGeom>
            <a:solidFill>
              <a:srgbClr val="AA3D9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608104" y="8834900"/>
              <a:ext cx="516880" cy="841937"/>
            </a:xfrm>
            <a:prstGeom prst="rect">
              <a:avLst/>
            </a:prstGeom>
            <a:solidFill>
              <a:srgbClr val="C1327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5182415" y="8339643"/>
              <a:ext cx="516880" cy="1337194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1370433" y="8993002"/>
              <a:ext cx="100482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29943" y="9213475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(1%)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944745" y="8693643"/>
              <a:ext cx="100482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804254" y="8916321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(6%)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19057" y="8747579"/>
              <a:ext cx="100482" cy="1276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378566" y="8965847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(5%)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043127" y="8297437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02636" y="8520115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(11%)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3617438" y="6712613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476948" y="6935292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(33%)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4191750" y="8148860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051259" y="8371538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(13%)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4766061" y="8250116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625571" y="8470589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(12%)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340373" y="7754859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199882" y="7975332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(19%)</a:t>
              </a:r>
            </a:p>
          </p:txBody>
        </p:sp>
        <p:sp>
          <p:nvSpPr>
            <p:cNvPr id="61" name="pl61"/>
            <p:cNvSpPr/>
            <p:nvPr/>
          </p:nvSpPr>
          <p:spPr>
            <a:xfrm>
              <a:off x="1076088" y="6586432"/>
              <a:ext cx="0" cy="3090405"/>
            </a:xfrm>
            <a:custGeom>
              <a:avLst/>
              <a:pathLst>
                <a:path w="0" h="3090405">
                  <a:moveTo>
                    <a:pt x="0" y="309040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909089" y="9619985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4331" y="8629471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4331" y="7638956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4331" y="6648441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1031804" y="967683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031804" y="8686323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031804" y="769580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031804" y="670529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076088" y="9676838"/>
              <a:ext cx="4709354" cy="0"/>
            </a:xfrm>
            <a:custGeom>
              <a:avLst/>
              <a:pathLst>
                <a:path w="4709354" h="0">
                  <a:moveTo>
                    <a:pt x="0" y="0"/>
                  </a:moveTo>
                  <a:lnTo>
                    <a:pt x="47093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420675" y="9676838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994986" y="9676838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569298" y="9676838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3143609" y="9676838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3717921" y="9676838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292233" y="9676838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4866544" y="9676838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440856" y="9676838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1079672" y="9756847"/>
              <a:ext cx="682004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&lt; 1 month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613800" y="9756698"/>
              <a:ext cx="762372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1-3 months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2145733" y="9756847"/>
              <a:ext cx="847129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4-12 months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2806849" y="9726560"/>
              <a:ext cx="673521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&gt;20 years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3400285" y="9726560"/>
              <a:ext cx="635272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1-5 years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3932217" y="9726560"/>
              <a:ext cx="720030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6-10 years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4464150" y="9726560"/>
              <a:ext cx="804788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11-20 years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5036601" y="9757293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-90851" y="8049246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1139351" y="6264402"/>
              <a:ext cx="4702968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not working because of the illness (N=144).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678619" y="1011703"/>
              <a:ext cx="3202653" cy="1498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7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Impact of the psychosis disorder on work.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2025-09-15T14:26:42Z</dcterms:modified>
  <cp:category/>
</cp:coreProperties>
</file>