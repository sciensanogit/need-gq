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8229600" cy="5486400"/>
            <a:chOff x="457200" y="914400"/>
            <a:chExt cx="82296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82296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217320" y="4987007"/>
              <a:ext cx="657606" cy="239194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947994" y="3551841"/>
              <a:ext cx="657606" cy="1674360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678668" y="2475466"/>
              <a:ext cx="657606" cy="2750734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409341" y="4747813"/>
              <a:ext cx="657606" cy="478388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1505930" y="4519604"/>
              <a:ext cx="80386" cy="103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1393538" y="4695558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10" name="tx10"/>
            <p:cNvSpPr/>
            <p:nvPr/>
          </p:nvSpPr>
          <p:spPr>
            <a:xfrm>
              <a:off x="2196411" y="3082250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28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2084018" y="3260392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(33%)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927085" y="2005875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46</a:t>
              </a:r>
            </a:p>
          </p:txBody>
        </p:sp>
        <p:sp>
          <p:nvSpPr>
            <p:cNvPr id="13" name="tx13"/>
            <p:cNvSpPr/>
            <p:nvPr/>
          </p:nvSpPr>
          <p:spPr>
            <a:xfrm>
              <a:off x="2814692" y="2184018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(53%)</a:t>
              </a:r>
            </a:p>
          </p:txBody>
        </p:sp>
        <p:sp>
          <p:nvSpPr>
            <p:cNvPr id="14" name="tx14"/>
            <p:cNvSpPr/>
            <p:nvPr/>
          </p:nvSpPr>
          <p:spPr>
            <a:xfrm>
              <a:off x="3697951" y="4278221"/>
              <a:ext cx="80386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5" name="tx15"/>
            <p:cNvSpPr/>
            <p:nvPr/>
          </p:nvSpPr>
          <p:spPr>
            <a:xfrm>
              <a:off x="3585559" y="4456364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(9%)</a:t>
              </a:r>
            </a:p>
          </p:txBody>
        </p:sp>
        <p:sp>
          <p:nvSpPr>
            <p:cNvPr id="16" name="pl16"/>
            <p:cNvSpPr/>
            <p:nvPr/>
          </p:nvSpPr>
          <p:spPr>
            <a:xfrm>
              <a:off x="1107719" y="1650246"/>
              <a:ext cx="0" cy="3575955"/>
            </a:xfrm>
            <a:custGeom>
              <a:avLst/>
              <a:pathLst>
                <a:path w="0" h="3575955">
                  <a:moveTo>
                    <a:pt x="0" y="35759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40720" y="5169349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855962" y="457136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855962" y="397337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55962" y="3375317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55962" y="2777405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855962" y="2179420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23" name="pl23"/>
            <p:cNvSpPr/>
            <p:nvPr/>
          </p:nvSpPr>
          <p:spPr>
            <a:xfrm>
              <a:off x="1063435" y="52262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063435" y="462821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063435" y="403023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063435" y="343224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063435" y="283425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063435" y="22362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107719" y="5226201"/>
              <a:ext cx="3068829" cy="0"/>
            </a:xfrm>
            <a:custGeom>
              <a:avLst/>
              <a:pathLst>
                <a:path w="3068829" h="0">
                  <a:moveTo>
                    <a:pt x="0" y="0"/>
                  </a:moveTo>
                  <a:lnTo>
                    <a:pt x="3068829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546123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276797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3007471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738144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 rot="-2700000">
              <a:off x="893956" y="5576793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35" name="tx35"/>
            <p:cNvSpPr/>
            <p:nvPr/>
          </p:nvSpPr>
          <p:spPr>
            <a:xfrm rot="-2700000">
              <a:off x="1743787" y="5527437"/>
              <a:ext cx="6689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Work less</a:t>
              </a:r>
            </a:p>
          </p:txBody>
        </p:sp>
        <p:sp>
          <p:nvSpPr>
            <p:cNvPr id="36" name="tx36"/>
            <p:cNvSpPr/>
            <p:nvPr/>
          </p:nvSpPr>
          <p:spPr>
            <a:xfrm rot="-2700000">
              <a:off x="2065037" y="5664879"/>
              <a:ext cx="1135260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Stopped working</a:t>
              </a:r>
            </a:p>
          </p:txBody>
        </p:sp>
        <p:sp>
          <p:nvSpPr>
            <p:cNvPr id="37" name="tx37"/>
            <p:cNvSpPr/>
            <p:nvPr/>
          </p:nvSpPr>
          <p:spPr>
            <a:xfrm rot="-2700000">
              <a:off x="3180449" y="5509162"/>
              <a:ext cx="686023" cy="1393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 impact</a:t>
              </a:r>
            </a:p>
          </p:txBody>
        </p:sp>
        <p:sp>
          <p:nvSpPr>
            <p:cNvPr id="38" name="tx38"/>
            <p:cNvSpPr/>
            <p:nvPr/>
          </p:nvSpPr>
          <p:spPr>
            <a:xfrm rot="-5400000">
              <a:off x="-59219" y="3355835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107719" y="1386582"/>
              <a:ext cx="144415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Global impact (N=86)</a:t>
              </a:r>
            </a:p>
          </p:txBody>
        </p:sp>
        <p:sp>
          <p:nvSpPr>
            <p:cNvPr id="40" name="rc40"/>
            <p:cNvSpPr/>
            <p:nvPr/>
          </p:nvSpPr>
          <p:spPr>
            <a:xfrm>
              <a:off x="4881780" y="3243113"/>
              <a:ext cx="404187" cy="1983087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5330877" y="5034290"/>
              <a:ext cx="404187" cy="191911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5779974" y="4842378"/>
              <a:ext cx="404187" cy="383823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6229071" y="4778407"/>
              <a:ext cx="404187" cy="447794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" name="rc44"/>
            <p:cNvSpPr/>
            <p:nvPr/>
          </p:nvSpPr>
          <p:spPr>
            <a:xfrm>
              <a:off x="6678168" y="2475466"/>
              <a:ext cx="404187" cy="2750734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5" name="rc45"/>
            <p:cNvSpPr/>
            <p:nvPr/>
          </p:nvSpPr>
          <p:spPr>
            <a:xfrm>
              <a:off x="7127265" y="3882819"/>
              <a:ext cx="404187" cy="1343382"/>
            </a:xfrm>
            <a:prstGeom prst="rect">
              <a:avLst/>
            </a:prstGeom>
            <a:solidFill>
              <a:srgbClr val="FF572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7576362" y="4266643"/>
              <a:ext cx="404187" cy="959558"/>
            </a:xfrm>
            <a:prstGeom prst="rect">
              <a:avLst/>
            </a:prstGeom>
            <a:solidFill>
              <a:srgbClr val="F451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8025459" y="4266643"/>
              <a:ext cx="404187" cy="959558"/>
            </a:xfrm>
            <a:prstGeom prst="rect">
              <a:avLst/>
            </a:prstGeom>
            <a:solidFill>
              <a:srgbClr val="E64A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tx48"/>
            <p:cNvSpPr/>
            <p:nvPr/>
          </p:nvSpPr>
          <p:spPr>
            <a:xfrm>
              <a:off x="5003488" y="2773451"/>
              <a:ext cx="160772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31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4891095" y="2951665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(22%)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492778" y="4564628"/>
              <a:ext cx="80386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380385" y="4742841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(2%)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5941875" y="4372787"/>
              <a:ext cx="80386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829482" y="4550929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(4%)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6390972" y="4312345"/>
              <a:ext cx="80386" cy="1021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6278579" y="4486959"/>
              <a:ext cx="305171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(5%)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6799876" y="2005804"/>
              <a:ext cx="160772" cy="1057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43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6687483" y="2184018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(30%)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7248973" y="3414992"/>
              <a:ext cx="160772" cy="10388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21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7136580" y="3591371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(15%)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7698070" y="3797051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7585677" y="3975194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(11%)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147167" y="3797051"/>
              <a:ext cx="160772" cy="1056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034774" y="3975194"/>
              <a:ext cx="38555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(11%)</a:t>
              </a:r>
            </a:p>
          </p:txBody>
        </p:sp>
        <p:sp>
          <p:nvSpPr>
            <p:cNvPr id="64" name="pl64"/>
            <p:cNvSpPr/>
            <p:nvPr/>
          </p:nvSpPr>
          <p:spPr>
            <a:xfrm>
              <a:off x="4814416" y="1650246"/>
              <a:ext cx="0" cy="3575955"/>
            </a:xfrm>
            <a:custGeom>
              <a:avLst/>
              <a:pathLst>
                <a:path w="0" h="3575955">
                  <a:moveTo>
                    <a:pt x="0" y="3575955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tx65"/>
            <p:cNvSpPr/>
            <p:nvPr/>
          </p:nvSpPr>
          <p:spPr>
            <a:xfrm>
              <a:off x="4647417" y="5169349"/>
              <a:ext cx="84757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4562659" y="4529643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4562659" y="3889937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4562659" y="3250157"/>
              <a:ext cx="169515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4562659" y="2610526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4562659" y="1970820"/>
              <a:ext cx="169515" cy="111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1" name="pl71"/>
            <p:cNvSpPr/>
            <p:nvPr/>
          </p:nvSpPr>
          <p:spPr>
            <a:xfrm>
              <a:off x="4770132" y="5226201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770132" y="458649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770132" y="39467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4770132" y="330708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4770132" y="266737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4770132" y="2027672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4814416" y="5226201"/>
              <a:ext cx="3682595" cy="0"/>
            </a:xfrm>
            <a:custGeom>
              <a:avLst/>
              <a:pathLst>
                <a:path w="3682595" h="0">
                  <a:moveTo>
                    <a:pt x="0" y="0"/>
                  </a:moveTo>
                  <a:lnTo>
                    <a:pt x="368259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083874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532971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982068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6431165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6880262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329359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778456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227553" y="522620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tx86"/>
            <p:cNvSpPr/>
            <p:nvPr/>
          </p:nvSpPr>
          <p:spPr>
            <a:xfrm rot="-2700000">
              <a:off x="4431707" y="5576793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87" name="tx87"/>
            <p:cNvSpPr/>
            <p:nvPr/>
          </p:nvSpPr>
          <p:spPr>
            <a:xfrm rot="-2700000">
              <a:off x="4988624" y="5531686"/>
              <a:ext cx="682004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&lt; 1 month</a:t>
              </a:r>
            </a:p>
          </p:txBody>
        </p:sp>
        <p:sp>
          <p:nvSpPr>
            <p:cNvPr id="88" name="tx88"/>
            <p:cNvSpPr/>
            <p:nvPr/>
          </p:nvSpPr>
          <p:spPr>
            <a:xfrm rot="-2700000">
              <a:off x="5369070" y="5559974"/>
              <a:ext cx="762372" cy="1114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1-3 months</a:t>
              </a:r>
            </a:p>
          </p:txBody>
        </p:sp>
        <p:sp>
          <p:nvSpPr>
            <p:cNvPr id="89" name="tx89"/>
            <p:cNvSpPr/>
            <p:nvPr/>
          </p:nvSpPr>
          <p:spPr>
            <a:xfrm rot="-2700000">
              <a:off x="5745875" y="5590067"/>
              <a:ext cx="847129" cy="1113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4-12 months</a:t>
              </a:r>
            </a:p>
          </p:txBody>
        </p:sp>
        <p:sp>
          <p:nvSpPr>
            <p:cNvPr id="90" name="tx90"/>
            <p:cNvSpPr/>
            <p:nvPr/>
          </p:nvSpPr>
          <p:spPr>
            <a:xfrm rot="-2700000">
              <a:off x="6365095" y="5489313"/>
              <a:ext cx="635272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1-5 years</a:t>
              </a:r>
            </a:p>
          </p:txBody>
        </p:sp>
        <p:sp>
          <p:nvSpPr>
            <p:cNvPr id="91" name="tx91"/>
            <p:cNvSpPr/>
            <p:nvPr/>
          </p:nvSpPr>
          <p:spPr>
            <a:xfrm rot="-2700000">
              <a:off x="6741847" y="5519279"/>
              <a:ext cx="720030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6-10 years</a:t>
              </a:r>
            </a:p>
          </p:txBody>
        </p:sp>
        <p:sp>
          <p:nvSpPr>
            <p:cNvPr id="92" name="tx92"/>
            <p:cNvSpPr/>
            <p:nvPr/>
          </p:nvSpPr>
          <p:spPr>
            <a:xfrm rot="-2700000">
              <a:off x="7118599" y="5549246"/>
              <a:ext cx="804788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11-20 years</a:t>
              </a:r>
            </a:p>
          </p:txBody>
        </p:sp>
        <p:sp>
          <p:nvSpPr>
            <p:cNvPr id="93" name="tx93"/>
            <p:cNvSpPr/>
            <p:nvPr/>
          </p:nvSpPr>
          <p:spPr>
            <a:xfrm rot="-2700000">
              <a:off x="7679739" y="5502836"/>
              <a:ext cx="673521" cy="141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&gt;20 years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3647476" y="3355835"/>
              <a:ext cx="1502184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patients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814416" y="1386582"/>
              <a:ext cx="330785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Time not working because of the illness (N=141).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646988" y="963913"/>
              <a:ext cx="4658405" cy="2179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2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28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Impact of the psychosis disorder on work.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2025-09-22T13:45:59Z</dcterms:modified>
  <cp:category/>
</cp:coreProperties>
</file>