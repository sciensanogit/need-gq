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4572000" cy="5486400"/>
            <a:chOff x="457200" y="914400"/>
            <a:chExt cx="45720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45720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353714" y="2075988"/>
              <a:ext cx="1574744" cy="1570149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353714" y="3646138"/>
              <a:ext cx="1574744" cy="421259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1353714" y="4067398"/>
              <a:ext cx="1574744" cy="497852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353714" y="4565250"/>
              <a:ext cx="1574744" cy="210629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1353714" y="4775880"/>
              <a:ext cx="1574744" cy="57444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3103430" y="2133433"/>
              <a:ext cx="1574744" cy="689334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103430" y="2822767"/>
              <a:ext cx="1574744" cy="631889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3103430" y="3454656"/>
              <a:ext cx="1574744" cy="708482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3103430" y="4163138"/>
              <a:ext cx="1574744" cy="478704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3103430" y="4641843"/>
              <a:ext cx="1574744" cy="191481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tx14"/>
            <p:cNvSpPr/>
            <p:nvPr/>
          </p:nvSpPr>
          <p:spPr>
            <a:xfrm>
              <a:off x="1996440" y="2803755"/>
              <a:ext cx="289291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57%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1996440" y="3799460"/>
              <a:ext cx="289291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1996440" y="4259016"/>
              <a:ext cx="289291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2016554" y="4613257"/>
              <a:ext cx="249063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8%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2016554" y="4747294"/>
              <a:ext cx="249063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2%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3746156" y="2420792"/>
              <a:ext cx="289291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26%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3746156" y="3081404"/>
              <a:ext cx="289291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23%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3746156" y="3751589"/>
              <a:ext cx="289291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26%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3746156" y="4345183"/>
              <a:ext cx="289291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3766270" y="4680276"/>
              <a:ext cx="249063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7%</a:t>
              </a:r>
            </a:p>
          </p:txBody>
        </p:sp>
        <p:sp>
          <p:nvSpPr>
            <p:cNvPr id="24" name="pl24"/>
            <p:cNvSpPr/>
            <p:nvPr/>
          </p:nvSpPr>
          <p:spPr>
            <a:xfrm>
              <a:off x="1091256" y="1938121"/>
              <a:ext cx="0" cy="3033069"/>
            </a:xfrm>
            <a:custGeom>
              <a:avLst/>
              <a:pathLst>
                <a:path w="0" h="3033069">
                  <a:moveTo>
                    <a:pt x="0" y="303306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924257" y="4776472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839500" y="3819063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4742" y="2861655"/>
              <a:ext cx="254272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4742" y="1904247"/>
              <a:ext cx="254272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150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1046973" y="4833324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46973" y="387591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46973" y="291850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046973" y="1961099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91256" y="4971191"/>
              <a:ext cx="3849375" cy="0"/>
            </a:xfrm>
            <a:custGeom>
              <a:avLst/>
              <a:pathLst>
                <a:path w="3849375" h="0">
                  <a:moveTo>
                    <a:pt x="0" y="0"/>
                  </a:moveTo>
                  <a:lnTo>
                    <a:pt x="3849375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1112014" y="5019500"/>
              <a:ext cx="2058144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Before onset of first symptoms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679020" y="5021360"/>
              <a:ext cx="423564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Today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160440" y="3372267"/>
              <a:ext cx="1502184" cy="1647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91256" y="5597245"/>
              <a:ext cx="1600807" cy="129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Usual activities level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1100256" y="5842965"/>
              <a:ext cx="176849" cy="176849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100256" y="6126382"/>
              <a:ext cx="176849" cy="176849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853465" y="5842965"/>
              <a:ext cx="176849" cy="176849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853465" y="6126382"/>
              <a:ext cx="176849" cy="176849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869280" y="5842965"/>
              <a:ext cx="176849" cy="176849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1374674" y="5875058"/>
              <a:ext cx="36433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None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374674" y="6126329"/>
              <a:ext cx="381223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127882" y="5875058"/>
              <a:ext cx="64383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127882" y="6156541"/>
              <a:ext cx="482872" cy="1128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Severe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143697" y="5875058"/>
              <a:ext cx="56740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91256" y="957724"/>
              <a:ext cx="315029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Changes in self-reported level of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91256" y="1179859"/>
              <a:ext cx="3138983" cy="1880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problems with usual activities of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091256" y="1424814"/>
              <a:ext cx="3251497" cy="1625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the EQ-5D-5L before onset of first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091256" y="1616092"/>
              <a:ext cx="2828627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symptoms and today (N=144)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2025-09-15T11:14:07Z</dcterms:modified>
  <cp:category/>
</cp:coreProperties>
</file>