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6400800"/>
            <a:chOff x="457200" y="914400"/>
            <a:chExt cx="4572000" cy="64008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1404410" y="2158272"/>
              <a:ext cx="1353158" cy="88719"/>
            </a:xfrm>
            <a:custGeom>
              <a:avLst/>
              <a:pathLst>
                <a:path w="1353158" h="88719">
                  <a:moveTo>
                    <a:pt x="0" y="29573"/>
                  </a:moveTo>
                  <a:lnTo>
                    <a:pt x="1813" y="29583"/>
                  </a:lnTo>
                  <a:lnTo>
                    <a:pt x="13023" y="29657"/>
                  </a:lnTo>
                  <a:lnTo>
                    <a:pt x="38437" y="29858"/>
                  </a:lnTo>
                  <a:lnTo>
                    <a:pt x="77065" y="30229"/>
                  </a:lnTo>
                  <a:lnTo>
                    <a:pt x="123607" y="30784"/>
                  </a:lnTo>
                  <a:lnTo>
                    <a:pt x="172047" y="31517"/>
                  </a:lnTo>
                  <a:lnTo>
                    <a:pt x="218407" y="32427"/>
                  </a:lnTo>
                  <a:lnTo>
                    <a:pt x="261330" y="33535"/>
                  </a:lnTo>
                  <a:lnTo>
                    <a:pt x="301361" y="34882"/>
                  </a:lnTo>
                  <a:lnTo>
                    <a:pt x="340055" y="36531"/>
                  </a:lnTo>
                  <a:lnTo>
                    <a:pt x="379265" y="38553"/>
                  </a:lnTo>
                  <a:lnTo>
                    <a:pt x="394671" y="39430"/>
                  </a:lnTo>
                  <a:lnTo>
                    <a:pt x="429753" y="41566"/>
                  </a:lnTo>
                  <a:lnTo>
                    <a:pt x="467023" y="44000"/>
                  </a:lnTo>
                  <a:lnTo>
                    <a:pt x="506761" y="46730"/>
                  </a:lnTo>
                  <a:lnTo>
                    <a:pt x="548933" y="49732"/>
                  </a:lnTo>
                  <a:lnTo>
                    <a:pt x="593208" y="52961"/>
                  </a:lnTo>
                  <a:lnTo>
                    <a:pt x="638992" y="56348"/>
                  </a:lnTo>
                  <a:lnTo>
                    <a:pt x="685491" y="59810"/>
                  </a:lnTo>
                  <a:lnTo>
                    <a:pt x="731818" y="63253"/>
                  </a:lnTo>
                  <a:lnTo>
                    <a:pt x="777109" y="66589"/>
                  </a:lnTo>
                  <a:lnTo>
                    <a:pt x="820637" y="69738"/>
                  </a:lnTo>
                  <a:lnTo>
                    <a:pt x="861900" y="72640"/>
                  </a:lnTo>
                  <a:lnTo>
                    <a:pt x="900681" y="75258"/>
                  </a:lnTo>
                  <a:lnTo>
                    <a:pt x="937064" y="77577"/>
                  </a:lnTo>
                  <a:lnTo>
                    <a:pt x="958487" y="78861"/>
                  </a:lnTo>
                  <a:lnTo>
                    <a:pt x="998323" y="81037"/>
                  </a:lnTo>
                  <a:lnTo>
                    <a:pt x="1037000" y="82821"/>
                  </a:lnTo>
                  <a:lnTo>
                    <a:pt x="1076308" y="84275"/>
                  </a:lnTo>
                  <a:lnTo>
                    <a:pt x="1117992" y="85467"/>
                  </a:lnTo>
                  <a:lnTo>
                    <a:pt x="1163078" y="86449"/>
                  </a:lnTo>
                  <a:lnTo>
                    <a:pt x="1211045" y="87249"/>
                  </a:lnTo>
                  <a:lnTo>
                    <a:pt x="1258946" y="87872"/>
                  </a:lnTo>
                  <a:lnTo>
                    <a:pt x="1301336" y="88313"/>
                  </a:lnTo>
                  <a:lnTo>
                    <a:pt x="1332201" y="88575"/>
                  </a:lnTo>
                  <a:lnTo>
                    <a:pt x="1348565" y="88691"/>
                  </a:lnTo>
                  <a:lnTo>
                    <a:pt x="1353158" y="88719"/>
                  </a:lnTo>
                  <a:lnTo>
                    <a:pt x="1353158" y="59146"/>
                  </a:lnTo>
                  <a:lnTo>
                    <a:pt x="1351344" y="59135"/>
                  </a:lnTo>
                  <a:lnTo>
                    <a:pt x="1340134" y="59061"/>
                  </a:lnTo>
                  <a:lnTo>
                    <a:pt x="1314720" y="58860"/>
                  </a:lnTo>
                  <a:lnTo>
                    <a:pt x="1276092" y="58489"/>
                  </a:lnTo>
                  <a:lnTo>
                    <a:pt x="1229550" y="57934"/>
                  </a:lnTo>
                  <a:lnTo>
                    <a:pt x="1181110" y="57202"/>
                  </a:lnTo>
                  <a:lnTo>
                    <a:pt x="1134750" y="56291"/>
                  </a:lnTo>
                  <a:lnTo>
                    <a:pt x="1091827" y="55183"/>
                  </a:lnTo>
                  <a:lnTo>
                    <a:pt x="1051797" y="53836"/>
                  </a:lnTo>
                  <a:lnTo>
                    <a:pt x="1013103" y="52187"/>
                  </a:lnTo>
                  <a:lnTo>
                    <a:pt x="973892" y="50165"/>
                  </a:lnTo>
                  <a:lnTo>
                    <a:pt x="958487" y="49288"/>
                  </a:lnTo>
                  <a:lnTo>
                    <a:pt x="923405" y="47152"/>
                  </a:lnTo>
                  <a:lnTo>
                    <a:pt x="886134" y="44718"/>
                  </a:lnTo>
                  <a:lnTo>
                    <a:pt x="846397" y="41989"/>
                  </a:lnTo>
                  <a:lnTo>
                    <a:pt x="804225" y="38986"/>
                  </a:lnTo>
                  <a:lnTo>
                    <a:pt x="759949" y="35758"/>
                  </a:lnTo>
                  <a:lnTo>
                    <a:pt x="714166" y="32370"/>
                  </a:lnTo>
                  <a:lnTo>
                    <a:pt x="667667" y="28909"/>
                  </a:lnTo>
                  <a:lnTo>
                    <a:pt x="621339" y="25465"/>
                  </a:lnTo>
                  <a:lnTo>
                    <a:pt x="576048" y="22129"/>
                  </a:lnTo>
                  <a:lnTo>
                    <a:pt x="532520" y="18980"/>
                  </a:lnTo>
                  <a:lnTo>
                    <a:pt x="491257" y="16078"/>
                  </a:lnTo>
                  <a:lnTo>
                    <a:pt x="452477" y="13460"/>
                  </a:lnTo>
                  <a:lnTo>
                    <a:pt x="416093" y="11141"/>
                  </a:lnTo>
                  <a:lnTo>
                    <a:pt x="394671" y="9857"/>
                  </a:lnTo>
                  <a:lnTo>
                    <a:pt x="354834" y="7681"/>
                  </a:lnTo>
                  <a:lnTo>
                    <a:pt x="316157" y="5897"/>
                  </a:lnTo>
                  <a:lnTo>
                    <a:pt x="276850" y="4444"/>
                  </a:lnTo>
                  <a:lnTo>
                    <a:pt x="235165" y="3251"/>
                  </a:lnTo>
                  <a:lnTo>
                    <a:pt x="190079" y="2269"/>
                  </a:lnTo>
                  <a:lnTo>
                    <a:pt x="142112" y="1469"/>
                  </a:lnTo>
                  <a:lnTo>
                    <a:pt x="94211" y="846"/>
                  </a:lnTo>
                  <a:lnTo>
                    <a:pt x="51821" y="405"/>
                  </a:lnTo>
                  <a:lnTo>
                    <a:pt x="20956" y="143"/>
                  </a:lnTo>
                  <a:lnTo>
                    <a:pt x="4593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404410" y="2187846"/>
              <a:ext cx="1353158" cy="3075597"/>
            </a:xfrm>
            <a:custGeom>
              <a:avLst/>
              <a:pathLst>
                <a:path w="1353158" h="3075597">
                  <a:moveTo>
                    <a:pt x="0" y="29573"/>
                  </a:moveTo>
                  <a:lnTo>
                    <a:pt x="733" y="29780"/>
                  </a:lnTo>
                  <a:lnTo>
                    <a:pt x="5447" y="31272"/>
                  </a:lnTo>
                  <a:lnTo>
                    <a:pt x="16901" y="35383"/>
                  </a:lnTo>
                  <a:lnTo>
                    <a:pt x="36259" y="43329"/>
                  </a:lnTo>
                  <a:lnTo>
                    <a:pt x="62945" y="55959"/>
                  </a:lnTo>
                  <a:lnTo>
                    <a:pt x="95023" y="73649"/>
                  </a:lnTo>
                  <a:lnTo>
                    <a:pt x="129985" y="96395"/>
                  </a:lnTo>
                  <a:lnTo>
                    <a:pt x="165552" y="124054"/>
                  </a:lnTo>
                  <a:lnTo>
                    <a:pt x="200148" y="156593"/>
                  </a:lnTo>
                  <a:lnTo>
                    <a:pt x="232990" y="194260"/>
                  </a:lnTo>
                  <a:lnTo>
                    <a:pt x="263961" y="237662"/>
                  </a:lnTo>
                  <a:lnTo>
                    <a:pt x="293400" y="287766"/>
                  </a:lnTo>
                  <a:lnTo>
                    <a:pt x="321919" y="345849"/>
                  </a:lnTo>
                  <a:lnTo>
                    <a:pt x="350249" y="413357"/>
                  </a:lnTo>
                  <a:lnTo>
                    <a:pt x="379114" y="491616"/>
                  </a:lnTo>
                  <a:lnTo>
                    <a:pt x="394671" y="537243"/>
                  </a:lnTo>
                  <a:lnTo>
                    <a:pt x="412594" y="592320"/>
                  </a:lnTo>
                  <a:lnTo>
                    <a:pt x="431044" y="651449"/>
                  </a:lnTo>
                  <a:lnTo>
                    <a:pt x="450090" y="714713"/>
                  </a:lnTo>
                  <a:lnTo>
                    <a:pt x="469779" y="782126"/>
                  </a:lnTo>
                  <a:lnTo>
                    <a:pt x="490138" y="853632"/>
                  </a:lnTo>
                  <a:lnTo>
                    <a:pt x="511167" y="929092"/>
                  </a:lnTo>
                  <a:lnTo>
                    <a:pt x="532849" y="1008284"/>
                  </a:lnTo>
                  <a:lnTo>
                    <a:pt x="555142" y="1090897"/>
                  </a:lnTo>
                  <a:lnTo>
                    <a:pt x="577984" y="1176538"/>
                  </a:lnTo>
                  <a:lnTo>
                    <a:pt x="601296" y="1264732"/>
                  </a:lnTo>
                  <a:lnTo>
                    <a:pt x="624981" y="1354937"/>
                  </a:lnTo>
                  <a:lnTo>
                    <a:pt x="648928" y="1446549"/>
                  </a:lnTo>
                  <a:lnTo>
                    <a:pt x="673018" y="1538926"/>
                  </a:lnTo>
                  <a:lnTo>
                    <a:pt x="697127" y="1631402"/>
                  </a:lnTo>
                  <a:lnTo>
                    <a:pt x="721129" y="1723308"/>
                  </a:lnTo>
                  <a:lnTo>
                    <a:pt x="744903" y="1813992"/>
                  </a:lnTo>
                  <a:lnTo>
                    <a:pt x="768336" y="1902840"/>
                  </a:lnTo>
                  <a:lnTo>
                    <a:pt x="791326" y="1989287"/>
                  </a:lnTo>
                  <a:lnTo>
                    <a:pt x="813788" y="2072839"/>
                  </a:lnTo>
                  <a:lnTo>
                    <a:pt x="835656" y="2153076"/>
                  </a:lnTo>
                  <a:lnTo>
                    <a:pt x="856881" y="2229665"/>
                  </a:lnTo>
                  <a:lnTo>
                    <a:pt x="877438" y="2302356"/>
                  </a:lnTo>
                  <a:lnTo>
                    <a:pt x="897324" y="2370988"/>
                  </a:lnTo>
                  <a:lnTo>
                    <a:pt x="916556" y="2435478"/>
                  </a:lnTo>
                  <a:lnTo>
                    <a:pt x="935175" y="2495821"/>
                  </a:lnTo>
                  <a:lnTo>
                    <a:pt x="953245" y="2552082"/>
                  </a:lnTo>
                  <a:lnTo>
                    <a:pt x="958487" y="2567927"/>
                  </a:lnTo>
                  <a:lnTo>
                    <a:pt x="987867" y="2652148"/>
                  </a:lnTo>
                  <a:lnTo>
                    <a:pt x="1016395" y="2725160"/>
                  </a:lnTo>
                  <a:lnTo>
                    <a:pt x="1044721" y="2788007"/>
                  </a:lnTo>
                  <a:lnTo>
                    <a:pt x="1073590" y="2842124"/>
                  </a:lnTo>
                  <a:lnTo>
                    <a:pt x="1103694" y="2888901"/>
                  </a:lnTo>
                  <a:lnTo>
                    <a:pt x="1135535" y="2929479"/>
                  </a:lnTo>
                  <a:lnTo>
                    <a:pt x="1169261" y="2964656"/>
                  </a:lnTo>
                  <a:lnTo>
                    <a:pt x="1204463" y="2994865"/>
                  </a:lnTo>
                  <a:lnTo>
                    <a:pt x="1239989" y="3020205"/>
                  </a:lnTo>
                  <a:lnTo>
                    <a:pt x="1273894" y="3040565"/>
                  </a:lnTo>
                  <a:lnTo>
                    <a:pt x="1303708" y="3055832"/>
                  </a:lnTo>
                  <a:lnTo>
                    <a:pt x="1327085" y="3066160"/>
                  </a:lnTo>
                  <a:lnTo>
                    <a:pt x="1342654" y="3072150"/>
                  </a:lnTo>
                  <a:lnTo>
                    <a:pt x="1350655" y="3074852"/>
                  </a:lnTo>
                  <a:lnTo>
                    <a:pt x="1353158" y="3075597"/>
                  </a:lnTo>
                  <a:lnTo>
                    <a:pt x="1353158" y="3046024"/>
                  </a:lnTo>
                  <a:lnTo>
                    <a:pt x="1352424" y="3045817"/>
                  </a:lnTo>
                  <a:lnTo>
                    <a:pt x="1347710" y="3044325"/>
                  </a:lnTo>
                  <a:lnTo>
                    <a:pt x="1336256" y="3040214"/>
                  </a:lnTo>
                  <a:lnTo>
                    <a:pt x="1316899" y="3032268"/>
                  </a:lnTo>
                  <a:lnTo>
                    <a:pt x="1290212" y="3019638"/>
                  </a:lnTo>
                  <a:lnTo>
                    <a:pt x="1258134" y="3001948"/>
                  </a:lnTo>
                  <a:lnTo>
                    <a:pt x="1223172" y="2979202"/>
                  </a:lnTo>
                  <a:lnTo>
                    <a:pt x="1187605" y="2951543"/>
                  </a:lnTo>
                  <a:lnTo>
                    <a:pt x="1153009" y="2919004"/>
                  </a:lnTo>
                  <a:lnTo>
                    <a:pt x="1120167" y="2881337"/>
                  </a:lnTo>
                  <a:lnTo>
                    <a:pt x="1089196" y="2837935"/>
                  </a:lnTo>
                  <a:lnTo>
                    <a:pt x="1059757" y="2787831"/>
                  </a:lnTo>
                  <a:lnTo>
                    <a:pt x="1031238" y="2729748"/>
                  </a:lnTo>
                  <a:lnTo>
                    <a:pt x="1002908" y="2662240"/>
                  </a:lnTo>
                  <a:lnTo>
                    <a:pt x="974043" y="2583981"/>
                  </a:lnTo>
                  <a:lnTo>
                    <a:pt x="958487" y="2538354"/>
                  </a:lnTo>
                  <a:lnTo>
                    <a:pt x="940563" y="2483277"/>
                  </a:lnTo>
                  <a:lnTo>
                    <a:pt x="922113" y="2424148"/>
                  </a:lnTo>
                  <a:lnTo>
                    <a:pt x="903067" y="2360884"/>
                  </a:lnTo>
                  <a:lnTo>
                    <a:pt x="883378" y="2293471"/>
                  </a:lnTo>
                  <a:lnTo>
                    <a:pt x="863019" y="2221965"/>
                  </a:lnTo>
                  <a:lnTo>
                    <a:pt x="841990" y="2146504"/>
                  </a:lnTo>
                  <a:lnTo>
                    <a:pt x="820308" y="2067313"/>
                  </a:lnTo>
                  <a:lnTo>
                    <a:pt x="798015" y="1984700"/>
                  </a:lnTo>
                  <a:lnTo>
                    <a:pt x="775173" y="1899059"/>
                  </a:lnTo>
                  <a:lnTo>
                    <a:pt x="751861" y="1810865"/>
                  </a:lnTo>
                  <a:lnTo>
                    <a:pt x="728176" y="1720660"/>
                  </a:lnTo>
                  <a:lnTo>
                    <a:pt x="704229" y="1629048"/>
                  </a:lnTo>
                  <a:lnTo>
                    <a:pt x="680139" y="1536671"/>
                  </a:lnTo>
                  <a:lnTo>
                    <a:pt x="656030" y="1444195"/>
                  </a:lnTo>
                  <a:lnTo>
                    <a:pt x="632028" y="1352289"/>
                  </a:lnTo>
                  <a:lnTo>
                    <a:pt x="608254" y="1261605"/>
                  </a:lnTo>
                  <a:lnTo>
                    <a:pt x="584821" y="1172757"/>
                  </a:lnTo>
                  <a:lnTo>
                    <a:pt x="561831" y="1086310"/>
                  </a:lnTo>
                  <a:lnTo>
                    <a:pt x="539369" y="1002758"/>
                  </a:lnTo>
                  <a:lnTo>
                    <a:pt x="517501" y="922521"/>
                  </a:lnTo>
                  <a:lnTo>
                    <a:pt x="496276" y="845932"/>
                  </a:lnTo>
                  <a:lnTo>
                    <a:pt x="475719" y="773241"/>
                  </a:lnTo>
                  <a:lnTo>
                    <a:pt x="455834" y="704609"/>
                  </a:lnTo>
                  <a:lnTo>
                    <a:pt x="436602" y="640119"/>
                  </a:lnTo>
                  <a:lnTo>
                    <a:pt x="417982" y="579776"/>
                  </a:lnTo>
                  <a:lnTo>
                    <a:pt x="399912" y="523515"/>
                  </a:lnTo>
                  <a:lnTo>
                    <a:pt x="394671" y="507670"/>
                  </a:lnTo>
                  <a:lnTo>
                    <a:pt x="365290" y="423448"/>
                  </a:lnTo>
                  <a:lnTo>
                    <a:pt x="336762" y="350436"/>
                  </a:lnTo>
                  <a:lnTo>
                    <a:pt x="308436" y="287590"/>
                  </a:lnTo>
                  <a:lnTo>
                    <a:pt x="279567" y="233473"/>
                  </a:lnTo>
                  <a:lnTo>
                    <a:pt x="249464" y="186696"/>
                  </a:lnTo>
                  <a:lnTo>
                    <a:pt x="217623" y="146118"/>
                  </a:lnTo>
                  <a:lnTo>
                    <a:pt x="183896" y="110941"/>
                  </a:lnTo>
                  <a:lnTo>
                    <a:pt x="148694" y="80732"/>
                  </a:lnTo>
                  <a:lnTo>
                    <a:pt x="113169" y="55392"/>
                  </a:lnTo>
                  <a:lnTo>
                    <a:pt x="79263" y="35032"/>
                  </a:lnTo>
                  <a:lnTo>
                    <a:pt x="49449" y="19765"/>
                  </a:lnTo>
                  <a:lnTo>
                    <a:pt x="26072" y="9437"/>
                  </a:lnTo>
                  <a:lnTo>
                    <a:pt x="10503" y="3447"/>
                  </a:lnTo>
                  <a:lnTo>
                    <a:pt x="2503" y="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404410" y="212869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1404410" y="224699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1404410" y="227656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1404410" y="5056432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1404410" y="230613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1404410" y="5086005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404410" y="233571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404410" y="236528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404410" y="239485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404410" y="242443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404410" y="245400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1404410" y="248357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404410" y="5795758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04410" y="5470455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04410" y="251314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04410" y="254272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404410" y="2158272"/>
              <a:ext cx="1353158" cy="88719"/>
            </a:xfrm>
            <a:custGeom>
              <a:avLst/>
              <a:pathLst>
                <a:path w="1353158" h="88719">
                  <a:moveTo>
                    <a:pt x="0" y="88719"/>
                  </a:moveTo>
                  <a:lnTo>
                    <a:pt x="1813" y="88708"/>
                  </a:lnTo>
                  <a:lnTo>
                    <a:pt x="13023" y="88634"/>
                  </a:lnTo>
                  <a:lnTo>
                    <a:pt x="38437" y="88433"/>
                  </a:lnTo>
                  <a:lnTo>
                    <a:pt x="77065" y="88062"/>
                  </a:lnTo>
                  <a:lnTo>
                    <a:pt x="123607" y="87508"/>
                  </a:lnTo>
                  <a:lnTo>
                    <a:pt x="172047" y="86775"/>
                  </a:lnTo>
                  <a:lnTo>
                    <a:pt x="218407" y="85864"/>
                  </a:lnTo>
                  <a:lnTo>
                    <a:pt x="261330" y="84756"/>
                  </a:lnTo>
                  <a:lnTo>
                    <a:pt x="301361" y="83410"/>
                  </a:lnTo>
                  <a:lnTo>
                    <a:pt x="340055" y="81760"/>
                  </a:lnTo>
                  <a:lnTo>
                    <a:pt x="379265" y="79739"/>
                  </a:lnTo>
                  <a:lnTo>
                    <a:pt x="394671" y="78861"/>
                  </a:lnTo>
                  <a:lnTo>
                    <a:pt x="429753" y="76725"/>
                  </a:lnTo>
                  <a:lnTo>
                    <a:pt x="467023" y="74291"/>
                  </a:lnTo>
                  <a:lnTo>
                    <a:pt x="506761" y="71562"/>
                  </a:lnTo>
                  <a:lnTo>
                    <a:pt x="548933" y="68559"/>
                  </a:lnTo>
                  <a:lnTo>
                    <a:pt x="593208" y="65331"/>
                  </a:lnTo>
                  <a:lnTo>
                    <a:pt x="638992" y="61943"/>
                  </a:lnTo>
                  <a:lnTo>
                    <a:pt x="685491" y="58482"/>
                  </a:lnTo>
                  <a:lnTo>
                    <a:pt x="731818" y="55038"/>
                  </a:lnTo>
                  <a:lnTo>
                    <a:pt x="777109" y="51702"/>
                  </a:lnTo>
                  <a:lnTo>
                    <a:pt x="820637" y="48553"/>
                  </a:lnTo>
                  <a:lnTo>
                    <a:pt x="861900" y="45651"/>
                  </a:lnTo>
                  <a:lnTo>
                    <a:pt x="900681" y="43033"/>
                  </a:lnTo>
                  <a:lnTo>
                    <a:pt x="937064" y="40714"/>
                  </a:lnTo>
                  <a:lnTo>
                    <a:pt x="958487" y="39430"/>
                  </a:lnTo>
                  <a:lnTo>
                    <a:pt x="998323" y="37254"/>
                  </a:lnTo>
                  <a:lnTo>
                    <a:pt x="1037000" y="35471"/>
                  </a:lnTo>
                  <a:lnTo>
                    <a:pt x="1076308" y="34017"/>
                  </a:lnTo>
                  <a:lnTo>
                    <a:pt x="1117992" y="32824"/>
                  </a:lnTo>
                  <a:lnTo>
                    <a:pt x="1163078" y="31842"/>
                  </a:lnTo>
                  <a:lnTo>
                    <a:pt x="1211045" y="31042"/>
                  </a:lnTo>
                  <a:lnTo>
                    <a:pt x="1258946" y="30419"/>
                  </a:lnTo>
                  <a:lnTo>
                    <a:pt x="1301336" y="29978"/>
                  </a:lnTo>
                  <a:lnTo>
                    <a:pt x="1332201" y="29716"/>
                  </a:lnTo>
                  <a:lnTo>
                    <a:pt x="1348565" y="29600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4" y="10"/>
                  </a:lnTo>
                  <a:lnTo>
                    <a:pt x="1340134" y="84"/>
                  </a:lnTo>
                  <a:lnTo>
                    <a:pt x="1314720" y="285"/>
                  </a:lnTo>
                  <a:lnTo>
                    <a:pt x="1276092" y="656"/>
                  </a:lnTo>
                  <a:lnTo>
                    <a:pt x="1229550" y="1211"/>
                  </a:lnTo>
                  <a:lnTo>
                    <a:pt x="1181110" y="1944"/>
                  </a:lnTo>
                  <a:lnTo>
                    <a:pt x="1134750" y="2854"/>
                  </a:lnTo>
                  <a:lnTo>
                    <a:pt x="1091827" y="3962"/>
                  </a:lnTo>
                  <a:lnTo>
                    <a:pt x="1051797" y="5309"/>
                  </a:lnTo>
                  <a:lnTo>
                    <a:pt x="1013103" y="6958"/>
                  </a:lnTo>
                  <a:lnTo>
                    <a:pt x="973892" y="8980"/>
                  </a:lnTo>
                  <a:lnTo>
                    <a:pt x="958487" y="9857"/>
                  </a:lnTo>
                  <a:lnTo>
                    <a:pt x="923405" y="11993"/>
                  </a:lnTo>
                  <a:lnTo>
                    <a:pt x="886134" y="14427"/>
                  </a:lnTo>
                  <a:lnTo>
                    <a:pt x="846397" y="17157"/>
                  </a:lnTo>
                  <a:lnTo>
                    <a:pt x="804225" y="20159"/>
                  </a:lnTo>
                  <a:lnTo>
                    <a:pt x="759949" y="23388"/>
                  </a:lnTo>
                  <a:lnTo>
                    <a:pt x="714166" y="26775"/>
                  </a:lnTo>
                  <a:lnTo>
                    <a:pt x="667667" y="30236"/>
                  </a:lnTo>
                  <a:lnTo>
                    <a:pt x="621339" y="33680"/>
                  </a:lnTo>
                  <a:lnTo>
                    <a:pt x="576048" y="37016"/>
                  </a:lnTo>
                  <a:lnTo>
                    <a:pt x="532520" y="40165"/>
                  </a:lnTo>
                  <a:lnTo>
                    <a:pt x="491257" y="43067"/>
                  </a:lnTo>
                  <a:lnTo>
                    <a:pt x="452477" y="45685"/>
                  </a:lnTo>
                  <a:lnTo>
                    <a:pt x="416093" y="48004"/>
                  </a:lnTo>
                  <a:lnTo>
                    <a:pt x="394671" y="49288"/>
                  </a:lnTo>
                  <a:lnTo>
                    <a:pt x="354834" y="51464"/>
                  </a:lnTo>
                  <a:lnTo>
                    <a:pt x="316157" y="53248"/>
                  </a:lnTo>
                  <a:lnTo>
                    <a:pt x="276850" y="54702"/>
                  </a:lnTo>
                  <a:lnTo>
                    <a:pt x="235165" y="55894"/>
                  </a:lnTo>
                  <a:lnTo>
                    <a:pt x="190079" y="56876"/>
                  </a:lnTo>
                  <a:lnTo>
                    <a:pt x="142112" y="57676"/>
                  </a:lnTo>
                  <a:lnTo>
                    <a:pt x="94211" y="58299"/>
                  </a:lnTo>
                  <a:lnTo>
                    <a:pt x="51821" y="58740"/>
                  </a:lnTo>
                  <a:lnTo>
                    <a:pt x="20956" y="59002"/>
                  </a:lnTo>
                  <a:lnTo>
                    <a:pt x="4593" y="59118"/>
                  </a:lnTo>
                  <a:lnTo>
                    <a:pt x="0" y="591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404410" y="257229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04410" y="5115578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1404410" y="5825332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404410" y="260186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404410" y="263144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404410" y="266101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1404410" y="269058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404410" y="272016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404410" y="5500028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404410" y="274973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404410" y="5529601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1404410" y="277930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1404410" y="280888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404410" y="283845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404410" y="286802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1404410" y="289759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1404410" y="5145151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1404410" y="292717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1404410" y="295674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404410" y="298631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1404410" y="301589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404410" y="304546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404410" y="307503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1404410" y="310461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1404410" y="5854905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1404410" y="313418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1404410" y="5559174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404410" y="5884478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1404410" y="5588747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1404410" y="5618320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1404410" y="316375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1404410" y="319332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1404410" y="322290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404410" y="325247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1404410" y="328204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1404410" y="5174724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1404410" y="331162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1404410" y="334119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1404410" y="337076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1404410" y="340034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1404410" y="342991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404410" y="345948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404410" y="348906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1404410" y="351863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1404410" y="354820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404410" y="357777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1404410" y="360735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1404410" y="5914051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1404410" y="363692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1404410" y="366649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1404410" y="5204297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1404410" y="369607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1404410" y="5647893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1404410" y="372564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1404410" y="375521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1404410" y="378479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1404410" y="5677466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1404410" y="381436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1404410" y="384393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1404410" y="387351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1404410" y="390308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404410" y="393265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1404410" y="396222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1404410" y="5707039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1404410" y="399180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1404410" y="402137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1404410" y="405094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1404410" y="5233870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1404410" y="5263443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1404410" y="5736612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1404410" y="408052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1404410" y="5293016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1404410" y="411009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1404410" y="5322590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1404410" y="5352163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1404410" y="413966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1404410" y="416924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1404410" y="419881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1404410" y="422838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1404410" y="425796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1404410" y="428753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1404410" y="431710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1404410" y="5766185"/>
              <a:ext cx="1353158" cy="354876"/>
            </a:xfrm>
            <a:custGeom>
              <a:avLst/>
              <a:pathLst>
                <a:path w="1353158" h="354876">
                  <a:moveTo>
                    <a:pt x="0" y="29573"/>
                  </a:moveTo>
                  <a:lnTo>
                    <a:pt x="1790" y="29629"/>
                  </a:lnTo>
                  <a:lnTo>
                    <a:pt x="12861" y="30032"/>
                  </a:lnTo>
                  <a:lnTo>
                    <a:pt x="37997" y="31123"/>
                  </a:lnTo>
                  <a:lnTo>
                    <a:pt x="76279" y="33139"/>
                  </a:lnTo>
                  <a:lnTo>
                    <a:pt x="122517" y="36154"/>
                  </a:lnTo>
                  <a:lnTo>
                    <a:pt x="170752" y="40143"/>
                  </a:lnTo>
                  <a:lnTo>
                    <a:pt x="216996" y="45101"/>
                  </a:lnTo>
                  <a:lnTo>
                    <a:pt x="259840" y="51124"/>
                  </a:lnTo>
                  <a:lnTo>
                    <a:pt x="299775" y="58443"/>
                  </a:lnTo>
                  <a:lnTo>
                    <a:pt x="338313" y="67395"/>
                  </a:lnTo>
                  <a:lnTo>
                    <a:pt x="377283" y="78359"/>
                  </a:lnTo>
                  <a:lnTo>
                    <a:pt x="394671" y="83790"/>
                  </a:lnTo>
                  <a:lnTo>
                    <a:pt x="428572" y="95127"/>
                  </a:lnTo>
                  <a:lnTo>
                    <a:pt x="464510" y="107996"/>
                  </a:lnTo>
                  <a:lnTo>
                    <a:pt x="502749" y="122393"/>
                  </a:lnTo>
                  <a:lnTo>
                    <a:pt x="543282" y="138210"/>
                  </a:lnTo>
                  <a:lnTo>
                    <a:pt x="585841" y="155230"/>
                  </a:lnTo>
                  <a:lnTo>
                    <a:pt x="629918" y="173130"/>
                  </a:lnTo>
                  <a:lnTo>
                    <a:pt x="674821" y="191504"/>
                  </a:lnTo>
                  <a:lnTo>
                    <a:pt x="719755" y="209896"/>
                  </a:lnTo>
                  <a:lnTo>
                    <a:pt x="763923" y="227849"/>
                  </a:lnTo>
                  <a:lnTo>
                    <a:pt x="806621" y="244950"/>
                  </a:lnTo>
                  <a:lnTo>
                    <a:pt x="847326" y="260871"/>
                  </a:lnTo>
                  <a:lnTo>
                    <a:pt x="885748" y="275383"/>
                  </a:lnTo>
                  <a:lnTo>
                    <a:pt x="921859" y="288373"/>
                  </a:lnTo>
                  <a:lnTo>
                    <a:pt x="955903" y="299828"/>
                  </a:lnTo>
                  <a:lnTo>
                    <a:pt x="958487" y="300659"/>
                  </a:lnTo>
                  <a:lnTo>
                    <a:pt x="998147" y="312578"/>
                  </a:lnTo>
                  <a:lnTo>
                    <a:pt x="1036651" y="322358"/>
                  </a:lnTo>
                  <a:lnTo>
                    <a:pt x="1075764" y="330336"/>
                  </a:lnTo>
                  <a:lnTo>
                    <a:pt x="1117211" y="336884"/>
                  </a:lnTo>
                  <a:lnTo>
                    <a:pt x="1162025" y="342283"/>
                  </a:lnTo>
                  <a:lnTo>
                    <a:pt x="1209730" y="346687"/>
                  </a:lnTo>
                  <a:lnTo>
                    <a:pt x="1257485" y="350128"/>
                  </a:lnTo>
                  <a:lnTo>
                    <a:pt x="1299976" y="352575"/>
                  </a:lnTo>
                  <a:lnTo>
                    <a:pt x="1331228" y="354047"/>
                  </a:lnTo>
                  <a:lnTo>
                    <a:pt x="1348124" y="354709"/>
                  </a:lnTo>
                  <a:lnTo>
                    <a:pt x="1353004" y="354872"/>
                  </a:lnTo>
                  <a:lnTo>
                    <a:pt x="1353158" y="354876"/>
                  </a:lnTo>
                  <a:lnTo>
                    <a:pt x="1353158" y="325303"/>
                  </a:lnTo>
                  <a:lnTo>
                    <a:pt x="1351368" y="325247"/>
                  </a:lnTo>
                  <a:lnTo>
                    <a:pt x="1340296" y="324844"/>
                  </a:lnTo>
                  <a:lnTo>
                    <a:pt x="1315161" y="323752"/>
                  </a:lnTo>
                  <a:lnTo>
                    <a:pt x="1276878" y="321736"/>
                  </a:lnTo>
                  <a:lnTo>
                    <a:pt x="1230640" y="318721"/>
                  </a:lnTo>
                  <a:lnTo>
                    <a:pt x="1182405" y="314733"/>
                  </a:lnTo>
                  <a:lnTo>
                    <a:pt x="1136161" y="309775"/>
                  </a:lnTo>
                  <a:lnTo>
                    <a:pt x="1093318" y="303751"/>
                  </a:lnTo>
                  <a:lnTo>
                    <a:pt x="1053382" y="296433"/>
                  </a:lnTo>
                  <a:lnTo>
                    <a:pt x="1014844" y="287480"/>
                  </a:lnTo>
                  <a:lnTo>
                    <a:pt x="975874" y="276516"/>
                  </a:lnTo>
                  <a:lnTo>
                    <a:pt x="958487" y="271086"/>
                  </a:lnTo>
                  <a:lnTo>
                    <a:pt x="924585" y="259749"/>
                  </a:lnTo>
                  <a:lnTo>
                    <a:pt x="888647" y="246880"/>
                  </a:lnTo>
                  <a:lnTo>
                    <a:pt x="850409" y="232483"/>
                  </a:lnTo>
                  <a:lnTo>
                    <a:pt x="809875" y="216666"/>
                  </a:lnTo>
                  <a:lnTo>
                    <a:pt x="767316" y="199646"/>
                  </a:lnTo>
                  <a:lnTo>
                    <a:pt x="723239" y="181745"/>
                  </a:lnTo>
                  <a:lnTo>
                    <a:pt x="678337" y="163372"/>
                  </a:lnTo>
                  <a:lnTo>
                    <a:pt x="633402" y="144980"/>
                  </a:lnTo>
                  <a:lnTo>
                    <a:pt x="589234" y="127027"/>
                  </a:lnTo>
                  <a:lnTo>
                    <a:pt x="546536" y="109925"/>
                  </a:lnTo>
                  <a:lnTo>
                    <a:pt x="505831" y="94005"/>
                  </a:lnTo>
                  <a:lnTo>
                    <a:pt x="467409" y="79492"/>
                  </a:lnTo>
                  <a:lnTo>
                    <a:pt x="431298" y="66502"/>
                  </a:lnTo>
                  <a:lnTo>
                    <a:pt x="397254" y="55048"/>
                  </a:lnTo>
                  <a:lnTo>
                    <a:pt x="394671" y="54217"/>
                  </a:lnTo>
                  <a:lnTo>
                    <a:pt x="355010" y="42298"/>
                  </a:lnTo>
                  <a:lnTo>
                    <a:pt x="316506" y="32518"/>
                  </a:lnTo>
                  <a:lnTo>
                    <a:pt x="277394" y="24539"/>
                  </a:lnTo>
                  <a:lnTo>
                    <a:pt x="235946" y="17991"/>
                  </a:lnTo>
                  <a:lnTo>
                    <a:pt x="191133" y="12592"/>
                  </a:lnTo>
                  <a:lnTo>
                    <a:pt x="143428" y="8189"/>
                  </a:lnTo>
                  <a:lnTo>
                    <a:pt x="95672" y="4748"/>
                  </a:lnTo>
                  <a:lnTo>
                    <a:pt x="53181" y="2301"/>
                  </a:lnTo>
                  <a:lnTo>
                    <a:pt x="21929" y="829"/>
                  </a:lnTo>
                  <a:lnTo>
                    <a:pt x="5033" y="166"/>
                  </a:lnTo>
                  <a:lnTo>
                    <a:pt x="15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1404410" y="434667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1404410" y="437625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1404410" y="440582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1404410" y="5973197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1404410" y="443539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1404410" y="446497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1404410" y="449454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1404410" y="452411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1404410" y="455369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1404410" y="458326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404410" y="461283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1404410" y="464240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1404410" y="5381736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1404410" y="5411309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1404410" y="4671982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404410" y="470155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1404410" y="473112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1404410" y="476070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404410" y="6002770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1404410" y="4790275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1404410" y="4819848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1404410" y="4849421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404410" y="5440882"/>
              <a:ext cx="1353158" cy="236584"/>
            </a:xfrm>
            <a:custGeom>
              <a:avLst/>
              <a:pathLst>
                <a:path w="1353158" h="236584">
                  <a:moveTo>
                    <a:pt x="0" y="29573"/>
                  </a:moveTo>
                  <a:lnTo>
                    <a:pt x="1804" y="29609"/>
                  </a:lnTo>
                  <a:lnTo>
                    <a:pt x="12960" y="29867"/>
                  </a:lnTo>
                  <a:lnTo>
                    <a:pt x="38266" y="30568"/>
                  </a:lnTo>
                  <a:lnTo>
                    <a:pt x="76761" y="31860"/>
                  </a:lnTo>
                  <a:lnTo>
                    <a:pt x="123185" y="33792"/>
                  </a:lnTo>
                  <a:lnTo>
                    <a:pt x="171546" y="36347"/>
                  </a:lnTo>
                  <a:lnTo>
                    <a:pt x="217861" y="39522"/>
                  </a:lnTo>
                  <a:lnTo>
                    <a:pt x="260753" y="43381"/>
                  </a:lnTo>
                  <a:lnTo>
                    <a:pt x="300747" y="48073"/>
                  </a:lnTo>
                  <a:lnTo>
                    <a:pt x="339380" y="53817"/>
                  </a:lnTo>
                  <a:lnTo>
                    <a:pt x="378497" y="60854"/>
                  </a:lnTo>
                  <a:lnTo>
                    <a:pt x="394671" y="64074"/>
                  </a:lnTo>
                  <a:lnTo>
                    <a:pt x="429275" y="71444"/>
                  </a:lnTo>
                  <a:lnTo>
                    <a:pt x="466005" y="79829"/>
                  </a:lnTo>
                  <a:lnTo>
                    <a:pt x="505135" y="89224"/>
                  </a:lnTo>
                  <a:lnTo>
                    <a:pt x="546642" y="99552"/>
                  </a:lnTo>
                  <a:lnTo>
                    <a:pt x="590223" y="110663"/>
                  </a:lnTo>
                  <a:lnTo>
                    <a:pt x="635317" y="122331"/>
                  </a:lnTo>
                  <a:lnTo>
                    <a:pt x="681175" y="134277"/>
                  </a:lnTo>
                  <a:lnTo>
                    <a:pt x="726946" y="146191"/>
                  </a:lnTo>
                  <a:lnTo>
                    <a:pt x="771793" y="157769"/>
                  </a:lnTo>
                  <a:lnTo>
                    <a:pt x="814996" y="168739"/>
                  </a:lnTo>
                  <a:lnTo>
                    <a:pt x="856044" y="178890"/>
                  </a:lnTo>
                  <a:lnTo>
                    <a:pt x="894686" y="188086"/>
                  </a:lnTo>
                  <a:lnTo>
                    <a:pt x="930960" y="196267"/>
                  </a:lnTo>
                  <a:lnTo>
                    <a:pt x="958487" y="202082"/>
                  </a:lnTo>
                  <a:lnTo>
                    <a:pt x="998255" y="209686"/>
                  </a:lnTo>
                  <a:lnTo>
                    <a:pt x="1036865" y="215921"/>
                  </a:lnTo>
                  <a:lnTo>
                    <a:pt x="1076097" y="221006"/>
                  </a:lnTo>
                  <a:lnTo>
                    <a:pt x="1117689" y="225177"/>
                  </a:lnTo>
                  <a:lnTo>
                    <a:pt x="1162670" y="228613"/>
                  </a:lnTo>
                  <a:lnTo>
                    <a:pt x="1210536" y="231414"/>
                  </a:lnTo>
                  <a:lnTo>
                    <a:pt x="1258381" y="233598"/>
                  </a:lnTo>
                  <a:lnTo>
                    <a:pt x="1300811" y="235147"/>
                  </a:lnTo>
                  <a:lnTo>
                    <a:pt x="1331827" y="236072"/>
                  </a:lnTo>
                  <a:lnTo>
                    <a:pt x="1348397" y="236484"/>
                  </a:lnTo>
                  <a:lnTo>
                    <a:pt x="1353158" y="236584"/>
                  </a:lnTo>
                  <a:lnTo>
                    <a:pt x="1353158" y="207011"/>
                  </a:lnTo>
                  <a:lnTo>
                    <a:pt x="1351353" y="206975"/>
                  </a:lnTo>
                  <a:lnTo>
                    <a:pt x="1340197" y="206716"/>
                  </a:lnTo>
                  <a:lnTo>
                    <a:pt x="1314891" y="206016"/>
                  </a:lnTo>
                  <a:lnTo>
                    <a:pt x="1276397" y="204723"/>
                  </a:lnTo>
                  <a:lnTo>
                    <a:pt x="1229972" y="202792"/>
                  </a:lnTo>
                  <a:lnTo>
                    <a:pt x="1181612" y="200237"/>
                  </a:lnTo>
                  <a:lnTo>
                    <a:pt x="1135296" y="197062"/>
                  </a:lnTo>
                  <a:lnTo>
                    <a:pt x="1092404" y="193202"/>
                  </a:lnTo>
                  <a:lnTo>
                    <a:pt x="1052410" y="188511"/>
                  </a:lnTo>
                  <a:lnTo>
                    <a:pt x="1013777" y="182766"/>
                  </a:lnTo>
                  <a:lnTo>
                    <a:pt x="974660" y="175730"/>
                  </a:lnTo>
                  <a:lnTo>
                    <a:pt x="958487" y="172509"/>
                  </a:lnTo>
                  <a:lnTo>
                    <a:pt x="923882" y="165139"/>
                  </a:lnTo>
                  <a:lnTo>
                    <a:pt x="887152" y="156754"/>
                  </a:lnTo>
                  <a:lnTo>
                    <a:pt x="848022" y="147360"/>
                  </a:lnTo>
                  <a:lnTo>
                    <a:pt x="806515" y="137031"/>
                  </a:lnTo>
                  <a:lnTo>
                    <a:pt x="762934" y="125921"/>
                  </a:lnTo>
                  <a:lnTo>
                    <a:pt x="717840" y="114253"/>
                  </a:lnTo>
                  <a:lnTo>
                    <a:pt x="671982" y="102307"/>
                  </a:lnTo>
                  <a:lnTo>
                    <a:pt x="626211" y="90392"/>
                  </a:lnTo>
                  <a:lnTo>
                    <a:pt x="581364" y="78815"/>
                  </a:lnTo>
                  <a:lnTo>
                    <a:pt x="538161" y="67845"/>
                  </a:lnTo>
                  <a:lnTo>
                    <a:pt x="497114" y="57694"/>
                  </a:lnTo>
                  <a:lnTo>
                    <a:pt x="458472" y="48497"/>
                  </a:lnTo>
                  <a:lnTo>
                    <a:pt x="422198" y="40317"/>
                  </a:lnTo>
                  <a:lnTo>
                    <a:pt x="394671" y="34501"/>
                  </a:lnTo>
                  <a:lnTo>
                    <a:pt x="354902" y="26897"/>
                  </a:lnTo>
                  <a:lnTo>
                    <a:pt x="316292" y="20662"/>
                  </a:lnTo>
                  <a:lnTo>
                    <a:pt x="277060" y="15578"/>
                  </a:lnTo>
                  <a:lnTo>
                    <a:pt x="235468" y="11407"/>
                  </a:lnTo>
                  <a:lnTo>
                    <a:pt x="190487" y="7970"/>
                  </a:lnTo>
                  <a:lnTo>
                    <a:pt x="142621" y="5169"/>
                  </a:lnTo>
                  <a:lnTo>
                    <a:pt x="94776" y="2985"/>
                  </a:lnTo>
                  <a:lnTo>
                    <a:pt x="52346" y="1437"/>
                  </a:lnTo>
                  <a:lnTo>
                    <a:pt x="21330" y="511"/>
                  </a:lnTo>
                  <a:lnTo>
                    <a:pt x="476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1404410" y="4878994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1404410" y="4908567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404410" y="4938140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1404410" y="4967713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1404410" y="5943624"/>
              <a:ext cx="1353158" cy="443595"/>
            </a:xfrm>
            <a:custGeom>
              <a:avLst/>
              <a:pathLst>
                <a:path w="1353158" h="443595">
                  <a:moveTo>
                    <a:pt x="0" y="29573"/>
                  </a:moveTo>
                  <a:lnTo>
                    <a:pt x="1775" y="29643"/>
                  </a:lnTo>
                  <a:lnTo>
                    <a:pt x="12760" y="30152"/>
                  </a:lnTo>
                  <a:lnTo>
                    <a:pt x="37721" y="31530"/>
                  </a:lnTo>
                  <a:lnTo>
                    <a:pt x="75786" y="34076"/>
                  </a:lnTo>
                  <a:lnTo>
                    <a:pt x="121832" y="37886"/>
                  </a:lnTo>
                  <a:lnTo>
                    <a:pt x="169937" y="42929"/>
                  </a:lnTo>
                  <a:lnTo>
                    <a:pt x="216106" y="49197"/>
                  </a:lnTo>
                  <a:lnTo>
                    <a:pt x="258900" y="56810"/>
                  </a:lnTo>
                  <a:lnTo>
                    <a:pt x="298776" y="66053"/>
                  </a:lnTo>
                  <a:lnTo>
                    <a:pt x="337217" y="77353"/>
                  </a:lnTo>
                  <a:lnTo>
                    <a:pt x="376038" y="91185"/>
                  </a:lnTo>
                  <a:lnTo>
                    <a:pt x="394671" y="98576"/>
                  </a:lnTo>
                  <a:lnTo>
                    <a:pt x="427909" y="112712"/>
                  </a:lnTo>
                  <a:lnTo>
                    <a:pt x="463101" y="128725"/>
                  </a:lnTo>
                  <a:lnTo>
                    <a:pt x="500502" y="146611"/>
                  </a:lnTo>
                  <a:lnTo>
                    <a:pt x="540121" y="166248"/>
                  </a:lnTo>
                  <a:lnTo>
                    <a:pt x="581717" y="187383"/>
                  </a:lnTo>
                  <a:lnTo>
                    <a:pt x="624829" y="209640"/>
                  </a:lnTo>
                  <a:lnTo>
                    <a:pt x="668819" y="232538"/>
                  </a:lnTo>
                  <a:lnTo>
                    <a:pt x="712944" y="255533"/>
                  </a:lnTo>
                  <a:lnTo>
                    <a:pt x="756445" y="278074"/>
                  </a:lnTo>
                  <a:lnTo>
                    <a:pt x="798636" y="299652"/>
                  </a:lnTo>
                  <a:lnTo>
                    <a:pt x="838988" y="319851"/>
                  </a:lnTo>
                  <a:lnTo>
                    <a:pt x="877180" y="338372"/>
                  </a:lnTo>
                  <a:lnTo>
                    <a:pt x="913132" y="355049"/>
                  </a:lnTo>
                  <a:lnTo>
                    <a:pt x="947011" y="369837"/>
                  </a:lnTo>
                  <a:lnTo>
                    <a:pt x="958487" y="374592"/>
                  </a:lnTo>
                  <a:lnTo>
                    <a:pt x="998036" y="389722"/>
                  </a:lnTo>
                  <a:lnTo>
                    <a:pt x="1036432" y="402144"/>
                  </a:lnTo>
                  <a:lnTo>
                    <a:pt x="1075422" y="412284"/>
                  </a:lnTo>
                  <a:lnTo>
                    <a:pt x="1116721" y="420610"/>
                  </a:lnTo>
                  <a:lnTo>
                    <a:pt x="1161362" y="427479"/>
                  </a:lnTo>
                  <a:lnTo>
                    <a:pt x="1208901" y="433087"/>
                  </a:lnTo>
                  <a:lnTo>
                    <a:pt x="1256563" y="437477"/>
                  </a:lnTo>
                  <a:lnTo>
                    <a:pt x="1299113" y="440610"/>
                  </a:lnTo>
                  <a:lnTo>
                    <a:pt x="1330603" y="442506"/>
                  </a:lnTo>
                  <a:lnTo>
                    <a:pt x="1347834" y="443370"/>
                  </a:lnTo>
                  <a:lnTo>
                    <a:pt x="1352969" y="443588"/>
                  </a:lnTo>
                  <a:lnTo>
                    <a:pt x="1353158" y="443595"/>
                  </a:lnTo>
                  <a:lnTo>
                    <a:pt x="1353158" y="414022"/>
                  </a:lnTo>
                  <a:lnTo>
                    <a:pt x="1351382" y="413952"/>
                  </a:lnTo>
                  <a:lnTo>
                    <a:pt x="1340397" y="413443"/>
                  </a:lnTo>
                  <a:lnTo>
                    <a:pt x="1315436" y="412065"/>
                  </a:lnTo>
                  <a:lnTo>
                    <a:pt x="1277371" y="409519"/>
                  </a:lnTo>
                  <a:lnTo>
                    <a:pt x="1231325" y="405709"/>
                  </a:lnTo>
                  <a:lnTo>
                    <a:pt x="1183221" y="400666"/>
                  </a:lnTo>
                  <a:lnTo>
                    <a:pt x="1137052" y="394398"/>
                  </a:lnTo>
                  <a:lnTo>
                    <a:pt x="1094258" y="386785"/>
                  </a:lnTo>
                  <a:lnTo>
                    <a:pt x="1054381" y="377542"/>
                  </a:lnTo>
                  <a:lnTo>
                    <a:pt x="1015940" y="366242"/>
                  </a:lnTo>
                  <a:lnTo>
                    <a:pt x="977119" y="352410"/>
                  </a:lnTo>
                  <a:lnTo>
                    <a:pt x="958487" y="345018"/>
                  </a:lnTo>
                  <a:lnTo>
                    <a:pt x="925248" y="330882"/>
                  </a:lnTo>
                  <a:lnTo>
                    <a:pt x="890057" y="314870"/>
                  </a:lnTo>
                  <a:lnTo>
                    <a:pt x="852655" y="296984"/>
                  </a:lnTo>
                  <a:lnTo>
                    <a:pt x="813037" y="277347"/>
                  </a:lnTo>
                  <a:lnTo>
                    <a:pt x="771441" y="256211"/>
                  </a:lnTo>
                  <a:lnTo>
                    <a:pt x="728328" y="233955"/>
                  </a:lnTo>
                  <a:lnTo>
                    <a:pt x="684338" y="211057"/>
                  </a:lnTo>
                  <a:lnTo>
                    <a:pt x="640213" y="188062"/>
                  </a:lnTo>
                  <a:lnTo>
                    <a:pt x="596712" y="165521"/>
                  </a:lnTo>
                  <a:lnTo>
                    <a:pt x="554521" y="143942"/>
                  </a:lnTo>
                  <a:lnTo>
                    <a:pt x="514169" y="123744"/>
                  </a:lnTo>
                  <a:lnTo>
                    <a:pt x="475977" y="105223"/>
                  </a:lnTo>
                  <a:lnTo>
                    <a:pt x="440026" y="88546"/>
                  </a:lnTo>
                  <a:lnTo>
                    <a:pt x="406147" y="73758"/>
                  </a:lnTo>
                  <a:lnTo>
                    <a:pt x="394671" y="69003"/>
                  </a:lnTo>
                  <a:lnTo>
                    <a:pt x="355121" y="53873"/>
                  </a:lnTo>
                  <a:lnTo>
                    <a:pt x="316725" y="41451"/>
                  </a:lnTo>
                  <a:lnTo>
                    <a:pt x="277736" y="31311"/>
                  </a:lnTo>
                  <a:lnTo>
                    <a:pt x="236436" y="22984"/>
                  </a:lnTo>
                  <a:lnTo>
                    <a:pt x="191795" y="16115"/>
                  </a:lnTo>
                  <a:lnTo>
                    <a:pt x="144256" y="10508"/>
                  </a:lnTo>
                  <a:lnTo>
                    <a:pt x="96594" y="6118"/>
                  </a:lnTo>
                  <a:lnTo>
                    <a:pt x="54045" y="2985"/>
                  </a:lnTo>
                  <a:lnTo>
                    <a:pt x="22554" y="1089"/>
                  </a:lnTo>
                  <a:lnTo>
                    <a:pt x="5324" y="225"/>
                  </a:lnTo>
                  <a:lnTo>
                    <a:pt x="18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1404410" y="4997286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1404410" y="5026859"/>
              <a:ext cx="1353158" cy="29573"/>
            </a:xfrm>
            <a:custGeom>
              <a:avLst/>
              <a:pathLst>
                <a:path w="1353158" h="29573">
                  <a:moveTo>
                    <a:pt x="0" y="29573"/>
                  </a:moveTo>
                  <a:lnTo>
                    <a:pt x="1814" y="29573"/>
                  </a:lnTo>
                  <a:lnTo>
                    <a:pt x="13029" y="29573"/>
                  </a:lnTo>
                  <a:lnTo>
                    <a:pt x="38452" y="29573"/>
                  </a:lnTo>
                  <a:lnTo>
                    <a:pt x="77092" y="29573"/>
                  </a:lnTo>
                  <a:lnTo>
                    <a:pt x="123645" y="29573"/>
                  </a:lnTo>
                  <a:lnTo>
                    <a:pt x="172091" y="29573"/>
                  </a:lnTo>
                  <a:lnTo>
                    <a:pt x="218456" y="29573"/>
                  </a:lnTo>
                  <a:lnTo>
                    <a:pt x="261381" y="29573"/>
                  </a:lnTo>
                  <a:lnTo>
                    <a:pt x="301415" y="29573"/>
                  </a:lnTo>
                  <a:lnTo>
                    <a:pt x="340115" y="29573"/>
                  </a:lnTo>
                  <a:lnTo>
                    <a:pt x="379334" y="29573"/>
                  </a:lnTo>
                  <a:lnTo>
                    <a:pt x="394671" y="29573"/>
                  </a:lnTo>
                  <a:lnTo>
                    <a:pt x="429797" y="29573"/>
                  </a:lnTo>
                  <a:lnTo>
                    <a:pt x="467117" y="29573"/>
                  </a:lnTo>
                  <a:lnTo>
                    <a:pt x="506911" y="29573"/>
                  </a:lnTo>
                  <a:lnTo>
                    <a:pt x="549144" y="29573"/>
                  </a:lnTo>
                  <a:lnTo>
                    <a:pt x="593484" y="29573"/>
                  </a:lnTo>
                  <a:lnTo>
                    <a:pt x="639330" y="29573"/>
                  </a:lnTo>
                  <a:lnTo>
                    <a:pt x="685888" y="29573"/>
                  </a:lnTo>
                  <a:lnTo>
                    <a:pt x="732267" y="29573"/>
                  </a:lnTo>
                  <a:lnTo>
                    <a:pt x="777598" y="29573"/>
                  </a:lnTo>
                  <a:lnTo>
                    <a:pt x="821155" y="29573"/>
                  </a:lnTo>
                  <a:lnTo>
                    <a:pt x="862437" y="29573"/>
                  </a:lnTo>
                  <a:lnTo>
                    <a:pt x="901230" y="29573"/>
                  </a:lnTo>
                  <a:lnTo>
                    <a:pt x="937624" y="29573"/>
                  </a:lnTo>
                  <a:lnTo>
                    <a:pt x="958487" y="29573"/>
                  </a:lnTo>
                  <a:lnTo>
                    <a:pt x="998329" y="29573"/>
                  </a:lnTo>
                  <a:lnTo>
                    <a:pt x="1037012" y="29573"/>
                  </a:lnTo>
                  <a:lnTo>
                    <a:pt x="1076326" y="29573"/>
                  </a:lnTo>
                  <a:lnTo>
                    <a:pt x="1118019" y="29573"/>
                  </a:lnTo>
                  <a:lnTo>
                    <a:pt x="1163115" y="29573"/>
                  </a:lnTo>
                  <a:lnTo>
                    <a:pt x="1211091" y="29573"/>
                  </a:lnTo>
                  <a:lnTo>
                    <a:pt x="1258996" y="29573"/>
                  </a:lnTo>
                  <a:lnTo>
                    <a:pt x="1301383" y="29573"/>
                  </a:lnTo>
                  <a:lnTo>
                    <a:pt x="1332235" y="29573"/>
                  </a:lnTo>
                  <a:lnTo>
                    <a:pt x="1348579" y="295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1404410" y="5677466"/>
              <a:ext cx="1353158" cy="473168"/>
            </a:xfrm>
            <a:custGeom>
              <a:avLst/>
              <a:pathLst>
                <a:path w="1353158" h="473168">
                  <a:moveTo>
                    <a:pt x="0" y="473168"/>
                  </a:moveTo>
                  <a:lnTo>
                    <a:pt x="1769" y="473093"/>
                  </a:lnTo>
                  <a:lnTo>
                    <a:pt x="12722" y="472550"/>
                  </a:lnTo>
                  <a:lnTo>
                    <a:pt x="37615" y="471078"/>
                  </a:lnTo>
                  <a:lnTo>
                    <a:pt x="75598" y="468358"/>
                  </a:lnTo>
                  <a:lnTo>
                    <a:pt x="121570" y="464287"/>
                  </a:lnTo>
                  <a:lnTo>
                    <a:pt x="169624" y="458898"/>
                  </a:lnTo>
                  <a:lnTo>
                    <a:pt x="215764" y="452199"/>
                  </a:lnTo>
                  <a:lnTo>
                    <a:pt x="258539" y="444064"/>
                  </a:lnTo>
                  <a:lnTo>
                    <a:pt x="298393" y="434189"/>
                  </a:lnTo>
                  <a:lnTo>
                    <a:pt x="336798" y="422122"/>
                  </a:lnTo>
                  <a:lnTo>
                    <a:pt x="375562" y="407352"/>
                  </a:lnTo>
                  <a:lnTo>
                    <a:pt x="394671" y="399236"/>
                  </a:lnTo>
                  <a:lnTo>
                    <a:pt x="427669" y="384203"/>
                  </a:lnTo>
                  <a:lnTo>
                    <a:pt x="462591" y="367189"/>
                  </a:lnTo>
                  <a:lnTo>
                    <a:pt x="499691" y="348194"/>
                  </a:lnTo>
                  <a:lnTo>
                    <a:pt x="538978" y="327346"/>
                  </a:lnTo>
                  <a:lnTo>
                    <a:pt x="580226" y="304904"/>
                  </a:lnTo>
                  <a:lnTo>
                    <a:pt x="622989" y="281262"/>
                  </a:lnTo>
                  <a:lnTo>
                    <a:pt x="666646" y="256920"/>
                  </a:lnTo>
                  <a:lnTo>
                    <a:pt x="710474" y="232445"/>
                  </a:lnTo>
                  <a:lnTo>
                    <a:pt x="753726" y="208419"/>
                  </a:lnTo>
                  <a:lnTo>
                    <a:pt x="795727" y="185378"/>
                  </a:lnTo>
                  <a:lnTo>
                    <a:pt x="835944" y="163767"/>
                  </a:lnTo>
                  <a:lnTo>
                    <a:pt x="874047" y="143910"/>
                  </a:lnTo>
                  <a:lnTo>
                    <a:pt x="909938" y="125992"/>
                  </a:lnTo>
                  <a:lnTo>
                    <a:pt x="943760" y="110069"/>
                  </a:lnTo>
                  <a:lnTo>
                    <a:pt x="958487" y="103505"/>
                  </a:lnTo>
                  <a:lnTo>
                    <a:pt x="997994" y="87310"/>
                  </a:lnTo>
                  <a:lnTo>
                    <a:pt x="1036348" y="74011"/>
                  </a:lnTo>
                  <a:lnTo>
                    <a:pt x="1075291" y="63152"/>
                  </a:lnTo>
                  <a:lnTo>
                    <a:pt x="1116533" y="54235"/>
                  </a:lnTo>
                  <a:lnTo>
                    <a:pt x="1161109" y="46876"/>
                  </a:lnTo>
                  <a:lnTo>
                    <a:pt x="1208584" y="40867"/>
                  </a:lnTo>
                  <a:lnTo>
                    <a:pt x="1256210" y="36159"/>
                  </a:lnTo>
                  <a:lnTo>
                    <a:pt x="1298780" y="32795"/>
                  </a:lnTo>
                  <a:lnTo>
                    <a:pt x="1330361" y="30754"/>
                  </a:lnTo>
                  <a:lnTo>
                    <a:pt x="1347720" y="29820"/>
                  </a:lnTo>
                  <a:lnTo>
                    <a:pt x="1352955" y="29581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88" y="75"/>
                  </a:lnTo>
                  <a:lnTo>
                    <a:pt x="1340435" y="618"/>
                  </a:lnTo>
                  <a:lnTo>
                    <a:pt x="1315542" y="2090"/>
                  </a:lnTo>
                  <a:lnTo>
                    <a:pt x="1277560" y="4809"/>
                  </a:lnTo>
                  <a:lnTo>
                    <a:pt x="1231588" y="8881"/>
                  </a:lnTo>
                  <a:lnTo>
                    <a:pt x="1183533" y="14270"/>
                  </a:lnTo>
                  <a:lnTo>
                    <a:pt x="1137393" y="20969"/>
                  </a:lnTo>
                  <a:lnTo>
                    <a:pt x="1094618" y="29104"/>
                  </a:lnTo>
                  <a:lnTo>
                    <a:pt x="1054764" y="38979"/>
                  </a:lnTo>
                  <a:lnTo>
                    <a:pt x="1016359" y="51046"/>
                  </a:lnTo>
                  <a:lnTo>
                    <a:pt x="977595" y="65816"/>
                  </a:lnTo>
                  <a:lnTo>
                    <a:pt x="958487" y="73932"/>
                  </a:lnTo>
                  <a:lnTo>
                    <a:pt x="925488" y="88965"/>
                  </a:lnTo>
                  <a:lnTo>
                    <a:pt x="890566" y="105979"/>
                  </a:lnTo>
                  <a:lnTo>
                    <a:pt x="853466" y="124974"/>
                  </a:lnTo>
                  <a:lnTo>
                    <a:pt x="814179" y="145822"/>
                  </a:lnTo>
                  <a:lnTo>
                    <a:pt x="772931" y="168264"/>
                  </a:lnTo>
                  <a:lnTo>
                    <a:pt x="730168" y="191906"/>
                  </a:lnTo>
                  <a:lnTo>
                    <a:pt x="686511" y="216248"/>
                  </a:lnTo>
                  <a:lnTo>
                    <a:pt x="642683" y="240723"/>
                  </a:lnTo>
                  <a:lnTo>
                    <a:pt x="599431" y="264749"/>
                  </a:lnTo>
                  <a:lnTo>
                    <a:pt x="557430" y="287790"/>
                  </a:lnTo>
                  <a:lnTo>
                    <a:pt x="517213" y="309400"/>
                  </a:lnTo>
                  <a:lnTo>
                    <a:pt x="479110" y="329258"/>
                  </a:lnTo>
                  <a:lnTo>
                    <a:pt x="443219" y="347176"/>
                  </a:lnTo>
                  <a:lnTo>
                    <a:pt x="409397" y="363099"/>
                  </a:lnTo>
                  <a:lnTo>
                    <a:pt x="394671" y="369663"/>
                  </a:lnTo>
                  <a:lnTo>
                    <a:pt x="355163" y="385858"/>
                  </a:lnTo>
                  <a:lnTo>
                    <a:pt x="316809" y="399157"/>
                  </a:lnTo>
                  <a:lnTo>
                    <a:pt x="277867" y="410016"/>
                  </a:lnTo>
                  <a:lnTo>
                    <a:pt x="236624" y="418933"/>
                  </a:lnTo>
                  <a:lnTo>
                    <a:pt x="192048" y="426292"/>
                  </a:lnTo>
                  <a:lnTo>
                    <a:pt x="144573" y="432301"/>
                  </a:lnTo>
                  <a:lnTo>
                    <a:pt x="96947" y="437009"/>
                  </a:lnTo>
                  <a:lnTo>
                    <a:pt x="54377" y="440373"/>
                  </a:lnTo>
                  <a:lnTo>
                    <a:pt x="22796" y="442414"/>
                  </a:lnTo>
                  <a:lnTo>
                    <a:pt x="5438" y="443348"/>
                  </a:lnTo>
                  <a:lnTo>
                    <a:pt x="203" y="443587"/>
                  </a:lnTo>
                  <a:lnTo>
                    <a:pt x="0" y="44359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1404410" y="5056432"/>
              <a:ext cx="1353158" cy="1035056"/>
            </a:xfrm>
            <a:custGeom>
              <a:avLst/>
              <a:pathLst>
                <a:path w="1353158" h="1035056">
                  <a:moveTo>
                    <a:pt x="0" y="1035056"/>
                  </a:moveTo>
                  <a:lnTo>
                    <a:pt x="1608" y="1034902"/>
                  </a:lnTo>
                  <a:lnTo>
                    <a:pt x="11616" y="1033787"/>
                  </a:lnTo>
                  <a:lnTo>
                    <a:pt x="34577" y="1030758"/>
                  </a:lnTo>
                  <a:lnTo>
                    <a:pt x="70112" y="1025122"/>
                  </a:lnTo>
                  <a:lnTo>
                    <a:pt x="113867" y="1016621"/>
                  </a:lnTo>
                  <a:lnTo>
                    <a:pt x="160378" y="1005305"/>
                  </a:lnTo>
                  <a:lnTo>
                    <a:pt x="205616" y="991225"/>
                  </a:lnTo>
                  <a:lnTo>
                    <a:pt x="247813" y="974191"/>
                  </a:lnTo>
                  <a:lnTo>
                    <a:pt x="287039" y="953669"/>
                  </a:lnTo>
                  <a:lnTo>
                    <a:pt x="324447" y="928797"/>
                  </a:lnTo>
                  <a:lnTo>
                    <a:pt x="361646" y="898526"/>
                  </a:lnTo>
                  <a:lnTo>
                    <a:pt x="394671" y="867476"/>
                  </a:lnTo>
                  <a:lnTo>
                    <a:pt x="422693" y="838705"/>
                  </a:lnTo>
                  <a:lnTo>
                    <a:pt x="452074" y="806680"/>
                  </a:lnTo>
                  <a:lnTo>
                    <a:pt x="483006" y="771367"/>
                  </a:lnTo>
                  <a:lnTo>
                    <a:pt x="515551" y="732876"/>
                  </a:lnTo>
                  <a:lnTo>
                    <a:pt x="549644" y="691475"/>
                  </a:lnTo>
                  <a:lnTo>
                    <a:pt x="585093" y="647594"/>
                  </a:lnTo>
                  <a:lnTo>
                    <a:pt x="621600" y="601817"/>
                  </a:lnTo>
                  <a:lnTo>
                    <a:pt x="658775" y="554857"/>
                  </a:lnTo>
                  <a:lnTo>
                    <a:pt x="696173" y="507506"/>
                  </a:lnTo>
                  <a:lnTo>
                    <a:pt x="733326" y="460584"/>
                  </a:lnTo>
                  <a:lnTo>
                    <a:pt x="769790" y="414884"/>
                  </a:lnTo>
                  <a:lnTo>
                    <a:pt x="805181" y="371109"/>
                  </a:lnTo>
                  <a:lnTo>
                    <a:pt x="839202" y="329838"/>
                  </a:lnTo>
                  <a:lnTo>
                    <a:pt x="871671" y="291495"/>
                  </a:lnTo>
                  <a:lnTo>
                    <a:pt x="902526" y="256339"/>
                  </a:lnTo>
                  <a:lnTo>
                    <a:pt x="931837" y="224471"/>
                  </a:lnTo>
                  <a:lnTo>
                    <a:pt x="958487" y="197153"/>
                  </a:lnTo>
                  <a:lnTo>
                    <a:pt x="996745" y="161522"/>
                  </a:lnTo>
                  <a:lnTo>
                    <a:pt x="1033873" y="132066"/>
                  </a:lnTo>
                  <a:lnTo>
                    <a:pt x="1071443" y="107862"/>
                  </a:lnTo>
                  <a:lnTo>
                    <a:pt x="1111031" y="87870"/>
                  </a:lnTo>
                  <a:lnTo>
                    <a:pt x="1153681" y="71272"/>
                  </a:lnTo>
                  <a:lnTo>
                    <a:pt x="1199253" y="57582"/>
                  </a:lnTo>
                  <a:lnTo>
                    <a:pt x="1245671" y="46652"/>
                  </a:lnTo>
                  <a:lnTo>
                    <a:pt x="1288617" y="38551"/>
                  </a:lnTo>
                  <a:lnTo>
                    <a:pt x="1322596" y="33304"/>
                  </a:lnTo>
                  <a:lnTo>
                    <a:pt x="1343660" y="30593"/>
                  </a:lnTo>
                  <a:lnTo>
                    <a:pt x="1352118" y="29671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549" y="154"/>
                  </a:lnTo>
                  <a:lnTo>
                    <a:pt x="1341541" y="1269"/>
                  </a:lnTo>
                  <a:lnTo>
                    <a:pt x="1318581" y="4298"/>
                  </a:lnTo>
                  <a:lnTo>
                    <a:pt x="1283045" y="9934"/>
                  </a:lnTo>
                  <a:lnTo>
                    <a:pt x="1239290" y="18435"/>
                  </a:lnTo>
                  <a:lnTo>
                    <a:pt x="1192779" y="29751"/>
                  </a:lnTo>
                  <a:lnTo>
                    <a:pt x="1147541" y="43831"/>
                  </a:lnTo>
                  <a:lnTo>
                    <a:pt x="1105344" y="60865"/>
                  </a:lnTo>
                  <a:lnTo>
                    <a:pt x="1066118" y="81387"/>
                  </a:lnTo>
                  <a:lnTo>
                    <a:pt x="1028710" y="106259"/>
                  </a:lnTo>
                  <a:lnTo>
                    <a:pt x="991512" y="136530"/>
                  </a:lnTo>
                  <a:lnTo>
                    <a:pt x="958487" y="167580"/>
                  </a:lnTo>
                  <a:lnTo>
                    <a:pt x="930465" y="196351"/>
                  </a:lnTo>
                  <a:lnTo>
                    <a:pt x="901083" y="228376"/>
                  </a:lnTo>
                  <a:lnTo>
                    <a:pt x="870151" y="263689"/>
                  </a:lnTo>
                  <a:lnTo>
                    <a:pt x="837606" y="302180"/>
                  </a:lnTo>
                  <a:lnTo>
                    <a:pt x="803514" y="343581"/>
                  </a:lnTo>
                  <a:lnTo>
                    <a:pt x="768064" y="387462"/>
                  </a:lnTo>
                  <a:lnTo>
                    <a:pt x="731557" y="433239"/>
                  </a:lnTo>
                  <a:lnTo>
                    <a:pt x="694382" y="480199"/>
                  </a:lnTo>
                  <a:lnTo>
                    <a:pt x="656985" y="527550"/>
                  </a:lnTo>
                  <a:lnTo>
                    <a:pt x="619832" y="574472"/>
                  </a:lnTo>
                  <a:lnTo>
                    <a:pt x="583367" y="620172"/>
                  </a:lnTo>
                  <a:lnTo>
                    <a:pt x="547976" y="663947"/>
                  </a:lnTo>
                  <a:lnTo>
                    <a:pt x="513955" y="705218"/>
                  </a:lnTo>
                  <a:lnTo>
                    <a:pt x="481487" y="743561"/>
                  </a:lnTo>
                  <a:lnTo>
                    <a:pt x="450631" y="778717"/>
                  </a:lnTo>
                  <a:lnTo>
                    <a:pt x="421320" y="810585"/>
                  </a:lnTo>
                  <a:lnTo>
                    <a:pt x="394671" y="837903"/>
                  </a:lnTo>
                  <a:lnTo>
                    <a:pt x="356412" y="873534"/>
                  </a:lnTo>
                  <a:lnTo>
                    <a:pt x="319284" y="902990"/>
                  </a:lnTo>
                  <a:lnTo>
                    <a:pt x="281715" y="927194"/>
                  </a:lnTo>
                  <a:lnTo>
                    <a:pt x="242127" y="947186"/>
                  </a:lnTo>
                  <a:lnTo>
                    <a:pt x="199476" y="963784"/>
                  </a:lnTo>
                  <a:lnTo>
                    <a:pt x="153904" y="977474"/>
                  </a:lnTo>
                  <a:lnTo>
                    <a:pt x="107486" y="988404"/>
                  </a:lnTo>
                  <a:lnTo>
                    <a:pt x="64540" y="996505"/>
                  </a:lnTo>
                  <a:lnTo>
                    <a:pt x="30562" y="1001752"/>
                  </a:lnTo>
                  <a:lnTo>
                    <a:pt x="9498" y="1004463"/>
                  </a:lnTo>
                  <a:lnTo>
                    <a:pt x="1039" y="1005385"/>
                  </a:lnTo>
                  <a:lnTo>
                    <a:pt x="0" y="1005483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404410" y="5707039"/>
              <a:ext cx="1353158" cy="473168"/>
            </a:xfrm>
            <a:custGeom>
              <a:avLst/>
              <a:pathLst>
                <a:path w="1353158" h="473168">
                  <a:moveTo>
                    <a:pt x="0" y="473168"/>
                  </a:moveTo>
                  <a:lnTo>
                    <a:pt x="1769" y="473093"/>
                  </a:lnTo>
                  <a:lnTo>
                    <a:pt x="12722" y="472550"/>
                  </a:lnTo>
                  <a:lnTo>
                    <a:pt x="37615" y="471078"/>
                  </a:lnTo>
                  <a:lnTo>
                    <a:pt x="75598" y="468358"/>
                  </a:lnTo>
                  <a:lnTo>
                    <a:pt x="121570" y="464287"/>
                  </a:lnTo>
                  <a:lnTo>
                    <a:pt x="169624" y="458898"/>
                  </a:lnTo>
                  <a:lnTo>
                    <a:pt x="215764" y="452199"/>
                  </a:lnTo>
                  <a:lnTo>
                    <a:pt x="258539" y="444064"/>
                  </a:lnTo>
                  <a:lnTo>
                    <a:pt x="298393" y="434189"/>
                  </a:lnTo>
                  <a:lnTo>
                    <a:pt x="336798" y="422122"/>
                  </a:lnTo>
                  <a:lnTo>
                    <a:pt x="375562" y="407352"/>
                  </a:lnTo>
                  <a:lnTo>
                    <a:pt x="394671" y="399236"/>
                  </a:lnTo>
                  <a:lnTo>
                    <a:pt x="427669" y="384203"/>
                  </a:lnTo>
                  <a:lnTo>
                    <a:pt x="462591" y="367189"/>
                  </a:lnTo>
                  <a:lnTo>
                    <a:pt x="499691" y="348194"/>
                  </a:lnTo>
                  <a:lnTo>
                    <a:pt x="538978" y="327346"/>
                  </a:lnTo>
                  <a:lnTo>
                    <a:pt x="580226" y="304904"/>
                  </a:lnTo>
                  <a:lnTo>
                    <a:pt x="622989" y="281262"/>
                  </a:lnTo>
                  <a:lnTo>
                    <a:pt x="666646" y="256920"/>
                  </a:lnTo>
                  <a:lnTo>
                    <a:pt x="710474" y="232445"/>
                  </a:lnTo>
                  <a:lnTo>
                    <a:pt x="753726" y="208419"/>
                  </a:lnTo>
                  <a:lnTo>
                    <a:pt x="795727" y="185378"/>
                  </a:lnTo>
                  <a:lnTo>
                    <a:pt x="835944" y="163767"/>
                  </a:lnTo>
                  <a:lnTo>
                    <a:pt x="874047" y="143910"/>
                  </a:lnTo>
                  <a:lnTo>
                    <a:pt x="909938" y="125992"/>
                  </a:lnTo>
                  <a:lnTo>
                    <a:pt x="943760" y="110069"/>
                  </a:lnTo>
                  <a:lnTo>
                    <a:pt x="958487" y="103505"/>
                  </a:lnTo>
                  <a:lnTo>
                    <a:pt x="997994" y="87310"/>
                  </a:lnTo>
                  <a:lnTo>
                    <a:pt x="1036348" y="74011"/>
                  </a:lnTo>
                  <a:lnTo>
                    <a:pt x="1075291" y="63152"/>
                  </a:lnTo>
                  <a:lnTo>
                    <a:pt x="1116533" y="54235"/>
                  </a:lnTo>
                  <a:lnTo>
                    <a:pt x="1161109" y="46876"/>
                  </a:lnTo>
                  <a:lnTo>
                    <a:pt x="1208584" y="40867"/>
                  </a:lnTo>
                  <a:lnTo>
                    <a:pt x="1256210" y="36159"/>
                  </a:lnTo>
                  <a:lnTo>
                    <a:pt x="1298780" y="32795"/>
                  </a:lnTo>
                  <a:lnTo>
                    <a:pt x="1330361" y="30754"/>
                  </a:lnTo>
                  <a:lnTo>
                    <a:pt x="1347720" y="29820"/>
                  </a:lnTo>
                  <a:lnTo>
                    <a:pt x="1352955" y="29581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88" y="75"/>
                  </a:lnTo>
                  <a:lnTo>
                    <a:pt x="1340435" y="618"/>
                  </a:lnTo>
                  <a:lnTo>
                    <a:pt x="1315542" y="2090"/>
                  </a:lnTo>
                  <a:lnTo>
                    <a:pt x="1277560" y="4809"/>
                  </a:lnTo>
                  <a:lnTo>
                    <a:pt x="1231588" y="8881"/>
                  </a:lnTo>
                  <a:lnTo>
                    <a:pt x="1183533" y="14270"/>
                  </a:lnTo>
                  <a:lnTo>
                    <a:pt x="1137393" y="20969"/>
                  </a:lnTo>
                  <a:lnTo>
                    <a:pt x="1094618" y="29104"/>
                  </a:lnTo>
                  <a:lnTo>
                    <a:pt x="1054764" y="38979"/>
                  </a:lnTo>
                  <a:lnTo>
                    <a:pt x="1016359" y="51046"/>
                  </a:lnTo>
                  <a:lnTo>
                    <a:pt x="977595" y="65816"/>
                  </a:lnTo>
                  <a:lnTo>
                    <a:pt x="958487" y="73932"/>
                  </a:lnTo>
                  <a:lnTo>
                    <a:pt x="925488" y="88965"/>
                  </a:lnTo>
                  <a:lnTo>
                    <a:pt x="890566" y="105979"/>
                  </a:lnTo>
                  <a:lnTo>
                    <a:pt x="853466" y="124974"/>
                  </a:lnTo>
                  <a:lnTo>
                    <a:pt x="814179" y="145822"/>
                  </a:lnTo>
                  <a:lnTo>
                    <a:pt x="772931" y="168264"/>
                  </a:lnTo>
                  <a:lnTo>
                    <a:pt x="730168" y="191906"/>
                  </a:lnTo>
                  <a:lnTo>
                    <a:pt x="686511" y="216248"/>
                  </a:lnTo>
                  <a:lnTo>
                    <a:pt x="642683" y="240723"/>
                  </a:lnTo>
                  <a:lnTo>
                    <a:pt x="599431" y="264749"/>
                  </a:lnTo>
                  <a:lnTo>
                    <a:pt x="557430" y="287790"/>
                  </a:lnTo>
                  <a:lnTo>
                    <a:pt x="517213" y="309400"/>
                  </a:lnTo>
                  <a:lnTo>
                    <a:pt x="479110" y="329258"/>
                  </a:lnTo>
                  <a:lnTo>
                    <a:pt x="443219" y="347176"/>
                  </a:lnTo>
                  <a:lnTo>
                    <a:pt x="409397" y="363099"/>
                  </a:lnTo>
                  <a:lnTo>
                    <a:pt x="394671" y="369663"/>
                  </a:lnTo>
                  <a:lnTo>
                    <a:pt x="355163" y="385858"/>
                  </a:lnTo>
                  <a:lnTo>
                    <a:pt x="316809" y="399157"/>
                  </a:lnTo>
                  <a:lnTo>
                    <a:pt x="277867" y="410016"/>
                  </a:lnTo>
                  <a:lnTo>
                    <a:pt x="236624" y="418933"/>
                  </a:lnTo>
                  <a:lnTo>
                    <a:pt x="192048" y="426292"/>
                  </a:lnTo>
                  <a:lnTo>
                    <a:pt x="144573" y="432301"/>
                  </a:lnTo>
                  <a:lnTo>
                    <a:pt x="96947" y="437009"/>
                  </a:lnTo>
                  <a:lnTo>
                    <a:pt x="54377" y="440373"/>
                  </a:lnTo>
                  <a:lnTo>
                    <a:pt x="22796" y="442414"/>
                  </a:lnTo>
                  <a:lnTo>
                    <a:pt x="5438" y="443348"/>
                  </a:lnTo>
                  <a:lnTo>
                    <a:pt x="203" y="443587"/>
                  </a:lnTo>
                  <a:lnTo>
                    <a:pt x="0" y="44359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1404410" y="5736612"/>
              <a:ext cx="1353158" cy="473168"/>
            </a:xfrm>
            <a:custGeom>
              <a:avLst/>
              <a:pathLst>
                <a:path w="1353158" h="473168">
                  <a:moveTo>
                    <a:pt x="0" y="473168"/>
                  </a:moveTo>
                  <a:lnTo>
                    <a:pt x="1769" y="473093"/>
                  </a:lnTo>
                  <a:lnTo>
                    <a:pt x="12722" y="472550"/>
                  </a:lnTo>
                  <a:lnTo>
                    <a:pt x="37615" y="471078"/>
                  </a:lnTo>
                  <a:lnTo>
                    <a:pt x="75598" y="468358"/>
                  </a:lnTo>
                  <a:lnTo>
                    <a:pt x="121570" y="464287"/>
                  </a:lnTo>
                  <a:lnTo>
                    <a:pt x="169624" y="458898"/>
                  </a:lnTo>
                  <a:lnTo>
                    <a:pt x="215764" y="452199"/>
                  </a:lnTo>
                  <a:lnTo>
                    <a:pt x="258539" y="444064"/>
                  </a:lnTo>
                  <a:lnTo>
                    <a:pt x="298393" y="434189"/>
                  </a:lnTo>
                  <a:lnTo>
                    <a:pt x="336798" y="422122"/>
                  </a:lnTo>
                  <a:lnTo>
                    <a:pt x="375562" y="407352"/>
                  </a:lnTo>
                  <a:lnTo>
                    <a:pt x="394671" y="399236"/>
                  </a:lnTo>
                  <a:lnTo>
                    <a:pt x="427669" y="384203"/>
                  </a:lnTo>
                  <a:lnTo>
                    <a:pt x="462591" y="367189"/>
                  </a:lnTo>
                  <a:lnTo>
                    <a:pt x="499691" y="348194"/>
                  </a:lnTo>
                  <a:lnTo>
                    <a:pt x="538978" y="327346"/>
                  </a:lnTo>
                  <a:lnTo>
                    <a:pt x="580226" y="304904"/>
                  </a:lnTo>
                  <a:lnTo>
                    <a:pt x="622989" y="281262"/>
                  </a:lnTo>
                  <a:lnTo>
                    <a:pt x="666646" y="256920"/>
                  </a:lnTo>
                  <a:lnTo>
                    <a:pt x="710474" y="232445"/>
                  </a:lnTo>
                  <a:lnTo>
                    <a:pt x="753726" y="208419"/>
                  </a:lnTo>
                  <a:lnTo>
                    <a:pt x="795727" y="185378"/>
                  </a:lnTo>
                  <a:lnTo>
                    <a:pt x="835944" y="163767"/>
                  </a:lnTo>
                  <a:lnTo>
                    <a:pt x="874047" y="143910"/>
                  </a:lnTo>
                  <a:lnTo>
                    <a:pt x="909938" y="125992"/>
                  </a:lnTo>
                  <a:lnTo>
                    <a:pt x="943760" y="110069"/>
                  </a:lnTo>
                  <a:lnTo>
                    <a:pt x="958487" y="103505"/>
                  </a:lnTo>
                  <a:lnTo>
                    <a:pt x="997994" y="87310"/>
                  </a:lnTo>
                  <a:lnTo>
                    <a:pt x="1036348" y="74011"/>
                  </a:lnTo>
                  <a:lnTo>
                    <a:pt x="1075291" y="63152"/>
                  </a:lnTo>
                  <a:lnTo>
                    <a:pt x="1116533" y="54235"/>
                  </a:lnTo>
                  <a:lnTo>
                    <a:pt x="1161109" y="46876"/>
                  </a:lnTo>
                  <a:lnTo>
                    <a:pt x="1208584" y="40867"/>
                  </a:lnTo>
                  <a:lnTo>
                    <a:pt x="1256210" y="36159"/>
                  </a:lnTo>
                  <a:lnTo>
                    <a:pt x="1298780" y="32795"/>
                  </a:lnTo>
                  <a:lnTo>
                    <a:pt x="1330361" y="30754"/>
                  </a:lnTo>
                  <a:lnTo>
                    <a:pt x="1347720" y="29820"/>
                  </a:lnTo>
                  <a:lnTo>
                    <a:pt x="1352955" y="29581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88" y="75"/>
                  </a:lnTo>
                  <a:lnTo>
                    <a:pt x="1340435" y="618"/>
                  </a:lnTo>
                  <a:lnTo>
                    <a:pt x="1315542" y="2090"/>
                  </a:lnTo>
                  <a:lnTo>
                    <a:pt x="1277560" y="4809"/>
                  </a:lnTo>
                  <a:lnTo>
                    <a:pt x="1231588" y="8881"/>
                  </a:lnTo>
                  <a:lnTo>
                    <a:pt x="1183533" y="14270"/>
                  </a:lnTo>
                  <a:lnTo>
                    <a:pt x="1137393" y="20969"/>
                  </a:lnTo>
                  <a:lnTo>
                    <a:pt x="1094618" y="29104"/>
                  </a:lnTo>
                  <a:lnTo>
                    <a:pt x="1054764" y="38979"/>
                  </a:lnTo>
                  <a:lnTo>
                    <a:pt x="1016359" y="51046"/>
                  </a:lnTo>
                  <a:lnTo>
                    <a:pt x="977595" y="65816"/>
                  </a:lnTo>
                  <a:lnTo>
                    <a:pt x="958487" y="73932"/>
                  </a:lnTo>
                  <a:lnTo>
                    <a:pt x="925488" y="88965"/>
                  </a:lnTo>
                  <a:lnTo>
                    <a:pt x="890566" y="105979"/>
                  </a:lnTo>
                  <a:lnTo>
                    <a:pt x="853466" y="124974"/>
                  </a:lnTo>
                  <a:lnTo>
                    <a:pt x="814179" y="145822"/>
                  </a:lnTo>
                  <a:lnTo>
                    <a:pt x="772931" y="168264"/>
                  </a:lnTo>
                  <a:lnTo>
                    <a:pt x="730168" y="191906"/>
                  </a:lnTo>
                  <a:lnTo>
                    <a:pt x="686511" y="216248"/>
                  </a:lnTo>
                  <a:lnTo>
                    <a:pt x="642683" y="240723"/>
                  </a:lnTo>
                  <a:lnTo>
                    <a:pt x="599431" y="264749"/>
                  </a:lnTo>
                  <a:lnTo>
                    <a:pt x="557430" y="287790"/>
                  </a:lnTo>
                  <a:lnTo>
                    <a:pt x="517213" y="309400"/>
                  </a:lnTo>
                  <a:lnTo>
                    <a:pt x="479110" y="329258"/>
                  </a:lnTo>
                  <a:lnTo>
                    <a:pt x="443219" y="347176"/>
                  </a:lnTo>
                  <a:lnTo>
                    <a:pt x="409397" y="363099"/>
                  </a:lnTo>
                  <a:lnTo>
                    <a:pt x="394671" y="369663"/>
                  </a:lnTo>
                  <a:lnTo>
                    <a:pt x="355163" y="385858"/>
                  </a:lnTo>
                  <a:lnTo>
                    <a:pt x="316809" y="399157"/>
                  </a:lnTo>
                  <a:lnTo>
                    <a:pt x="277867" y="410016"/>
                  </a:lnTo>
                  <a:lnTo>
                    <a:pt x="236624" y="418933"/>
                  </a:lnTo>
                  <a:lnTo>
                    <a:pt x="192048" y="426292"/>
                  </a:lnTo>
                  <a:lnTo>
                    <a:pt x="144573" y="432301"/>
                  </a:lnTo>
                  <a:lnTo>
                    <a:pt x="96947" y="437009"/>
                  </a:lnTo>
                  <a:lnTo>
                    <a:pt x="54377" y="440373"/>
                  </a:lnTo>
                  <a:lnTo>
                    <a:pt x="22796" y="442414"/>
                  </a:lnTo>
                  <a:lnTo>
                    <a:pt x="5438" y="443348"/>
                  </a:lnTo>
                  <a:lnTo>
                    <a:pt x="203" y="443587"/>
                  </a:lnTo>
                  <a:lnTo>
                    <a:pt x="0" y="44359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1404410" y="6121062"/>
              <a:ext cx="1353158" cy="147865"/>
            </a:xfrm>
            <a:custGeom>
              <a:avLst/>
              <a:pathLst>
                <a:path w="1353158" h="147865">
                  <a:moveTo>
                    <a:pt x="0" y="147865"/>
                  </a:moveTo>
                  <a:lnTo>
                    <a:pt x="1811" y="147844"/>
                  </a:lnTo>
                  <a:lnTo>
                    <a:pt x="13006" y="147696"/>
                  </a:lnTo>
                  <a:lnTo>
                    <a:pt x="38391" y="147294"/>
                  </a:lnTo>
                  <a:lnTo>
                    <a:pt x="76984" y="146553"/>
                  </a:lnTo>
                  <a:lnTo>
                    <a:pt x="123494" y="145445"/>
                  </a:lnTo>
                  <a:lnTo>
                    <a:pt x="171913" y="143981"/>
                  </a:lnTo>
                  <a:lnTo>
                    <a:pt x="218261" y="142162"/>
                  </a:lnTo>
                  <a:lnTo>
                    <a:pt x="261176" y="139949"/>
                  </a:lnTo>
                  <a:lnTo>
                    <a:pt x="301196" y="137259"/>
                  </a:lnTo>
                  <a:lnTo>
                    <a:pt x="339874" y="133964"/>
                  </a:lnTo>
                  <a:lnTo>
                    <a:pt x="379060" y="129927"/>
                  </a:lnTo>
                  <a:lnTo>
                    <a:pt x="394671" y="128149"/>
                  </a:lnTo>
                  <a:lnTo>
                    <a:pt x="429622" y="123894"/>
                  </a:lnTo>
                  <a:lnTo>
                    <a:pt x="466745" y="119048"/>
                  </a:lnTo>
                  <a:lnTo>
                    <a:pt x="506316" y="113613"/>
                  </a:lnTo>
                  <a:lnTo>
                    <a:pt x="548306" y="107636"/>
                  </a:lnTo>
                  <a:lnTo>
                    <a:pt x="592392" y="101209"/>
                  </a:lnTo>
                  <a:lnTo>
                    <a:pt x="637987" y="94464"/>
                  </a:lnTo>
                  <a:lnTo>
                    <a:pt x="684312" y="87567"/>
                  </a:lnTo>
                  <a:lnTo>
                    <a:pt x="730488" y="80700"/>
                  </a:lnTo>
                  <a:lnTo>
                    <a:pt x="775659" y="74044"/>
                  </a:lnTo>
                  <a:lnTo>
                    <a:pt x="819099" y="67754"/>
                  </a:lnTo>
                  <a:lnTo>
                    <a:pt x="860305" y="61950"/>
                  </a:lnTo>
                  <a:lnTo>
                    <a:pt x="899049" y="56708"/>
                  </a:lnTo>
                  <a:lnTo>
                    <a:pt x="935402" y="52060"/>
                  </a:lnTo>
                  <a:lnTo>
                    <a:pt x="958487" y="49288"/>
                  </a:lnTo>
                  <a:lnTo>
                    <a:pt x="998305" y="44938"/>
                  </a:lnTo>
                  <a:lnTo>
                    <a:pt x="1036964" y="41371"/>
                  </a:lnTo>
                  <a:lnTo>
                    <a:pt x="1076251" y="38464"/>
                  </a:lnTo>
                  <a:lnTo>
                    <a:pt x="1117911" y="36080"/>
                  </a:lnTo>
                  <a:lnTo>
                    <a:pt x="1162969" y="34116"/>
                  </a:lnTo>
                  <a:lnTo>
                    <a:pt x="1210909" y="32516"/>
                  </a:lnTo>
                  <a:lnTo>
                    <a:pt x="1258795" y="31269"/>
                  </a:lnTo>
                  <a:lnTo>
                    <a:pt x="1301196" y="30387"/>
                  </a:lnTo>
                  <a:lnTo>
                    <a:pt x="1332102" y="29861"/>
                  </a:lnTo>
                  <a:lnTo>
                    <a:pt x="1348520" y="29628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7" y="20"/>
                  </a:lnTo>
                  <a:lnTo>
                    <a:pt x="1340151" y="169"/>
                  </a:lnTo>
                  <a:lnTo>
                    <a:pt x="1314766" y="570"/>
                  </a:lnTo>
                  <a:lnTo>
                    <a:pt x="1276173" y="1311"/>
                  </a:lnTo>
                  <a:lnTo>
                    <a:pt x="1229663" y="2419"/>
                  </a:lnTo>
                  <a:lnTo>
                    <a:pt x="1181245" y="3883"/>
                  </a:lnTo>
                  <a:lnTo>
                    <a:pt x="1134896" y="5703"/>
                  </a:lnTo>
                  <a:lnTo>
                    <a:pt x="1091981" y="7915"/>
                  </a:lnTo>
                  <a:lnTo>
                    <a:pt x="1051961" y="10605"/>
                  </a:lnTo>
                  <a:lnTo>
                    <a:pt x="1013283" y="13900"/>
                  </a:lnTo>
                  <a:lnTo>
                    <a:pt x="974097" y="17937"/>
                  </a:lnTo>
                  <a:lnTo>
                    <a:pt x="958487" y="19715"/>
                  </a:lnTo>
                  <a:lnTo>
                    <a:pt x="923535" y="23970"/>
                  </a:lnTo>
                  <a:lnTo>
                    <a:pt x="886412" y="28817"/>
                  </a:lnTo>
                  <a:lnTo>
                    <a:pt x="846841" y="34251"/>
                  </a:lnTo>
                  <a:lnTo>
                    <a:pt x="804851" y="40228"/>
                  </a:lnTo>
                  <a:lnTo>
                    <a:pt x="760765" y="46655"/>
                  </a:lnTo>
                  <a:lnTo>
                    <a:pt x="715170" y="53401"/>
                  </a:lnTo>
                  <a:lnTo>
                    <a:pt x="668846" y="60298"/>
                  </a:lnTo>
                  <a:lnTo>
                    <a:pt x="622669" y="67164"/>
                  </a:lnTo>
                  <a:lnTo>
                    <a:pt x="577498" y="73821"/>
                  </a:lnTo>
                  <a:lnTo>
                    <a:pt x="534058" y="80111"/>
                  </a:lnTo>
                  <a:lnTo>
                    <a:pt x="492852" y="85914"/>
                  </a:lnTo>
                  <a:lnTo>
                    <a:pt x="454109" y="91156"/>
                  </a:lnTo>
                  <a:lnTo>
                    <a:pt x="417755" y="95804"/>
                  </a:lnTo>
                  <a:lnTo>
                    <a:pt x="394671" y="98576"/>
                  </a:lnTo>
                  <a:lnTo>
                    <a:pt x="354853" y="102927"/>
                  </a:lnTo>
                  <a:lnTo>
                    <a:pt x="316194" y="106493"/>
                  </a:lnTo>
                  <a:lnTo>
                    <a:pt x="276906" y="109400"/>
                  </a:lnTo>
                  <a:lnTo>
                    <a:pt x="235246" y="111784"/>
                  </a:lnTo>
                  <a:lnTo>
                    <a:pt x="190188" y="113749"/>
                  </a:lnTo>
                  <a:lnTo>
                    <a:pt x="142248" y="115348"/>
                  </a:lnTo>
                  <a:lnTo>
                    <a:pt x="94362" y="116595"/>
                  </a:lnTo>
                  <a:lnTo>
                    <a:pt x="51961" y="117478"/>
                  </a:lnTo>
                  <a:lnTo>
                    <a:pt x="21055" y="118004"/>
                  </a:lnTo>
                  <a:lnTo>
                    <a:pt x="4637" y="118236"/>
                  </a:lnTo>
                  <a:lnTo>
                    <a:pt x="0" y="11829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1404410" y="5086005"/>
              <a:ext cx="1353158" cy="1035056"/>
            </a:xfrm>
            <a:custGeom>
              <a:avLst/>
              <a:pathLst>
                <a:path w="1353158" h="1035056">
                  <a:moveTo>
                    <a:pt x="0" y="1035056"/>
                  </a:moveTo>
                  <a:lnTo>
                    <a:pt x="1608" y="1034902"/>
                  </a:lnTo>
                  <a:lnTo>
                    <a:pt x="11616" y="1033787"/>
                  </a:lnTo>
                  <a:lnTo>
                    <a:pt x="34577" y="1030758"/>
                  </a:lnTo>
                  <a:lnTo>
                    <a:pt x="70112" y="1025122"/>
                  </a:lnTo>
                  <a:lnTo>
                    <a:pt x="113867" y="1016621"/>
                  </a:lnTo>
                  <a:lnTo>
                    <a:pt x="160378" y="1005305"/>
                  </a:lnTo>
                  <a:lnTo>
                    <a:pt x="205616" y="991225"/>
                  </a:lnTo>
                  <a:lnTo>
                    <a:pt x="247813" y="974191"/>
                  </a:lnTo>
                  <a:lnTo>
                    <a:pt x="287039" y="953669"/>
                  </a:lnTo>
                  <a:lnTo>
                    <a:pt x="324447" y="928797"/>
                  </a:lnTo>
                  <a:lnTo>
                    <a:pt x="361646" y="898526"/>
                  </a:lnTo>
                  <a:lnTo>
                    <a:pt x="394671" y="867476"/>
                  </a:lnTo>
                  <a:lnTo>
                    <a:pt x="422693" y="838705"/>
                  </a:lnTo>
                  <a:lnTo>
                    <a:pt x="452074" y="806680"/>
                  </a:lnTo>
                  <a:lnTo>
                    <a:pt x="483006" y="771367"/>
                  </a:lnTo>
                  <a:lnTo>
                    <a:pt x="515551" y="732876"/>
                  </a:lnTo>
                  <a:lnTo>
                    <a:pt x="549644" y="691475"/>
                  </a:lnTo>
                  <a:lnTo>
                    <a:pt x="585093" y="647594"/>
                  </a:lnTo>
                  <a:lnTo>
                    <a:pt x="621600" y="601817"/>
                  </a:lnTo>
                  <a:lnTo>
                    <a:pt x="658775" y="554857"/>
                  </a:lnTo>
                  <a:lnTo>
                    <a:pt x="696173" y="507506"/>
                  </a:lnTo>
                  <a:lnTo>
                    <a:pt x="733326" y="460584"/>
                  </a:lnTo>
                  <a:lnTo>
                    <a:pt x="769790" y="414884"/>
                  </a:lnTo>
                  <a:lnTo>
                    <a:pt x="805181" y="371109"/>
                  </a:lnTo>
                  <a:lnTo>
                    <a:pt x="839202" y="329838"/>
                  </a:lnTo>
                  <a:lnTo>
                    <a:pt x="871671" y="291495"/>
                  </a:lnTo>
                  <a:lnTo>
                    <a:pt x="902526" y="256339"/>
                  </a:lnTo>
                  <a:lnTo>
                    <a:pt x="931837" y="224471"/>
                  </a:lnTo>
                  <a:lnTo>
                    <a:pt x="958487" y="197153"/>
                  </a:lnTo>
                  <a:lnTo>
                    <a:pt x="996745" y="161522"/>
                  </a:lnTo>
                  <a:lnTo>
                    <a:pt x="1033873" y="132066"/>
                  </a:lnTo>
                  <a:lnTo>
                    <a:pt x="1071443" y="107862"/>
                  </a:lnTo>
                  <a:lnTo>
                    <a:pt x="1111031" y="87870"/>
                  </a:lnTo>
                  <a:lnTo>
                    <a:pt x="1153681" y="71272"/>
                  </a:lnTo>
                  <a:lnTo>
                    <a:pt x="1199253" y="57582"/>
                  </a:lnTo>
                  <a:lnTo>
                    <a:pt x="1245671" y="46652"/>
                  </a:lnTo>
                  <a:lnTo>
                    <a:pt x="1288617" y="38551"/>
                  </a:lnTo>
                  <a:lnTo>
                    <a:pt x="1322596" y="33304"/>
                  </a:lnTo>
                  <a:lnTo>
                    <a:pt x="1343660" y="30593"/>
                  </a:lnTo>
                  <a:lnTo>
                    <a:pt x="1352118" y="29671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549" y="154"/>
                  </a:lnTo>
                  <a:lnTo>
                    <a:pt x="1341541" y="1269"/>
                  </a:lnTo>
                  <a:lnTo>
                    <a:pt x="1318581" y="4298"/>
                  </a:lnTo>
                  <a:lnTo>
                    <a:pt x="1283045" y="9934"/>
                  </a:lnTo>
                  <a:lnTo>
                    <a:pt x="1239290" y="18435"/>
                  </a:lnTo>
                  <a:lnTo>
                    <a:pt x="1192779" y="29751"/>
                  </a:lnTo>
                  <a:lnTo>
                    <a:pt x="1147541" y="43831"/>
                  </a:lnTo>
                  <a:lnTo>
                    <a:pt x="1105344" y="60865"/>
                  </a:lnTo>
                  <a:lnTo>
                    <a:pt x="1066118" y="81387"/>
                  </a:lnTo>
                  <a:lnTo>
                    <a:pt x="1028710" y="106259"/>
                  </a:lnTo>
                  <a:lnTo>
                    <a:pt x="991512" y="136530"/>
                  </a:lnTo>
                  <a:lnTo>
                    <a:pt x="958487" y="167580"/>
                  </a:lnTo>
                  <a:lnTo>
                    <a:pt x="930465" y="196351"/>
                  </a:lnTo>
                  <a:lnTo>
                    <a:pt x="901083" y="228376"/>
                  </a:lnTo>
                  <a:lnTo>
                    <a:pt x="870151" y="263689"/>
                  </a:lnTo>
                  <a:lnTo>
                    <a:pt x="837606" y="302180"/>
                  </a:lnTo>
                  <a:lnTo>
                    <a:pt x="803514" y="343581"/>
                  </a:lnTo>
                  <a:lnTo>
                    <a:pt x="768064" y="387462"/>
                  </a:lnTo>
                  <a:lnTo>
                    <a:pt x="731557" y="433239"/>
                  </a:lnTo>
                  <a:lnTo>
                    <a:pt x="694382" y="480199"/>
                  </a:lnTo>
                  <a:lnTo>
                    <a:pt x="656985" y="527550"/>
                  </a:lnTo>
                  <a:lnTo>
                    <a:pt x="619832" y="574472"/>
                  </a:lnTo>
                  <a:lnTo>
                    <a:pt x="583367" y="620172"/>
                  </a:lnTo>
                  <a:lnTo>
                    <a:pt x="547976" y="663947"/>
                  </a:lnTo>
                  <a:lnTo>
                    <a:pt x="513955" y="705218"/>
                  </a:lnTo>
                  <a:lnTo>
                    <a:pt x="481487" y="743561"/>
                  </a:lnTo>
                  <a:lnTo>
                    <a:pt x="450631" y="778717"/>
                  </a:lnTo>
                  <a:lnTo>
                    <a:pt x="421320" y="810585"/>
                  </a:lnTo>
                  <a:lnTo>
                    <a:pt x="394671" y="837903"/>
                  </a:lnTo>
                  <a:lnTo>
                    <a:pt x="356412" y="873534"/>
                  </a:lnTo>
                  <a:lnTo>
                    <a:pt x="319284" y="902990"/>
                  </a:lnTo>
                  <a:lnTo>
                    <a:pt x="281715" y="927194"/>
                  </a:lnTo>
                  <a:lnTo>
                    <a:pt x="242127" y="947186"/>
                  </a:lnTo>
                  <a:lnTo>
                    <a:pt x="199476" y="963784"/>
                  </a:lnTo>
                  <a:lnTo>
                    <a:pt x="153904" y="977474"/>
                  </a:lnTo>
                  <a:lnTo>
                    <a:pt x="107486" y="988404"/>
                  </a:lnTo>
                  <a:lnTo>
                    <a:pt x="64540" y="996505"/>
                  </a:lnTo>
                  <a:lnTo>
                    <a:pt x="30562" y="1001752"/>
                  </a:lnTo>
                  <a:lnTo>
                    <a:pt x="9498" y="1004463"/>
                  </a:lnTo>
                  <a:lnTo>
                    <a:pt x="1039" y="1005385"/>
                  </a:lnTo>
                  <a:lnTo>
                    <a:pt x="0" y="1005483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404410" y="5766185"/>
              <a:ext cx="1353158" cy="473168"/>
            </a:xfrm>
            <a:custGeom>
              <a:avLst/>
              <a:pathLst>
                <a:path w="1353158" h="473168">
                  <a:moveTo>
                    <a:pt x="0" y="473168"/>
                  </a:moveTo>
                  <a:lnTo>
                    <a:pt x="1769" y="473093"/>
                  </a:lnTo>
                  <a:lnTo>
                    <a:pt x="12722" y="472550"/>
                  </a:lnTo>
                  <a:lnTo>
                    <a:pt x="37615" y="471078"/>
                  </a:lnTo>
                  <a:lnTo>
                    <a:pt x="75598" y="468358"/>
                  </a:lnTo>
                  <a:lnTo>
                    <a:pt x="121570" y="464287"/>
                  </a:lnTo>
                  <a:lnTo>
                    <a:pt x="169624" y="458898"/>
                  </a:lnTo>
                  <a:lnTo>
                    <a:pt x="215764" y="452199"/>
                  </a:lnTo>
                  <a:lnTo>
                    <a:pt x="258539" y="444064"/>
                  </a:lnTo>
                  <a:lnTo>
                    <a:pt x="298393" y="434189"/>
                  </a:lnTo>
                  <a:lnTo>
                    <a:pt x="336798" y="422122"/>
                  </a:lnTo>
                  <a:lnTo>
                    <a:pt x="375562" y="407352"/>
                  </a:lnTo>
                  <a:lnTo>
                    <a:pt x="394671" y="399236"/>
                  </a:lnTo>
                  <a:lnTo>
                    <a:pt x="427669" y="384203"/>
                  </a:lnTo>
                  <a:lnTo>
                    <a:pt x="462591" y="367189"/>
                  </a:lnTo>
                  <a:lnTo>
                    <a:pt x="499691" y="348194"/>
                  </a:lnTo>
                  <a:lnTo>
                    <a:pt x="538978" y="327346"/>
                  </a:lnTo>
                  <a:lnTo>
                    <a:pt x="580226" y="304904"/>
                  </a:lnTo>
                  <a:lnTo>
                    <a:pt x="622989" y="281262"/>
                  </a:lnTo>
                  <a:lnTo>
                    <a:pt x="666646" y="256920"/>
                  </a:lnTo>
                  <a:lnTo>
                    <a:pt x="710474" y="232445"/>
                  </a:lnTo>
                  <a:lnTo>
                    <a:pt x="753726" y="208419"/>
                  </a:lnTo>
                  <a:lnTo>
                    <a:pt x="795727" y="185378"/>
                  </a:lnTo>
                  <a:lnTo>
                    <a:pt x="835944" y="163767"/>
                  </a:lnTo>
                  <a:lnTo>
                    <a:pt x="874047" y="143910"/>
                  </a:lnTo>
                  <a:lnTo>
                    <a:pt x="909938" y="125992"/>
                  </a:lnTo>
                  <a:lnTo>
                    <a:pt x="943760" y="110069"/>
                  </a:lnTo>
                  <a:lnTo>
                    <a:pt x="958487" y="103505"/>
                  </a:lnTo>
                  <a:lnTo>
                    <a:pt x="997994" y="87310"/>
                  </a:lnTo>
                  <a:lnTo>
                    <a:pt x="1036348" y="74011"/>
                  </a:lnTo>
                  <a:lnTo>
                    <a:pt x="1075291" y="63152"/>
                  </a:lnTo>
                  <a:lnTo>
                    <a:pt x="1116533" y="54235"/>
                  </a:lnTo>
                  <a:lnTo>
                    <a:pt x="1161109" y="46876"/>
                  </a:lnTo>
                  <a:lnTo>
                    <a:pt x="1208584" y="40867"/>
                  </a:lnTo>
                  <a:lnTo>
                    <a:pt x="1256210" y="36159"/>
                  </a:lnTo>
                  <a:lnTo>
                    <a:pt x="1298780" y="32795"/>
                  </a:lnTo>
                  <a:lnTo>
                    <a:pt x="1330361" y="30754"/>
                  </a:lnTo>
                  <a:lnTo>
                    <a:pt x="1347720" y="29820"/>
                  </a:lnTo>
                  <a:lnTo>
                    <a:pt x="1352955" y="29581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88" y="75"/>
                  </a:lnTo>
                  <a:lnTo>
                    <a:pt x="1340435" y="618"/>
                  </a:lnTo>
                  <a:lnTo>
                    <a:pt x="1315542" y="2090"/>
                  </a:lnTo>
                  <a:lnTo>
                    <a:pt x="1277560" y="4809"/>
                  </a:lnTo>
                  <a:lnTo>
                    <a:pt x="1231588" y="8881"/>
                  </a:lnTo>
                  <a:lnTo>
                    <a:pt x="1183533" y="14270"/>
                  </a:lnTo>
                  <a:lnTo>
                    <a:pt x="1137393" y="20969"/>
                  </a:lnTo>
                  <a:lnTo>
                    <a:pt x="1094618" y="29104"/>
                  </a:lnTo>
                  <a:lnTo>
                    <a:pt x="1054764" y="38979"/>
                  </a:lnTo>
                  <a:lnTo>
                    <a:pt x="1016359" y="51046"/>
                  </a:lnTo>
                  <a:lnTo>
                    <a:pt x="977595" y="65816"/>
                  </a:lnTo>
                  <a:lnTo>
                    <a:pt x="958487" y="73932"/>
                  </a:lnTo>
                  <a:lnTo>
                    <a:pt x="925488" y="88965"/>
                  </a:lnTo>
                  <a:lnTo>
                    <a:pt x="890566" y="105979"/>
                  </a:lnTo>
                  <a:lnTo>
                    <a:pt x="853466" y="124974"/>
                  </a:lnTo>
                  <a:lnTo>
                    <a:pt x="814179" y="145822"/>
                  </a:lnTo>
                  <a:lnTo>
                    <a:pt x="772931" y="168264"/>
                  </a:lnTo>
                  <a:lnTo>
                    <a:pt x="730168" y="191906"/>
                  </a:lnTo>
                  <a:lnTo>
                    <a:pt x="686511" y="216248"/>
                  </a:lnTo>
                  <a:lnTo>
                    <a:pt x="642683" y="240723"/>
                  </a:lnTo>
                  <a:lnTo>
                    <a:pt x="599431" y="264749"/>
                  </a:lnTo>
                  <a:lnTo>
                    <a:pt x="557430" y="287790"/>
                  </a:lnTo>
                  <a:lnTo>
                    <a:pt x="517213" y="309400"/>
                  </a:lnTo>
                  <a:lnTo>
                    <a:pt x="479110" y="329258"/>
                  </a:lnTo>
                  <a:lnTo>
                    <a:pt x="443219" y="347176"/>
                  </a:lnTo>
                  <a:lnTo>
                    <a:pt x="409397" y="363099"/>
                  </a:lnTo>
                  <a:lnTo>
                    <a:pt x="394671" y="369663"/>
                  </a:lnTo>
                  <a:lnTo>
                    <a:pt x="355163" y="385858"/>
                  </a:lnTo>
                  <a:lnTo>
                    <a:pt x="316809" y="399157"/>
                  </a:lnTo>
                  <a:lnTo>
                    <a:pt x="277867" y="410016"/>
                  </a:lnTo>
                  <a:lnTo>
                    <a:pt x="236624" y="418933"/>
                  </a:lnTo>
                  <a:lnTo>
                    <a:pt x="192048" y="426292"/>
                  </a:lnTo>
                  <a:lnTo>
                    <a:pt x="144573" y="432301"/>
                  </a:lnTo>
                  <a:lnTo>
                    <a:pt x="96947" y="437009"/>
                  </a:lnTo>
                  <a:lnTo>
                    <a:pt x="54377" y="440373"/>
                  </a:lnTo>
                  <a:lnTo>
                    <a:pt x="22796" y="442414"/>
                  </a:lnTo>
                  <a:lnTo>
                    <a:pt x="5438" y="443348"/>
                  </a:lnTo>
                  <a:lnTo>
                    <a:pt x="203" y="443587"/>
                  </a:lnTo>
                  <a:lnTo>
                    <a:pt x="0" y="44359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404410" y="6150635"/>
              <a:ext cx="1353158" cy="147865"/>
            </a:xfrm>
            <a:custGeom>
              <a:avLst/>
              <a:pathLst>
                <a:path w="1353158" h="147865">
                  <a:moveTo>
                    <a:pt x="0" y="147865"/>
                  </a:moveTo>
                  <a:lnTo>
                    <a:pt x="1811" y="147844"/>
                  </a:lnTo>
                  <a:lnTo>
                    <a:pt x="13006" y="147696"/>
                  </a:lnTo>
                  <a:lnTo>
                    <a:pt x="38391" y="147294"/>
                  </a:lnTo>
                  <a:lnTo>
                    <a:pt x="76984" y="146553"/>
                  </a:lnTo>
                  <a:lnTo>
                    <a:pt x="123494" y="145445"/>
                  </a:lnTo>
                  <a:lnTo>
                    <a:pt x="171913" y="143981"/>
                  </a:lnTo>
                  <a:lnTo>
                    <a:pt x="218261" y="142162"/>
                  </a:lnTo>
                  <a:lnTo>
                    <a:pt x="261176" y="139949"/>
                  </a:lnTo>
                  <a:lnTo>
                    <a:pt x="301196" y="137259"/>
                  </a:lnTo>
                  <a:lnTo>
                    <a:pt x="339874" y="133964"/>
                  </a:lnTo>
                  <a:lnTo>
                    <a:pt x="379060" y="129927"/>
                  </a:lnTo>
                  <a:lnTo>
                    <a:pt x="394671" y="128149"/>
                  </a:lnTo>
                  <a:lnTo>
                    <a:pt x="429622" y="123894"/>
                  </a:lnTo>
                  <a:lnTo>
                    <a:pt x="466745" y="119048"/>
                  </a:lnTo>
                  <a:lnTo>
                    <a:pt x="506316" y="113613"/>
                  </a:lnTo>
                  <a:lnTo>
                    <a:pt x="548306" y="107636"/>
                  </a:lnTo>
                  <a:lnTo>
                    <a:pt x="592392" y="101209"/>
                  </a:lnTo>
                  <a:lnTo>
                    <a:pt x="637987" y="94464"/>
                  </a:lnTo>
                  <a:lnTo>
                    <a:pt x="684312" y="87567"/>
                  </a:lnTo>
                  <a:lnTo>
                    <a:pt x="730488" y="80700"/>
                  </a:lnTo>
                  <a:lnTo>
                    <a:pt x="775659" y="74044"/>
                  </a:lnTo>
                  <a:lnTo>
                    <a:pt x="819099" y="67754"/>
                  </a:lnTo>
                  <a:lnTo>
                    <a:pt x="860305" y="61950"/>
                  </a:lnTo>
                  <a:lnTo>
                    <a:pt x="899049" y="56708"/>
                  </a:lnTo>
                  <a:lnTo>
                    <a:pt x="935402" y="52060"/>
                  </a:lnTo>
                  <a:lnTo>
                    <a:pt x="958487" y="49288"/>
                  </a:lnTo>
                  <a:lnTo>
                    <a:pt x="998305" y="44938"/>
                  </a:lnTo>
                  <a:lnTo>
                    <a:pt x="1036964" y="41371"/>
                  </a:lnTo>
                  <a:lnTo>
                    <a:pt x="1076251" y="38464"/>
                  </a:lnTo>
                  <a:lnTo>
                    <a:pt x="1117911" y="36080"/>
                  </a:lnTo>
                  <a:lnTo>
                    <a:pt x="1162969" y="34116"/>
                  </a:lnTo>
                  <a:lnTo>
                    <a:pt x="1210909" y="32516"/>
                  </a:lnTo>
                  <a:lnTo>
                    <a:pt x="1258795" y="31269"/>
                  </a:lnTo>
                  <a:lnTo>
                    <a:pt x="1301196" y="30387"/>
                  </a:lnTo>
                  <a:lnTo>
                    <a:pt x="1332102" y="29861"/>
                  </a:lnTo>
                  <a:lnTo>
                    <a:pt x="1348520" y="29628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47" y="20"/>
                  </a:lnTo>
                  <a:lnTo>
                    <a:pt x="1340151" y="169"/>
                  </a:lnTo>
                  <a:lnTo>
                    <a:pt x="1314766" y="570"/>
                  </a:lnTo>
                  <a:lnTo>
                    <a:pt x="1276173" y="1311"/>
                  </a:lnTo>
                  <a:lnTo>
                    <a:pt x="1229663" y="2419"/>
                  </a:lnTo>
                  <a:lnTo>
                    <a:pt x="1181245" y="3883"/>
                  </a:lnTo>
                  <a:lnTo>
                    <a:pt x="1134896" y="5703"/>
                  </a:lnTo>
                  <a:lnTo>
                    <a:pt x="1091981" y="7915"/>
                  </a:lnTo>
                  <a:lnTo>
                    <a:pt x="1051961" y="10605"/>
                  </a:lnTo>
                  <a:lnTo>
                    <a:pt x="1013283" y="13900"/>
                  </a:lnTo>
                  <a:lnTo>
                    <a:pt x="974097" y="17937"/>
                  </a:lnTo>
                  <a:lnTo>
                    <a:pt x="958487" y="19715"/>
                  </a:lnTo>
                  <a:lnTo>
                    <a:pt x="923535" y="23970"/>
                  </a:lnTo>
                  <a:lnTo>
                    <a:pt x="886412" y="28817"/>
                  </a:lnTo>
                  <a:lnTo>
                    <a:pt x="846841" y="34251"/>
                  </a:lnTo>
                  <a:lnTo>
                    <a:pt x="804851" y="40228"/>
                  </a:lnTo>
                  <a:lnTo>
                    <a:pt x="760765" y="46655"/>
                  </a:lnTo>
                  <a:lnTo>
                    <a:pt x="715170" y="53401"/>
                  </a:lnTo>
                  <a:lnTo>
                    <a:pt x="668846" y="60298"/>
                  </a:lnTo>
                  <a:lnTo>
                    <a:pt x="622669" y="67164"/>
                  </a:lnTo>
                  <a:lnTo>
                    <a:pt x="577498" y="73821"/>
                  </a:lnTo>
                  <a:lnTo>
                    <a:pt x="534058" y="80111"/>
                  </a:lnTo>
                  <a:lnTo>
                    <a:pt x="492852" y="85914"/>
                  </a:lnTo>
                  <a:lnTo>
                    <a:pt x="454109" y="91156"/>
                  </a:lnTo>
                  <a:lnTo>
                    <a:pt x="417755" y="95804"/>
                  </a:lnTo>
                  <a:lnTo>
                    <a:pt x="394671" y="98576"/>
                  </a:lnTo>
                  <a:lnTo>
                    <a:pt x="354853" y="102927"/>
                  </a:lnTo>
                  <a:lnTo>
                    <a:pt x="316194" y="106493"/>
                  </a:lnTo>
                  <a:lnTo>
                    <a:pt x="276906" y="109400"/>
                  </a:lnTo>
                  <a:lnTo>
                    <a:pt x="235246" y="111784"/>
                  </a:lnTo>
                  <a:lnTo>
                    <a:pt x="190188" y="113749"/>
                  </a:lnTo>
                  <a:lnTo>
                    <a:pt x="142248" y="115348"/>
                  </a:lnTo>
                  <a:lnTo>
                    <a:pt x="94362" y="116595"/>
                  </a:lnTo>
                  <a:lnTo>
                    <a:pt x="51961" y="117478"/>
                  </a:lnTo>
                  <a:lnTo>
                    <a:pt x="21055" y="118004"/>
                  </a:lnTo>
                  <a:lnTo>
                    <a:pt x="4637" y="118236"/>
                  </a:lnTo>
                  <a:lnTo>
                    <a:pt x="0" y="11829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1404410" y="2187846"/>
              <a:ext cx="1353158" cy="3874070"/>
            </a:xfrm>
            <a:custGeom>
              <a:avLst/>
              <a:pathLst>
                <a:path w="1353158" h="3874070">
                  <a:moveTo>
                    <a:pt x="0" y="3874070"/>
                  </a:moveTo>
                  <a:lnTo>
                    <a:pt x="591" y="3873860"/>
                  </a:lnTo>
                  <a:lnTo>
                    <a:pt x="4414" y="3872356"/>
                  </a:lnTo>
                  <a:lnTo>
                    <a:pt x="13808" y="3868202"/>
                  </a:lnTo>
                  <a:lnTo>
                    <a:pt x="29952" y="3860126"/>
                  </a:lnTo>
                  <a:lnTo>
                    <a:pt x="52720" y="3847153"/>
                  </a:lnTo>
                  <a:lnTo>
                    <a:pt x="80839" y="3828752"/>
                  </a:lnTo>
                  <a:lnTo>
                    <a:pt x="112381" y="3804804"/>
                  </a:lnTo>
                  <a:lnTo>
                    <a:pt x="145360" y="3775428"/>
                  </a:lnTo>
                  <a:lnTo>
                    <a:pt x="178181" y="3740748"/>
                  </a:lnTo>
                  <a:lnTo>
                    <a:pt x="209837" y="3700701"/>
                  </a:lnTo>
                  <a:lnTo>
                    <a:pt x="239894" y="3654924"/>
                  </a:lnTo>
                  <a:lnTo>
                    <a:pt x="268368" y="3602710"/>
                  </a:lnTo>
                  <a:lnTo>
                    <a:pt x="295585" y="3543014"/>
                  </a:lnTo>
                  <a:lnTo>
                    <a:pt x="322051" y="3474517"/>
                  </a:lnTo>
                  <a:lnTo>
                    <a:pt x="348359" y="3395746"/>
                  </a:lnTo>
                  <a:lnTo>
                    <a:pt x="375090" y="3305340"/>
                  </a:lnTo>
                  <a:lnTo>
                    <a:pt x="394671" y="3233320"/>
                  </a:lnTo>
                  <a:lnTo>
                    <a:pt x="410710" y="3171261"/>
                  </a:lnTo>
                  <a:lnTo>
                    <a:pt x="427165" y="3105105"/>
                  </a:lnTo>
                  <a:lnTo>
                    <a:pt x="444089" y="3034770"/>
                  </a:lnTo>
                  <a:lnTo>
                    <a:pt x="461520" y="2960224"/>
                  </a:lnTo>
                  <a:lnTo>
                    <a:pt x="479482" y="2881495"/>
                  </a:lnTo>
                  <a:lnTo>
                    <a:pt x="497985" y="2798674"/>
                  </a:lnTo>
                  <a:lnTo>
                    <a:pt x="517024" y="2711918"/>
                  </a:lnTo>
                  <a:lnTo>
                    <a:pt x="536579" y="2621455"/>
                  </a:lnTo>
                  <a:lnTo>
                    <a:pt x="556618" y="2527585"/>
                  </a:lnTo>
                  <a:lnTo>
                    <a:pt x="577095" y="2430673"/>
                  </a:lnTo>
                  <a:lnTo>
                    <a:pt x="597952" y="2331152"/>
                  </a:lnTo>
                  <a:lnTo>
                    <a:pt x="619120" y="2229511"/>
                  </a:lnTo>
                  <a:lnTo>
                    <a:pt x="640521" y="2126287"/>
                  </a:lnTo>
                  <a:lnTo>
                    <a:pt x="662072" y="2022055"/>
                  </a:lnTo>
                  <a:lnTo>
                    <a:pt x="683684" y="1917415"/>
                  </a:lnTo>
                  <a:lnTo>
                    <a:pt x="705266" y="1812975"/>
                  </a:lnTo>
                  <a:lnTo>
                    <a:pt x="726729" y="1709340"/>
                  </a:lnTo>
                  <a:lnTo>
                    <a:pt x="747986" y="1607093"/>
                  </a:lnTo>
                  <a:lnTo>
                    <a:pt x="768958" y="1506788"/>
                  </a:lnTo>
                  <a:lnTo>
                    <a:pt x="789572" y="1408931"/>
                  </a:lnTo>
                  <a:lnTo>
                    <a:pt x="809767" y="1313974"/>
                  </a:lnTo>
                  <a:lnTo>
                    <a:pt x="829492" y="1222308"/>
                  </a:lnTo>
                  <a:lnTo>
                    <a:pt x="848710" y="1134253"/>
                  </a:lnTo>
                  <a:lnTo>
                    <a:pt x="867398" y="1050062"/>
                  </a:lnTo>
                  <a:lnTo>
                    <a:pt x="885545" y="969918"/>
                  </a:lnTo>
                  <a:lnTo>
                    <a:pt x="903156" y="893933"/>
                  </a:lnTo>
                  <a:lnTo>
                    <a:pt x="920251" y="822156"/>
                  </a:lnTo>
                  <a:lnTo>
                    <a:pt x="936861" y="754576"/>
                  </a:lnTo>
                  <a:lnTo>
                    <a:pt x="953036" y="691126"/>
                  </a:lnTo>
                  <a:lnTo>
                    <a:pt x="958487" y="670322"/>
                  </a:lnTo>
                  <a:lnTo>
                    <a:pt x="985813" y="571103"/>
                  </a:lnTo>
                  <a:lnTo>
                    <a:pt x="1012368" y="484153"/>
                  </a:lnTo>
                  <a:lnTo>
                    <a:pt x="1038659" y="408481"/>
                  </a:lnTo>
                  <a:lnTo>
                    <a:pt x="1065282" y="342657"/>
                  </a:lnTo>
                  <a:lnTo>
                    <a:pt x="1092814" y="285233"/>
                  </a:lnTo>
                  <a:lnTo>
                    <a:pt x="1121720" y="234959"/>
                  </a:lnTo>
                  <a:lnTo>
                    <a:pt x="1152251" y="190884"/>
                  </a:lnTo>
                  <a:lnTo>
                    <a:pt x="1184309" y="152400"/>
                  </a:lnTo>
                  <a:lnTo>
                    <a:pt x="1217306" y="119238"/>
                  </a:lnTo>
                  <a:lnTo>
                    <a:pt x="1250059" y="91402"/>
                  </a:lnTo>
                  <a:lnTo>
                    <a:pt x="1280830" y="69040"/>
                  </a:lnTo>
                  <a:lnTo>
                    <a:pt x="1307593" y="52225"/>
                  </a:lnTo>
                  <a:lnTo>
                    <a:pt x="1328546" y="40733"/>
                  </a:lnTo>
                  <a:lnTo>
                    <a:pt x="1342708" y="33899"/>
                  </a:lnTo>
                  <a:lnTo>
                    <a:pt x="1350327" y="30644"/>
                  </a:lnTo>
                  <a:lnTo>
                    <a:pt x="1352939" y="29648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2566" y="209"/>
                  </a:lnTo>
                  <a:lnTo>
                    <a:pt x="1348743" y="1714"/>
                  </a:lnTo>
                  <a:lnTo>
                    <a:pt x="1339349" y="5867"/>
                  </a:lnTo>
                  <a:lnTo>
                    <a:pt x="1323205" y="13944"/>
                  </a:lnTo>
                  <a:lnTo>
                    <a:pt x="1300437" y="26916"/>
                  </a:lnTo>
                  <a:lnTo>
                    <a:pt x="1272319" y="45317"/>
                  </a:lnTo>
                  <a:lnTo>
                    <a:pt x="1240776" y="69265"/>
                  </a:lnTo>
                  <a:lnTo>
                    <a:pt x="1207797" y="98642"/>
                  </a:lnTo>
                  <a:lnTo>
                    <a:pt x="1174976" y="133322"/>
                  </a:lnTo>
                  <a:lnTo>
                    <a:pt x="1143320" y="173368"/>
                  </a:lnTo>
                  <a:lnTo>
                    <a:pt x="1113263" y="219145"/>
                  </a:lnTo>
                  <a:lnTo>
                    <a:pt x="1084789" y="271360"/>
                  </a:lnTo>
                  <a:lnTo>
                    <a:pt x="1057572" y="331055"/>
                  </a:lnTo>
                  <a:lnTo>
                    <a:pt x="1031106" y="399552"/>
                  </a:lnTo>
                  <a:lnTo>
                    <a:pt x="1004798" y="478324"/>
                  </a:lnTo>
                  <a:lnTo>
                    <a:pt x="978067" y="568730"/>
                  </a:lnTo>
                  <a:lnTo>
                    <a:pt x="958487" y="640749"/>
                  </a:lnTo>
                  <a:lnTo>
                    <a:pt x="942448" y="702809"/>
                  </a:lnTo>
                  <a:lnTo>
                    <a:pt x="925993" y="768964"/>
                  </a:lnTo>
                  <a:lnTo>
                    <a:pt x="909069" y="839299"/>
                  </a:lnTo>
                  <a:lnTo>
                    <a:pt x="891637" y="913845"/>
                  </a:lnTo>
                  <a:lnTo>
                    <a:pt x="873675" y="992574"/>
                  </a:lnTo>
                  <a:lnTo>
                    <a:pt x="855172" y="1075396"/>
                  </a:lnTo>
                  <a:lnTo>
                    <a:pt x="836134" y="1162152"/>
                  </a:lnTo>
                  <a:lnTo>
                    <a:pt x="816578" y="1252614"/>
                  </a:lnTo>
                  <a:lnTo>
                    <a:pt x="796539" y="1346485"/>
                  </a:lnTo>
                  <a:lnTo>
                    <a:pt x="776062" y="1443396"/>
                  </a:lnTo>
                  <a:lnTo>
                    <a:pt x="755205" y="1542917"/>
                  </a:lnTo>
                  <a:lnTo>
                    <a:pt x="734037" y="1644559"/>
                  </a:lnTo>
                  <a:lnTo>
                    <a:pt x="712636" y="1747783"/>
                  </a:lnTo>
                  <a:lnTo>
                    <a:pt x="691085" y="1852014"/>
                  </a:lnTo>
                  <a:lnTo>
                    <a:pt x="669473" y="1956654"/>
                  </a:lnTo>
                  <a:lnTo>
                    <a:pt x="647891" y="2061094"/>
                  </a:lnTo>
                  <a:lnTo>
                    <a:pt x="626428" y="2164730"/>
                  </a:lnTo>
                  <a:lnTo>
                    <a:pt x="605171" y="2266976"/>
                  </a:lnTo>
                  <a:lnTo>
                    <a:pt x="584200" y="2367281"/>
                  </a:lnTo>
                  <a:lnTo>
                    <a:pt x="563585" y="2465138"/>
                  </a:lnTo>
                  <a:lnTo>
                    <a:pt x="543391" y="2560095"/>
                  </a:lnTo>
                  <a:lnTo>
                    <a:pt x="523665" y="2651762"/>
                  </a:lnTo>
                  <a:lnTo>
                    <a:pt x="504447" y="2739817"/>
                  </a:lnTo>
                  <a:lnTo>
                    <a:pt x="485759" y="2824007"/>
                  </a:lnTo>
                  <a:lnTo>
                    <a:pt x="467612" y="2904152"/>
                  </a:lnTo>
                  <a:lnTo>
                    <a:pt x="450001" y="2980136"/>
                  </a:lnTo>
                  <a:lnTo>
                    <a:pt x="432907" y="3051913"/>
                  </a:lnTo>
                  <a:lnTo>
                    <a:pt x="416296" y="3119494"/>
                  </a:lnTo>
                  <a:lnTo>
                    <a:pt x="400122" y="3182944"/>
                  </a:lnTo>
                  <a:lnTo>
                    <a:pt x="394671" y="3203747"/>
                  </a:lnTo>
                  <a:lnTo>
                    <a:pt x="367344" y="3302966"/>
                  </a:lnTo>
                  <a:lnTo>
                    <a:pt x="340789" y="3389917"/>
                  </a:lnTo>
                  <a:lnTo>
                    <a:pt x="314498" y="3465589"/>
                  </a:lnTo>
                  <a:lnTo>
                    <a:pt x="287875" y="3531412"/>
                  </a:lnTo>
                  <a:lnTo>
                    <a:pt x="260343" y="3588836"/>
                  </a:lnTo>
                  <a:lnTo>
                    <a:pt x="231437" y="3639111"/>
                  </a:lnTo>
                  <a:lnTo>
                    <a:pt x="200906" y="3683186"/>
                  </a:lnTo>
                  <a:lnTo>
                    <a:pt x="168848" y="3721669"/>
                  </a:lnTo>
                  <a:lnTo>
                    <a:pt x="135851" y="3754832"/>
                  </a:lnTo>
                  <a:lnTo>
                    <a:pt x="103098" y="3782667"/>
                  </a:lnTo>
                  <a:lnTo>
                    <a:pt x="72327" y="3805029"/>
                  </a:lnTo>
                  <a:lnTo>
                    <a:pt x="45565" y="3821844"/>
                  </a:lnTo>
                  <a:lnTo>
                    <a:pt x="24611" y="3833336"/>
                  </a:lnTo>
                  <a:lnTo>
                    <a:pt x="10449" y="3840170"/>
                  </a:lnTo>
                  <a:lnTo>
                    <a:pt x="2830" y="3843426"/>
                  </a:lnTo>
                  <a:lnTo>
                    <a:pt x="218" y="3844421"/>
                  </a:lnTo>
                  <a:lnTo>
                    <a:pt x="0" y="3844497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404410" y="6180208"/>
              <a:ext cx="1353158" cy="236584"/>
            </a:xfrm>
            <a:custGeom>
              <a:avLst/>
              <a:pathLst>
                <a:path w="1353158" h="236584">
                  <a:moveTo>
                    <a:pt x="0" y="236584"/>
                  </a:moveTo>
                  <a:lnTo>
                    <a:pt x="1804" y="236548"/>
                  </a:lnTo>
                  <a:lnTo>
                    <a:pt x="12960" y="236289"/>
                  </a:lnTo>
                  <a:lnTo>
                    <a:pt x="38266" y="235589"/>
                  </a:lnTo>
                  <a:lnTo>
                    <a:pt x="76761" y="234296"/>
                  </a:lnTo>
                  <a:lnTo>
                    <a:pt x="123185" y="232365"/>
                  </a:lnTo>
                  <a:lnTo>
                    <a:pt x="171546" y="229810"/>
                  </a:lnTo>
                  <a:lnTo>
                    <a:pt x="217861" y="226635"/>
                  </a:lnTo>
                  <a:lnTo>
                    <a:pt x="260753" y="222775"/>
                  </a:lnTo>
                  <a:lnTo>
                    <a:pt x="300747" y="218084"/>
                  </a:lnTo>
                  <a:lnTo>
                    <a:pt x="339380" y="212340"/>
                  </a:lnTo>
                  <a:lnTo>
                    <a:pt x="378497" y="205303"/>
                  </a:lnTo>
                  <a:lnTo>
                    <a:pt x="394671" y="202082"/>
                  </a:lnTo>
                  <a:lnTo>
                    <a:pt x="429275" y="194712"/>
                  </a:lnTo>
                  <a:lnTo>
                    <a:pt x="466005" y="186327"/>
                  </a:lnTo>
                  <a:lnTo>
                    <a:pt x="505135" y="176933"/>
                  </a:lnTo>
                  <a:lnTo>
                    <a:pt x="546642" y="166604"/>
                  </a:lnTo>
                  <a:lnTo>
                    <a:pt x="590223" y="155494"/>
                  </a:lnTo>
                  <a:lnTo>
                    <a:pt x="635317" y="143826"/>
                  </a:lnTo>
                  <a:lnTo>
                    <a:pt x="681175" y="131880"/>
                  </a:lnTo>
                  <a:lnTo>
                    <a:pt x="726946" y="119965"/>
                  </a:lnTo>
                  <a:lnTo>
                    <a:pt x="771793" y="108388"/>
                  </a:lnTo>
                  <a:lnTo>
                    <a:pt x="814996" y="97418"/>
                  </a:lnTo>
                  <a:lnTo>
                    <a:pt x="856044" y="87267"/>
                  </a:lnTo>
                  <a:lnTo>
                    <a:pt x="894686" y="78070"/>
                  </a:lnTo>
                  <a:lnTo>
                    <a:pt x="930960" y="69890"/>
                  </a:lnTo>
                  <a:lnTo>
                    <a:pt x="958487" y="64074"/>
                  </a:lnTo>
                  <a:lnTo>
                    <a:pt x="998255" y="56470"/>
                  </a:lnTo>
                  <a:lnTo>
                    <a:pt x="1036865" y="50235"/>
                  </a:lnTo>
                  <a:lnTo>
                    <a:pt x="1076097" y="45151"/>
                  </a:lnTo>
                  <a:lnTo>
                    <a:pt x="1117689" y="40980"/>
                  </a:lnTo>
                  <a:lnTo>
                    <a:pt x="1162670" y="37543"/>
                  </a:lnTo>
                  <a:lnTo>
                    <a:pt x="1210536" y="34742"/>
                  </a:lnTo>
                  <a:lnTo>
                    <a:pt x="1258381" y="32558"/>
                  </a:lnTo>
                  <a:lnTo>
                    <a:pt x="1300811" y="31010"/>
                  </a:lnTo>
                  <a:lnTo>
                    <a:pt x="1331827" y="30084"/>
                  </a:lnTo>
                  <a:lnTo>
                    <a:pt x="1348397" y="29673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353" y="35"/>
                  </a:lnTo>
                  <a:lnTo>
                    <a:pt x="1340197" y="294"/>
                  </a:lnTo>
                  <a:lnTo>
                    <a:pt x="1314891" y="994"/>
                  </a:lnTo>
                  <a:lnTo>
                    <a:pt x="1276397" y="2287"/>
                  </a:lnTo>
                  <a:lnTo>
                    <a:pt x="1229972" y="4219"/>
                  </a:lnTo>
                  <a:lnTo>
                    <a:pt x="1181612" y="6774"/>
                  </a:lnTo>
                  <a:lnTo>
                    <a:pt x="1135296" y="9949"/>
                  </a:lnTo>
                  <a:lnTo>
                    <a:pt x="1092404" y="13808"/>
                  </a:lnTo>
                  <a:lnTo>
                    <a:pt x="1052410" y="18500"/>
                  </a:lnTo>
                  <a:lnTo>
                    <a:pt x="1013777" y="24244"/>
                  </a:lnTo>
                  <a:lnTo>
                    <a:pt x="974660" y="31281"/>
                  </a:lnTo>
                  <a:lnTo>
                    <a:pt x="958487" y="34501"/>
                  </a:lnTo>
                  <a:lnTo>
                    <a:pt x="923882" y="41871"/>
                  </a:lnTo>
                  <a:lnTo>
                    <a:pt x="887152" y="50256"/>
                  </a:lnTo>
                  <a:lnTo>
                    <a:pt x="848022" y="59651"/>
                  </a:lnTo>
                  <a:lnTo>
                    <a:pt x="806515" y="69979"/>
                  </a:lnTo>
                  <a:lnTo>
                    <a:pt x="762934" y="81089"/>
                  </a:lnTo>
                  <a:lnTo>
                    <a:pt x="717840" y="92758"/>
                  </a:lnTo>
                  <a:lnTo>
                    <a:pt x="671982" y="104704"/>
                  </a:lnTo>
                  <a:lnTo>
                    <a:pt x="626211" y="116618"/>
                  </a:lnTo>
                  <a:lnTo>
                    <a:pt x="581364" y="128196"/>
                  </a:lnTo>
                  <a:lnTo>
                    <a:pt x="538161" y="139165"/>
                  </a:lnTo>
                  <a:lnTo>
                    <a:pt x="497114" y="149317"/>
                  </a:lnTo>
                  <a:lnTo>
                    <a:pt x="458472" y="158513"/>
                  </a:lnTo>
                  <a:lnTo>
                    <a:pt x="422198" y="166694"/>
                  </a:lnTo>
                  <a:lnTo>
                    <a:pt x="394671" y="172509"/>
                  </a:lnTo>
                  <a:lnTo>
                    <a:pt x="354902" y="180113"/>
                  </a:lnTo>
                  <a:lnTo>
                    <a:pt x="316292" y="186348"/>
                  </a:lnTo>
                  <a:lnTo>
                    <a:pt x="277060" y="191433"/>
                  </a:lnTo>
                  <a:lnTo>
                    <a:pt x="235468" y="195603"/>
                  </a:lnTo>
                  <a:lnTo>
                    <a:pt x="190487" y="199040"/>
                  </a:lnTo>
                  <a:lnTo>
                    <a:pt x="142621" y="201841"/>
                  </a:lnTo>
                  <a:lnTo>
                    <a:pt x="94776" y="204025"/>
                  </a:lnTo>
                  <a:lnTo>
                    <a:pt x="52346" y="205574"/>
                  </a:lnTo>
                  <a:lnTo>
                    <a:pt x="21330" y="206499"/>
                  </a:lnTo>
                  <a:lnTo>
                    <a:pt x="4760" y="206911"/>
                  </a:lnTo>
                  <a:lnTo>
                    <a:pt x="0" y="207011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1404410" y="5115578"/>
              <a:ext cx="1353158" cy="1212495"/>
            </a:xfrm>
            <a:custGeom>
              <a:avLst/>
              <a:pathLst>
                <a:path w="1353158" h="1212495">
                  <a:moveTo>
                    <a:pt x="0" y="1212495"/>
                  </a:moveTo>
                  <a:lnTo>
                    <a:pt x="1543" y="1212320"/>
                  </a:lnTo>
                  <a:lnTo>
                    <a:pt x="11165" y="1211064"/>
                  </a:lnTo>
                  <a:lnTo>
                    <a:pt x="33327" y="1207647"/>
                  </a:lnTo>
                  <a:lnTo>
                    <a:pt x="67829" y="1201272"/>
                  </a:lnTo>
                  <a:lnTo>
                    <a:pt x="110620" y="1191624"/>
                  </a:lnTo>
                  <a:lnTo>
                    <a:pt x="156437" y="1178749"/>
                  </a:lnTo>
                  <a:lnTo>
                    <a:pt x="201258" y="1162718"/>
                  </a:lnTo>
                  <a:lnTo>
                    <a:pt x="243198" y="1143348"/>
                  </a:lnTo>
                  <a:lnTo>
                    <a:pt x="282175" y="1120080"/>
                  </a:lnTo>
                  <a:lnTo>
                    <a:pt x="319204" y="1091982"/>
                  </a:lnTo>
                  <a:lnTo>
                    <a:pt x="355802" y="1057881"/>
                  </a:lnTo>
                  <a:lnTo>
                    <a:pt x="393477" y="1016730"/>
                  </a:lnTo>
                  <a:lnTo>
                    <a:pt x="394671" y="1015341"/>
                  </a:lnTo>
                  <a:lnTo>
                    <a:pt x="421277" y="983257"/>
                  </a:lnTo>
                  <a:lnTo>
                    <a:pt x="449101" y="947717"/>
                  </a:lnTo>
                  <a:lnTo>
                    <a:pt x="478315" y="908678"/>
                  </a:lnTo>
                  <a:lnTo>
                    <a:pt x="508986" y="866232"/>
                  </a:lnTo>
                  <a:lnTo>
                    <a:pt x="541077" y="820621"/>
                  </a:lnTo>
                  <a:lnTo>
                    <a:pt x="574448" y="772243"/>
                  </a:lnTo>
                  <a:lnTo>
                    <a:pt x="608864" y="721650"/>
                  </a:lnTo>
                  <a:lnTo>
                    <a:pt x="644014" y="669522"/>
                  </a:lnTo>
                  <a:lnTo>
                    <a:pt x="679528" y="616639"/>
                  </a:lnTo>
                  <a:lnTo>
                    <a:pt x="715010" y="563824"/>
                  </a:lnTo>
                  <a:lnTo>
                    <a:pt x="750062" y="511899"/>
                  </a:lnTo>
                  <a:lnTo>
                    <a:pt x="784325" y="461630"/>
                  </a:lnTo>
                  <a:lnTo>
                    <a:pt x="817497" y="413677"/>
                  </a:lnTo>
                  <a:lnTo>
                    <a:pt x="849359" y="368567"/>
                  </a:lnTo>
                  <a:lnTo>
                    <a:pt x="879789" y="326674"/>
                  </a:lnTo>
                  <a:lnTo>
                    <a:pt x="908765" y="288213"/>
                  </a:lnTo>
                  <a:lnTo>
                    <a:pt x="936372" y="253252"/>
                  </a:lnTo>
                  <a:lnTo>
                    <a:pt x="958487" y="226726"/>
                  </a:lnTo>
                  <a:lnTo>
                    <a:pt x="996215" y="185348"/>
                  </a:lnTo>
                  <a:lnTo>
                    <a:pt x="1032824" y="151043"/>
                  </a:lnTo>
                  <a:lnTo>
                    <a:pt x="1069816" y="122778"/>
                  </a:lnTo>
                  <a:lnTo>
                    <a:pt x="1108714" y="99375"/>
                  </a:lnTo>
                  <a:lnTo>
                    <a:pt x="1150556" y="79896"/>
                  </a:lnTo>
                  <a:lnTo>
                    <a:pt x="1195306" y="63766"/>
                  </a:lnTo>
                  <a:lnTo>
                    <a:pt x="1241142" y="50793"/>
                  </a:lnTo>
                  <a:lnTo>
                    <a:pt x="1284104" y="41044"/>
                  </a:lnTo>
                  <a:lnTo>
                    <a:pt x="1318936" y="34570"/>
                  </a:lnTo>
                  <a:lnTo>
                    <a:pt x="1341507" y="31071"/>
                  </a:lnTo>
                  <a:lnTo>
                    <a:pt x="1351471" y="29764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614" y="174"/>
                  </a:lnTo>
                  <a:lnTo>
                    <a:pt x="1341992" y="1430"/>
                  </a:lnTo>
                  <a:lnTo>
                    <a:pt x="1319831" y="4847"/>
                  </a:lnTo>
                  <a:lnTo>
                    <a:pt x="1285329" y="11223"/>
                  </a:lnTo>
                  <a:lnTo>
                    <a:pt x="1242537" y="20870"/>
                  </a:lnTo>
                  <a:lnTo>
                    <a:pt x="1196720" y="33745"/>
                  </a:lnTo>
                  <a:lnTo>
                    <a:pt x="1151899" y="49776"/>
                  </a:lnTo>
                  <a:lnTo>
                    <a:pt x="1109959" y="69146"/>
                  </a:lnTo>
                  <a:lnTo>
                    <a:pt x="1070982" y="92414"/>
                  </a:lnTo>
                  <a:lnTo>
                    <a:pt x="1033953" y="120513"/>
                  </a:lnTo>
                  <a:lnTo>
                    <a:pt x="997355" y="154614"/>
                  </a:lnTo>
                  <a:lnTo>
                    <a:pt x="959680" y="195765"/>
                  </a:lnTo>
                  <a:lnTo>
                    <a:pt x="958487" y="197153"/>
                  </a:lnTo>
                  <a:lnTo>
                    <a:pt x="931880" y="229238"/>
                  </a:lnTo>
                  <a:lnTo>
                    <a:pt x="904057" y="264778"/>
                  </a:lnTo>
                  <a:lnTo>
                    <a:pt x="874842" y="303816"/>
                  </a:lnTo>
                  <a:lnTo>
                    <a:pt x="844171" y="346262"/>
                  </a:lnTo>
                  <a:lnTo>
                    <a:pt x="812080" y="391874"/>
                  </a:lnTo>
                  <a:lnTo>
                    <a:pt x="778710" y="440252"/>
                  </a:lnTo>
                  <a:lnTo>
                    <a:pt x="744293" y="490845"/>
                  </a:lnTo>
                  <a:lnTo>
                    <a:pt x="709143" y="542972"/>
                  </a:lnTo>
                  <a:lnTo>
                    <a:pt x="673629" y="595856"/>
                  </a:lnTo>
                  <a:lnTo>
                    <a:pt x="638148" y="648671"/>
                  </a:lnTo>
                  <a:lnTo>
                    <a:pt x="603095" y="700595"/>
                  </a:lnTo>
                  <a:lnTo>
                    <a:pt x="568832" y="750865"/>
                  </a:lnTo>
                  <a:lnTo>
                    <a:pt x="535660" y="798818"/>
                  </a:lnTo>
                  <a:lnTo>
                    <a:pt x="503798" y="843927"/>
                  </a:lnTo>
                  <a:lnTo>
                    <a:pt x="473368" y="885821"/>
                  </a:lnTo>
                  <a:lnTo>
                    <a:pt x="444392" y="924281"/>
                  </a:lnTo>
                  <a:lnTo>
                    <a:pt x="416785" y="959242"/>
                  </a:lnTo>
                  <a:lnTo>
                    <a:pt x="394671" y="985768"/>
                  </a:lnTo>
                  <a:lnTo>
                    <a:pt x="356943" y="1027146"/>
                  </a:lnTo>
                  <a:lnTo>
                    <a:pt x="320333" y="1061451"/>
                  </a:lnTo>
                  <a:lnTo>
                    <a:pt x="283341" y="1089717"/>
                  </a:lnTo>
                  <a:lnTo>
                    <a:pt x="244444" y="1113119"/>
                  </a:lnTo>
                  <a:lnTo>
                    <a:pt x="202601" y="1132599"/>
                  </a:lnTo>
                  <a:lnTo>
                    <a:pt x="157851" y="1148728"/>
                  </a:lnTo>
                  <a:lnTo>
                    <a:pt x="112015" y="1161701"/>
                  </a:lnTo>
                  <a:lnTo>
                    <a:pt x="69053" y="1171450"/>
                  </a:lnTo>
                  <a:lnTo>
                    <a:pt x="34221" y="1177924"/>
                  </a:lnTo>
                  <a:lnTo>
                    <a:pt x="11651" y="1181423"/>
                  </a:lnTo>
                  <a:lnTo>
                    <a:pt x="1686" y="1182730"/>
                  </a:lnTo>
                  <a:lnTo>
                    <a:pt x="0" y="118292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1404410" y="5145151"/>
              <a:ext cx="1353158" cy="1212495"/>
            </a:xfrm>
            <a:custGeom>
              <a:avLst/>
              <a:pathLst>
                <a:path w="1353158" h="1212495">
                  <a:moveTo>
                    <a:pt x="0" y="1212495"/>
                  </a:moveTo>
                  <a:lnTo>
                    <a:pt x="1543" y="1212320"/>
                  </a:lnTo>
                  <a:lnTo>
                    <a:pt x="11165" y="1211064"/>
                  </a:lnTo>
                  <a:lnTo>
                    <a:pt x="33327" y="1207647"/>
                  </a:lnTo>
                  <a:lnTo>
                    <a:pt x="67829" y="1201272"/>
                  </a:lnTo>
                  <a:lnTo>
                    <a:pt x="110620" y="1191624"/>
                  </a:lnTo>
                  <a:lnTo>
                    <a:pt x="156437" y="1178749"/>
                  </a:lnTo>
                  <a:lnTo>
                    <a:pt x="201258" y="1162718"/>
                  </a:lnTo>
                  <a:lnTo>
                    <a:pt x="243198" y="1143348"/>
                  </a:lnTo>
                  <a:lnTo>
                    <a:pt x="282175" y="1120080"/>
                  </a:lnTo>
                  <a:lnTo>
                    <a:pt x="319204" y="1091982"/>
                  </a:lnTo>
                  <a:lnTo>
                    <a:pt x="355802" y="1057881"/>
                  </a:lnTo>
                  <a:lnTo>
                    <a:pt x="393477" y="1016730"/>
                  </a:lnTo>
                  <a:lnTo>
                    <a:pt x="394671" y="1015341"/>
                  </a:lnTo>
                  <a:lnTo>
                    <a:pt x="421277" y="983257"/>
                  </a:lnTo>
                  <a:lnTo>
                    <a:pt x="449101" y="947717"/>
                  </a:lnTo>
                  <a:lnTo>
                    <a:pt x="478315" y="908678"/>
                  </a:lnTo>
                  <a:lnTo>
                    <a:pt x="508986" y="866232"/>
                  </a:lnTo>
                  <a:lnTo>
                    <a:pt x="541077" y="820621"/>
                  </a:lnTo>
                  <a:lnTo>
                    <a:pt x="574448" y="772243"/>
                  </a:lnTo>
                  <a:lnTo>
                    <a:pt x="608864" y="721650"/>
                  </a:lnTo>
                  <a:lnTo>
                    <a:pt x="644014" y="669522"/>
                  </a:lnTo>
                  <a:lnTo>
                    <a:pt x="679528" y="616639"/>
                  </a:lnTo>
                  <a:lnTo>
                    <a:pt x="715010" y="563824"/>
                  </a:lnTo>
                  <a:lnTo>
                    <a:pt x="750062" y="511899"/>
                  </a:lnTo>
                  <a:lnTo>
                    <a:pt x="784325" y="461630"/>
                  </a:lnTo>
                  <a:lnTo>
                    <a:pt x="817497" y="413677"/>
                  </a:lnTo>
                  <a:lnTo>
                    <a:pt x="849359" y="368567"/>
                  </a:lnTo>
                  <a:lnTo>
                    <a:pt x="879789" y="326674"/>
                  </a:lnTo>
                  <a:lnTo>
                    <a:pt x="908765" y="288213"/>
                  </a:lnTo>
                  <a:lnTo>
                    <a:pt x="936372" y="253252"/>
                  </a:lnTo>
                  <a:lnTo>
                    <a:pt x="958487" y="226726"/>
                  </a:lnTo>
                  <a:lnTo>
                    <a:pt x="996215" y="185348"/>
                  </a:lnTo>
                  <a:lnTo>
                    <a:pt x="1032824" y="151043"/>
                  </a:lnTo>
                  <a:lnTo>
                    <a:pt x="1069816" y="122778"/>
                  </a:lnTo>
                  <a:lnTo>
                    <a:pt x="1108714" y="99375"/>
                  </a:lnTo>
                  <a:lnTo>
                    <a:pt x="1150556" y="79896"/>
                  </a:lnTo>
                  <a:lnTo>
                    <a:pt x="1195306" y="63766"/>
                  </a:lnTo>
                  <a:lnTo>
                    <a:pt x="1241142" y="50793"/>
                  </a:lnTo>
                  <a:lnTo>
                    <a:pt x="1284104" y="41044"/>
                  </a:lnTo>
                  <a:lnTo>
                    <a:pt x="1318936" y="34570"/>
                  </a:lnTo>
                  <a:lnTo>
                    <a:pt x="1341507" y="31071"/>
                  </a:lnTo>
                  <a:lnTo>
                    <a:pt x="1351471" y="29764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614" y="174"/>
                  </a:lnTo>
                  <a:lnTo>
                    <a:pt x="1341992" y="1430"/>
                  </a:lnTo>
                  <a:lnTo>
                    <a:pt x="1319831" y="4847"/>
                  </a:lnTo>
                  <a:lnTo>
                    <a:pt x="1285329" y="11223"/>
                  </a:lnTo>
                  <a:lnTo>
                    <a:pt x="1242537" y="20870"/>
                  </a:lnTo>
                  <a:lnTo>
                    <a:pt x="1196720" y="33745"/>
                  </a:lnTo>
                  <a:lnTo>
                    <a:pt x="1151899" y="49776"/>
                  </a:lnTo>
                  <a:lnTo>
                    <a:pt x="1109959" y="69146"/>
                  </a:lnTo>
                  <a:lnTo>
                    <a:pt x="1070982" y="92414"/>
                  </a:lnTo>
                  <a:lnTo>
                    <a:pt x="1033953" y="120513"/>
                  </a:lnTo>
                  <a:lnTo>
                    <a:pt x="997355" y="154614"/>
                  </a:lnTo>
                  <a:lnTo>
                    <a:pt x="959680" y="195765"/>
                  </a:lnTo>
                  <a:lnTo>
                    <a:pt x="958487" y="197153"/>
                  </a:lnTo>
                  <a:lnTo>
                    <a:pt x="931880" y="229238"/>
                  </a:lnTo>
                  <a:lnTo>
                    <a:pt x="904057" y="264778"/>
                  </a:lnTo>
                  <a:lnTo>
                    <a:pt x="874842" y="303816"/>
                  </a:lnTo>
                  <a:lnTo>
                    <a:pt x="844171" y="346262"/>
                  </a:lnTo>
                  <a:lnTo>
                    <a:pt x="812080" y="391874"/>
                  </a:lnTo>
                  <a:lnTo>
                    <a:pt x="778710" y="440252"/>
                  </a:lnTo>
                  <a:lnTo>
                    <a:pt x="744293" y="490845"/>
                  </a:lnTo>
                  <a:lnTo>
                    <a:pt x="709143" y="542972"/>
                  </a:lnTo>
                  <a:lnTo>
                    <a:pt x="673629" y="595856"/>
                  </a:lnTo>
                  <a:lnTo>
                    <a:pt x="638148" y="648671"/>
                  </a:lnTo>
                  <a:lnTo>
                    <a:pt x="603095" y="700595"/>
                  </a:lnTo>
                  <a:lnTo>
                    <a:pt x="568832" y="750865"/>
                  </a:lnTo>
                  <a:lnTo>
                    <a:pt x="535660" y="798818"/>
                  </a:lnTo>
                  <a:lnTo>
                    <a:pt x="503798" y="843927"/>
                  </a:lnTo>
                  <a:lnTo>
                    <a:pt x="473368" y="885821"/>
                  </a:lnTo>
                  <a:lnTo>
                    <a:pt x="444392" y="924281"/>
                  </a:lnTo>
                  <a:lnTo>
                    <a:pt x="416785" y="959242"/>
                  </a:lnTo>
                  <a:lnTo>
                    <a:pt x="394671" y="985768"/>
                  </a:lnTo>
                  <a:lnTo>
                    <a:pt x="356943" y="1027146"/>
                  </a:lnTo>
                  <a:lnTo>
                    <a:pt x="320333" y="1061451"/>
                  </a:lnTo>
                  <a:lnTo>
                    <a:pt x="283341" y="1089717"/>
                  </a:lnTo>
                  <a:lnTo>
                    <a:pt x="244444" y="1113119"/>
                  </a:lnTo>
                  <a:lnTo>
                    <a:pt x="202601" y="1132599"/>
                  </a:lnTo>
                  <a:lnTo>
                    <a:pt x="157851" y="1148728"/>
                  </a:lnTo>
                  <a:lnTo>
                    <a:pt x="112015" y="1161701"/>
                  </a:lnTo>
                  <a:lnTo>
                    <a:pt x="69053" y="1171450"/>
                  </a:lnTo>
                  <a:lnTo>
                    <a:pt x="34221" y="1177924"/>
                  </a:lnTo>
                  <a:lnTo>
                    <a:pt x="11651" y="1181423"/>
                  </a:lnTo>
                  <a:lnTo>
                    <a:pt x="1686" y="1182730"/>
                  </a:lnTo>
                  <a:lnTo>
                    <a:pt x="0" y="118292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1404410" y="5174724"/>
              <a:ext cx="1353158" cy="1212495"/>
            </a:xfrm>
            <a:custGeom>
              <a:avLst/>
              <a:pathLst>
                <a:path w="1353158" h="1212495">
                  <a:moveTo>
                    <a:pt x="0" y="1212495"/>
                  </a:moveTo>
                  <a:lnTo>
                    <a:pt x="1543" y="1212320"/>
                  </a:lnTo>
                  <a:lnTo>
                    <a:pt x="11165" y="1211064"/>
                  </a:lnTo>
                  <a:lnTo>
                    <a:pt x="33327" y="1207647"/>
                  </a:lnTo>
                  <a:lnTo>
                    <a:pt x="67829" y="1201272"/>
                  </a:lnTo>
                  <a:lnTo>
                    <a:pt x="110620" y="1191624"/>
                  </a:lnTo>
                  <a:lnTo>
                    <a:pt x="156437" y="1178749"/>
                  </a:lnTo>
                  <a:lnTo>
                    <a:pt x="201258" y="1162718"/>
                  </a:lnTo>
                  <a:lnTo>
                    <a:pt x="243198" y="1143348"/>
                  </a:lnTo>
                  <a:lnTo>
                    <a:pt x="282175" y="1120080"/>
                  </a:lnTo>
                  <a:lnTo>
                    <a:pt x="319204" y="1091982"/>
                  </a:lnTo>
                  <a:lnTo>
                    <a:pt x="355802" y="1057881"/>
                  </a:lnTo>
                  <a:lnTo>
                    <a:pt x="393477" y="1016730"/>
                  </a:lnTo>
                  <a:lnTo>
                    <a:pt x="394671" y="1015341"/>
                  </a:lnTo>
                  <a:lnTo>
                    <a:pt x="421277" y="983257"/>
                  </a:lnTo>
                  <a:lnTo>
                    <a:pt x="449101" y="947717"/>
                  </a:lnTo>
                  <a:lnTo>
                    <a:pt x="478315" y="908678"/>
                  </a:lnTo>
                  <a:lnTo>
                    <a:pt x="508986" y="866232"/>
                  </a:lnTo>
                  <a:lnTo>
                    <a:pt x="541077" y="820621"/>
                  </a:lnTo>
                  <a:lnTo>
                    <a:pt x="574448" y="772243"/>
                  </a:lnTo>
                  <a:lnTo>
                    <a:pt x="608864" y="721650"/>
                  </a:lnTo>
                  <a:lnTo>
                    <a:pt x="644014" y="669522"/>
                  </a:lnTo>
                  <a:lnTo>
                    <a:pt x="679528" y="616639"/>
                  </a:lnTo>
                  <a:lnTo>
                    <a:pt x="715010" y="563824"/>
                  </a:lnTo>
                  <a:lnTo>
                    <a:pt x="750062" y="511899"/>
                  </a:lnTo>
                  <a:lnTo>
                    <a:pt x="784325" y="461630"/>
                  </a:lnTo>
                  <a:lnTo>
                    <a:pt x="817497" y="413677"/>
                  </a:lnTo>
                  <a:lnTo>
                    <a:pt x="849359" y="368567"/>
                  </a:lnTo>
                  <a:lnTo>
                    <a:pt x="879789" y="326674"/>
                  </a:lnTo>
                  <a:lnTo>
                    <a:pt x="908765" y="288213"/>
                  </a:lnTo>
                  <a:lnTo>
                    <a:pt x="936372" y="253252"/>
                  </a:lnTo>
                  <a:lnTo>
                    <a:pt x="958487" y="226726"/>
                  </a:lnTo>
                  <a:lnTo>
                    <a:pt x="996215" y="185348"/>
                  </a:lnTo>
                  <a:lnTo>
                    <a:pt x="1032824" y="151043"/>
                  </a:lnTo>
                  <a:lnTo>
                    <a:pt x="1069816" y="122778"/>
                  </a:lnTo>
                  <a:lnTo>
                    <a:pt x="1108714" y="99375"/>
                  </a:lnTo>
                  <a:lnTo>
                    <a:pt x="1150556" y="79896"/>
                  </a:lnTo>
                  <a:lnTo>
                    <a:pt x="1195306" y="63766"/>
                  </a:lnTo>
                  <a:lnTo>
                    <a:pt x="1241142" y="50793"/>
                  </a:lnTo>
                  <a:lnTo>
                    <a:pt x="1284104" y="41044"/>
                  </a:lnTo>
                  <a:lnTo>
                    <a:pt x="1318936" y="34570"/>
                  </a:lnTo>
                  <a:lnTo>
                    <a:pt x="1341507" y="31071"/>
                  </a:lnTo>
                  <a:lnTo>
                    <a:pt x="1351471" y="29764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614" y="174"/>
                  </a:lnTo>
                  <a:lnTo>
                    <a:pt x="1341992" y="1430"/>
                  </a:lnTo>
                  <a:lnTo>
                    <a:pt x="1319831" y="4847"/>
                  </a:lnTo>
                  <a:lnTo>
                    <a:pt x="1285329" y="11223"/>
                  </a:lnTo>
                  <a:lnTo>
                    <a:pt x="1242537" y="20870"/>
                  </a:lnTo>
                  <a:lnTo>
                    <a:pt x="1196720" y="33745"/>
                  </a:lnTo>
                  <a:lnTo>
                    <a:pt x="1151899" y="49776"/>
                  </a:lnTo>
                  <a:lnTo>
                    <a:pt x="1109959" y="69146"/>
                  </a:lnTo>
                  <a:lnTo>
                    <a:pt x="1070982" y="92414"/>
                  </a:lnTo>
                  <a:lnTo>
                    <a:pt x="1033953" y="120513"/>
                  </a:lnTo>
                  <a:lnTo>
                    <a:pt x="997355" y="154614"/>
                  </a:lnTo>
                  <a:lnTo>
                    <a:pt x="959680" y="195765"/>
                  </a:lnTo>
                  <a:lnTo>
                    <a:pt x="958487" y="197153"/>
                  </a:lnTo>
                  <a:lnTo>
                    <a:pt x="931880" y="229238"/>
                  </a:lnTo>
                  <a:lnTo>
                    <a:pt x="904057" y="264778"/>
                  </a:lnTo>
                  <a:lnTo>
                    <a:pt x="874842" y="303816"/>
                  </a:lnTo>
                  <a:lnTo>
                    <a:pt x="844171" y="346262"/>
                  </a:lnTo>
                  <a:lnTo>
                    <a:pt x="812080" y="391874"/>
                  </a:lnTo>
                  <a:lnTo>
                    <a:pt x="778710" y="440252"/>
                  </a:lnTo>
                  <a:lnTo>
                    <a:pt x="744293" y="490845"/>
                  </a:lnTo>
                  <a:lnTo>
                    <a:pt x="709143" y="542972"/>
                  </a:lnTo>
                  <a:lnTo>
                    <a:pt x="673629" y="595856"/>
                  </a:lnTo>
                  <a:lnTo>
                    <a:pt x="638148" y="648671"/>
                  </a:lnTo>
                  <a:lnTo>
                    <a:pt x="603095" y="700595"/>
                  </a:lnTo>
                  <a:lnTo>
                    <a:pt x="568832" y="750865"/>
                  </a:lnTo>
                  <a:lnTo>
                    <a:pt x="535660" y="798818"/>
                  </a:lnTo>
                  <a:lnTo>
                    <a:pt x="503798" y="843927"/>
                  </a:lnTo>
                  <a:lnTo>
                    <a:pt x="473368" y="885821"/>
                  </a:lnTo>
                  <a:lnTo>
                    <a:pt x="444392" y="924281"/>
                  </a:lnTo>
                  <a:lnTo>
                    <a:pt x="416785" y="959242"/>
                  </a:lnTo>
                  <a:lnTo>
                    <a:pt x="394671" y="985768"/>
                  </a:lnTo>
                  <a:lnTo>
                    <a:pt x="356943" y="1027146"/>
                  </a:lnTo>
                  <a:lnTo>
                    <a:pt x="320333" y="1061451"/>
                  </a:lnTo>
                  <a:lnTo>
                    <a:pt x="283341" y="1089717"/>
                  </a:lnTo>
                  <a:lnTo>
                    <a:pt x="244444" y="1113119"/>
                  </a:lnTo>
                  <a:lnTo>
                    <a:pt x="202601" y="1132599"/>
                  </a:lnTo>
                  <a:lnTo>
                    <a:pt x="157851" y="1148728"/>
                  </a:lnTo>
                  <a:lnTo>
                    <a:pt x="112015" y="1161701"/>
                  </a:lnTo>
                  <a:lnTo>
                    <a:pt x="69053" y="1171450"/>
                  </a:lnTo>
                  <a:lnTo>
                    <a:pt x="34221" y="1177924"/>
                  </a:lnTo>
                  <a:lnTo>
                    <a:pt x="11651" y="1181423"/>
                  </a:lnTo>
                  <a:lnTo>
                    <a:pt x="1686" y="1182730"/>
                  </a:lnTo>
                  <a:lnTo>
                    <a:pt x="0" y="118292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1404410" y="5204297"/>
              <a:ext cx="1353158" cy="1242068"/>
            </a:xfrm>
            <a:custGeom>
              <a:avLst/>
              <a:pathLst>
                <a:path w="1353158" h="1242068">
                  <a:moveTo>
                    <a:pt x="0" y="1242068"/>
                  </a:moveTo>
                  <a:lnTo>
                    <a:pt x="1532" y="1241890"/>
                  </a:lnTo>
                  <a:lnTo>
                    <a:pt x="11087" y="1240612"/>
                  </a:lnTo>
                  <a:lnTo>
                    <a:pt x="33110" y="1237136"/>
                  </a:lnTo>
                  <a:lnTo>
                    <a:pt x="67432" y="1230646"/>
                  </a:lnTo>
                  <a:lnTo>
                    <a:pt x="110053" y="1220821"/>
                  </a:lnTo>
                  <a:lnTo>
                    <a:pt x="155746" y="1207702"/>
                  </a:lnTo>
                  <a:lnTo>
                    <a:pt x="200492" y="1191364"/>
                  </a:lnTo>
                  <a:lnTo>
                    <a:pt x="242387" y="1171628"/>
                  </a:lnTo>
                  <a:lnTo>
                    <a:pt x="281320" y="1147932"/>
                  </a:lnTo>
                  <a:lnTo>
                    <a:pt x="318286" y="1119335"/>
                  </a:lnTo>
                  <a:lnTo>
                    <a:pt x="354782" y="1084647"/>
                  </a:lnTo>
                  <a:lnTo>
                    <a:pt x="392315" y="1042790"/>
                  </a:lnTo>
                  <a:lnTo>
                    <a:pt x="394671" y="1039985"/>
                  </a:lnTo>
                  <a:lnTo>
                    <a:pt x="421054" y="1007383"/>
                  </a:lnTo>
                  <a:lnTo>
                    <a:pt x="448633" y="971297"/>
                  </a:lnTo>
                  <a:lnTo>
                    <a:pt x="477578" y="931683"/>
                  </a:lnTo>
                  <a:lnTo>
                    <a:pt x="507957" y="888630"/>
                  </a:lnTo>
                  <a:lnTo>
                    <a:pt x="539734" y="842374"/>
                  </a:lnTo>
                  <a:lnTo>
                    <a:pt x="572778" y="793309"/>
                  </a:lnTo>
                  <a:lnTo>
                    <a:pt x="606864" y="741979"/>
                  </a:lnTo>
                  <a:lnTo>
                    <a:pt x="641692" y="689061"/>
                  </a:lnTo>
                  <a:lnTo>
                    <a:pt x="676902" y="635326"/>
                  </a:lnTo>
                  <a:lnTo>
                    <a:pt x="712110" y="581598"/>
                  </a:lnTo>
                  <a:lnTo>
                    <a:pt x="746926" y="528702"/>
                  </a:lnTo>
                  <a:lnTo>
                    <a:pt x="780996" y="477409"/>
                  </a:lnTo>
                  <a:lnTo>
                    <a:pt x="814018" y="428391"/>
                  </a:lnTo>
                  <a:lnTo>
                    <a:pt x="845771" y="382191"/>
                  </a:lnTo>
                  <a:lnTo>
                    <a:pt x="876123" y="339199"/>
                  </a:lnTo>
                  <a:lnTo>
                    <a:pt x="905042" y="299649"/>
                  </a:lnTo>
                  <a:lnTo>
                    <a:pt x="932598" y="263628"/>
                  </a:lnTo>
                  <a:lnTo>
                    <a:pt x="958487" y="231655"/>
                  </a:lnTo>
                  <a:lnTo>
                    <a:pt x="996122" y="189340"/>
                  </a:lnTo>
                  <a:lnTo>
                    <a:pt x="1032641" y="154240"/>
                  </a:lnTo>
                  <a:lnTo>
                    <a:pt x="1069532" y="125306"/>
                  </a:lnTo>
                  <a:lnTo>
                    <a:pt x="1108309" y="101340"/>
                  </a:lnTo>
                  <a:lnTo>
                    <a:pt x="1150011" y="81382"/>
                  </a:lnTo>
                  <a:lnTo>
                    <a:pt x="1194616" y="64846"/>
                  </a:lnTo>
                  <a:lnTo>
                    <a:pt x="1240346" y="51529"/>
                  </a:lnTo>
                  <a:lnTo>
                    <a:pt x="1283303" y="41499"/>
                  </a:lnTo>
                  <a:lnTo>
                    <a:pt x="1318274" y="34809"/>
                  </a:lnTo>
                  <a:lnTo>
                    <a:pt x="1341103" y="31167"/>
                  </a:lnTo>
                  <a:lnTo>
                    <a:pt x="1351337" y="29785"/>
                  </a:lnTo>
                  <a:lnTo>
                    <a:pt x="1353158" y="29573"/>
                  </a:lnTo>
                  <a:lnTo>
                    <a:pt x="1353158" y="0"/>
                  </a:lnTo>
                  <a:lnTo>
                    <a:pt x="1351625" y="177"/>
                  </a:lnTo>
                  <a:lnTo>
                    <a:pt x="1342070" y="1455"/>
                  </a:lnTo>
                  <a:lnTo>
                    <a:pt x="1320047" y="4932"/>
                  </a:lnTo>
                  <a:lnTo>
                    <a:pt x="1285725" y="11421"/>
                  </a:lnTo>
                  <a:lnTo>
                    <a:pt x="1243104" y="21247"/>
                  </a:lnTo>
                  <a:lnTo>
                    <a:pt x="1197411" y="34366"/>
                  </a:lnTo>
                  <a:lnTo>
                    <a:pt x="1152665" y="50703"/>
                  </a:lnTo>
                  <a:lnTo>
                    <a:pt x="1110770" y="70439"/>
                  </a:lnTo>
                  <a:lnTo>
                    <a:pt x="1071837" y="94135"/>
                  </a:lnTo>
                  <a:lnTo>
                    <a:pt x="1034871" y="122732"/>
                  </a:lnTo>
                  <a:lnTo>
                    <a:pt x="998375" y="157420"/>
                  </a:lnTo>
                  <a:lnTo>
                    <a:pt x="960842" y="199277"/>
                  </a:lnTo>
                  <a:lnTo>
                    <a:pt x="958487" y="202082"/>
                  </a:lnTo>
                  <a:lnTo>
                    <a:pt x="932103" y="234685"/>
                  </a:lnTo>
                  <a:lnTo>
                    <a:pt x="904524" y="270771"/>
                  </a:lnTo>
                  <a:lnTo>
                    <a:pt x="875579" y="310384"/>
                  </a:lnTo>
                  <a:lnTo>
                    <a:pt x="845200" y="353438"/>
                  </a:lnTo>
                  <a:lnTo>
                    <a:pt x="813423" y="399694"/>
                  </a:lnTo>
                  <a:lnTo>
                    <a:pt x="780379" y="448759"/>
                  </a:lnTo>
                  <a:lnTo>
                    <a:pt x="746293" y="500088"/>
                  </a:lnTo>
                  <a:lnTo>
                    <a:pt x="711466" y="553007"/>
                  </a:lnTo>
                  <a:lnTo>
                    <a:pt x="676255" y="606742"/>
                  </a:lnTo>
                  <a:lnTo>
                    <a:pt x="641048" y="660469"/>
                  </a:lnTo>
                  <a:lnTo>
                    <a:pt x="606231" y="713365"/>
                  </a:lnTo>
                  <a:lnTo>
                    <a:pt x="572161" y="764659"/>
                  </a:lnTo>
                  <a:lnTo>
                    <a:pt x="539139" y="813677"/>
                  </a:lnTo>
                  <a:lnTo>
                    <a:pt x="507386" y="859877"/>
                  </a:lnTo>
                  <a:lnTo>
                    <a:pt x="477034" y="902869"/>
                  </a:lnTo>
                  <a:lnTo>
                    <a:pt x="448115" y="942418"/>
                  </a:lnTo>
                  <a:lnTo>
                    <a:pt x="420559" y="978439"/>
                  </a:lnTo>
                  <a:lnTo>
                    <a:pt x="394671" y="1010412"/>
                  </a:lnTo>
                  <a:lnTo>
                    <a:pt x="357035" y="1052728"/>
                  </a:lnTo>
                  <a:lnTo>
                    <a:pt x="320516" y="1087828"/>
                  </a:lnTo>
                  <a:lnTo>
                    <a:pt x="283625" y="1116761"/>
                  </a:lnTo>
                  <a:lnTo>
                    <a:pt x="244848" y="1140727"/>
                  </a:lnTo>
                  <a:lnTo>
                    <a:pt x="203146" y="1160685"/>
                  </a:lnTo>
                  <a:lnTo>
                    <a:pt x="158541" y="1177222"/>
                  </a:lnTo>
                  <a:lnTo>
                    <a:pt x="112811" y="1190538"/>
                  </a:lnTo>
                  <a:lnTo>
                    <a:pt x="69854" y="1200569"/>
                  </a:lnTo>
                  <a:lnTo>
                    <a:pt x="34883" y="1207258"/>
                  </a:lnTo>
                  <a:lnTo>
                    <a:pt x="12055" y="1210900"/>
                  </a:lnTo>
                  <a:lnTo>
                    <a:pt x="1820" y="1212282"/>
                  </a:lnTo>
                  <a:lnTo>
                    <a:pt x="0" y="121249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727831" y="6416793"/>
              <a:ext cx="676579" cy="29573"/>
            </a:xfrm>
            <a:custGeom>
              <a:avLst/>
              <a:pathLst>
                <a:path w="676579" h="29573">
                  <a:moveTo>
                    <a:pt x="0" y="0"/>
                  </a:moveTo>
                  <a:lnTo>
                    <a:pt x="676579" y="0"/>
                  </a:lnTo>
                  <a:lnTo>
                    <a:pt x="676579" y="29573"/>
                  </a:lnTo>
                  <a:lnTo>
                    <a:pt x="0" y="29573"/>
                  </a:lnTo>
                  <a:close/>
                </a:path>
              </a:pathLst>
            </a:custGeom>
            <a:solidFill>
              <a:srgbClr val="FF98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727831" y="6298500"/>
              <a:ext cx="676579" cy="118292"/>
            </a:xfrm>
            <a:custGeom>
              <a:avLst/>
              <a:pathLst>
                <a:path w="676579" h="118292">
                  <a:moveTo>
                    <a:pt x="0" y="0"/>
                  </a:moveTo>
                  <a:lnTo>
                    <a:pt x="676579" y="0"/>
                  </a:lnTo>
                  <a:lnTo>
                    <a:pt x="676579" y="118292"/>
                  </a:lnTo>
                  <a:lnTo>
                    <a:pt x="0" y="118292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727831" y="6032343"/>
              <a:ext cx="676579" cy="266157"/>
            </a:xfrm>
            <a:custGeom>
              <a:avLst/>
              <a:pathLst>
                <a:path w="676579" h="266157">
                  <a:moveTo>
                    <a:pt x="0" y="0"/>
                  </a:moveTo>
                  <a:lnTo>
                    <a:pt x="676579" y="0"/>
                  </a:lnTo>
                  <a:lnTo>
                    <a:pt x="676579" y="266157"/>
                  </a:lnTo>
                  <a:lnTo>
                    <a:pt x="0" y="266157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727831" y="2217419"/>
              <a:ext cx="676579" cy="3814924"/>
            </a:xfrm>
            <a:custGeom>
              <a:avLst/>
              <a:pathLst>
                <a:path w="676579" h="3814924">
                  <a:moveTo>
                    <a:pt x="0" y="0"/>
                  </a:moveTo>
                  <a:lnTo>
                    <a:pt x="676579" y="0"/>
                  </a:lnTo>
                  <a:lnTo>
                    <a:pt x="676579" y="3814924"/>
                  </a:lnTo>
                  <a:lnTo>
                    <a:pt x="0" y="3814924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727831" y="2128699"/>
              <a:ext cx="676579" cy="88719"/>
            </a:xfrm>
            <a:custGeom>
              <a:avLst/>
              <a:pathLst>
                <a:path w="676579" h="88719">
                  <a:moveTo>
                    <a:pt x="0" y="0"/>
                  </a:moveTo>
                  <a:lnTo>
                    <a:pt x="676579" y="0"/>
                  </a:lnTo>
                  <a:lnTo>
                    <a:pt x="676579" y="88719"/>
                  </a:lnTo>
                  <a:lnTo>
                    <a:pt x="0" y="88719"/>
                  </a:lnTo>
                  <a:close/>
                </a:path>
              </a:pathLst>
            </a:custGeom>
            <a:solidFill>
              <a:srgbClr val="B0BEC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2757568" y="6387220"/>
              <a:ext cx="676579" cy="59146"/>
            </a:xfrm>
            <a:custGeom>
              <a:avLst/>
              <a:pathLst>
                <a:path w="676579" h="59146">
                  <a:moveTo>
                    <a:pt x="0" y="0"/>
                  </a:moveTo>
                  <a:lnTo>
                    <a:pt x="676579" y="0"/>
                  </a:lnTo>
                  <a:lnTo>
                    <a:pt x="676579" y="59146"/>
                  </a:lnTo>
                  <a:lnTo>
                    <a:pt x="0" y="59146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2757568" y="6209781"/>
              <a:ext cx="676579" cy="177438"/>
            </a:xfrm>
            <a:custGeom>
              <a:avLst/>
              <a:pathLst>
                <a:path w="676579" h="177438">
                  <a:moveTo>
                    <a:pt x="0" y="0"/>
                  </a:moveTo>
                  <a:lnTo>
                    <a:pt x="676579" y="0"/>
                  </a:lnTo>
                  <a:lnTo>
                    <a:pt x="676579" y="177438"/>
                  </a:lnTo>
                  <a:lnTo>
                    <a:pt x="0" y="177438"/>
                  </a:lnTo>
                  <a:close/>
                </a:path>
              </a:pathLst>
            </a:custGeom>
            <a:solidFill>
              <a:srgbClr val="FF98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2757568" y="5795758"/>
              <a:ext cx="676579" cy="414022"/>
            </a:xfrm>
            <a:custGeom>
              <a:avLst/>
              <a:pathLst>
                <a:path w="676579" h="414022">
                  <a:moveTo>
                    <a:pt x="0" y="0"/>
                  </a:moveTo>
                  <a:lnTo>
                    <a:pt x="676579" y="0"/>
                  </a:lnTo>
                  <a:lnTo>
                    <a:pt x="676579" y="414022"/>
                  </a:lnTo>
                  <a:lnTo>
                    <a:pt x="0" y="414022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2757568" y="5233870"/>
              <a:ext cx="676579" cy="561888"/>
            </a:xfrm>
            <a:custGeom>
              <a:avLst/>
              <a:pathLst>
                <a:path w="676579" h="561888">
                  <a:moveTo>
                    <a:pt x="0" y="0"/>
                  </a:moveTo>
                  <a:lnTo>
                    <a:pt x="676579" y="0"/>
                  </a:lnTo>
                  <a:lnTo>
                    <a:pt x="676579" y="561888"/>
                  </a:lnTo>
                  <a:lnTo>
                    <a:pt x="0" y="561888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2757568" y="2217419"/>
              <a:ext cx="676579" cy="3016451"/>
            </a:xfrm>
            <a:custGeom>
              <a:avLst/>
              <a:pathLst>
                <a:path w="676579" h="3016451">
                  <a:moveTo>
                    <a:pt x="0" y="0"/>
                  </a:moveTo>
                  <a:lnTo>
                    <a:pt x="676579" y="0"/>
                  </a:lnTo>
                  <a:lnTo>
                    <a:pt x="676579" y="3016451"/>
                  </a:lnTo>
                  <a:lnTo>
                    <a:pt x="0" y="3016451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757568" y="2128699"/>
              <a:ext cx="676579" cy="88719"/>
            </a:xfrm>
            <a:custGeom>
              <a:avLst/>
              <a:pathLst>
                <a:path w="676579" h="88719">
                  <a:moveTo>
                    <a:pt x="0" y="0"/>
                  </a:moveTo>
                  <a:lnTo>
                    <a:pt x="676579" y="0"/>
                  </a:lnTo>
                  <a:lnTo>
                    <a:pt x="676579" y="88719"/>
                  </a:lnTo>
                  <a:lnTo>
                    <a:pt x="0" y="88719"/>
                  </a:lnTo>
                  <a:close/>
                </a:path>
              </a:pathLst>
            </a:custGeom>
            <a:solidFill>
              <a:srgbClr val="B0BEC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1038840" y="6439041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038840" y="6365109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964802" y="6109833"/>
              <a:ext cx="202638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925814" y="4069292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88%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038840" y="2180521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3068577" y="6424255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3068577" y="6305962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2955551" y="5947181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2955551" y="5459226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2955551" y="3670056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70%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3068577" y="2180521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63181" y="6714662"/>
              <a:ext cx="1205879" cy="1315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493176" y="6871351"/>
              <a:ext cx="114588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first symptoms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2848778" y="6777510"/>
              <a:ext cx="494158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776779" y="3519161"/>
              <a:ext cx="425053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Level</a:t>
              </a:r>
            </a:p>
          </p:txBody>
        </p:sp>
        <p:sp>
          <p:nvSpPr>
            <p:cNvPr id="176" name="rc176"/>
            <p:cNvSpPr/>
            <p:nvPr/>
          </p:nvSpPr>
          <p:spPr>
            <a:xfrm>
              <a:off x="3785779" y="3764794"/>
              <a:ext cx="201456" cy="201456"/>
            </a:xfrm>
            <a:prstGeom prst="rect">
              <a:avLst/>
            </a:prstGeom>
            <a:solidFill>
              <a:srgbClr val="B0BEC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3785779" y="3764794"/>
              <a:ext cx="201456" cy="20145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3785779" y="3984250"/>
              <a:ext cx="201456" cy="201456"/>
            </a:xfrm>
            <a:prstGeom prst="rect">
              <a:avLst/>
            </a:prstGeom>
            <a:solidFill>
              <a:srgbClr val="2196F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3785779" y="3984250"/>
              <a:ext cx="201456" cy="20145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3785779" y="4203706"/>
              <a:ext cx="201456" cy="201456"/>
            </a:xfrm>
            <a:prstGeom prst="rect">
              <a:avLst/>
            </a:prstGeom>
            <a:solidFill>
              <a:srgbClr val="4CAF50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3785779" y="4203706"/>
              <a:ext cx="201456" cy="20145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3785779" y="4423162"/>
              <a:ext cx="201456" cy="201456"/>
            </a:xfrm>
            <a:prstGeom prst="rect">
              <a:avLst/>
            </a:prstGeom>
            <a:solidFill>
              <a:srgbClr val="FFC107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785779" y="4423162"/>
              <a:ext cx="201456" cy="20145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3785779" y="4642618"/>
              <a:ext cx="201456" cy="201456"/>
            </a:xfrm>
            <a:prstGeom prst="rect">
              <a:avLst/>
            </a:prstGeom>
            <a:solidFill>
              <a:srgbClr val="FF9800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3785779" y="4642618"/>
              <a:ext cx="201456" cy="20145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785779" y="4862074"/>
              <a:ext cx="201456" cy="201456"/>
            </a:xfrm>
            <a:prstGeom prst="rect">
              <a:avLst/>
            </a:prstGeom>
            <a:solidFill>
              <a:srgbClr val="F44336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785779" y="4862074"/>
              <a:ext cx="201456" cy="20145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4084803" y="3812946"/>
              <a:ext cx="754608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4084803" y="4032402"/>
              <a:ext cx="340042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4084803" y="4221854"/>
              <a:ext cx="355808" cy="13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4084803" y="4471314"/>
              <a:ext cx="600908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084803" y="4688964"/>
              <a:ext cx="450681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4084803" y="4910226"/>
              <a:ext cx="529580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20462" y="932419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520462" y="1154553"/>
              <a:ext cx="3861494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self-care of the EQ-5D-5L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520462" y="1371331"/>
              <a:ext cx="3996828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 and today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520462" y="1590787"/>
              <a:ext cx="73977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(N=146)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3281740" y="7177960"/>
              <a:ext cx="423038" cy="107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 &lt; 5%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2025-09-19T15:23:59Z</dcterms:modified>
  <cp:category/>
</cp:coreProperties>
</file>