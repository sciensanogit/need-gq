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49239" y="218025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49239" y="221307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49239" y="5297669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49239" y="224588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49239" y="5330484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49239" y="227870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49239" y="231151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49239" y="234433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49239" y="237714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49239" y="240996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49239" y="244277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49239" y="6118040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49239" y="5757077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49239" y="247559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49239" y="250840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49239" y="254122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49239" y="5363299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49239" y="6150855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49239" y="257403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49239" y="260685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49239" y="263966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49239" y="267248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49239" y="270529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49239" y="5789892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49239" y="273811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49239" y="5822707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49239" y="277092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49239" y="280374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49239" y="283655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49239" y="286936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49239" y="290218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49239" y="5396113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49239" y="293499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49239" y="296781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49239" y="300062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49239" y="303344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49239" y="306625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49239" y="3099073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49239" y="313188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49239" y="6183670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49239" y="3164703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49239" y="5855521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49239" y="6216485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49239" y="5888336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49239" y="5921151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49239" y="319751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49239" y="3230333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49239" y="326314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49239" y="329596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49239" y="332877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49239" y="5428928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49239" y="336159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49239" y="339440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49239" y="342722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49239" y="346003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49239" y="349285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49239" y="352566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49239" y="355848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49239" y="359129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49239" y="362411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49239" y="365692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49239" y="368974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49239" y="6249300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49239" y="372255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49239" y="375537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49239" y="5461743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49239" y="378818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49239" y="5953966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49239" y="382100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49239" y="385381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49239" y="388663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49239" y="5986781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49239" y="391944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49239" y="395226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49239" y="398507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49239" y="401788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49239" y="405070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49239" y="408351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49239" y="6019596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49239" y="411633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49239" y="414914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49239" y="418196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49239" y="5494558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49239" y="5527373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49239" y="6052411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49239" y="421477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49239" y="5560188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49239" y="4247593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49239" y="5593003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49239" y="5625817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49239" y="428040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49239" y="4313223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49239" y="434603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49239" y="4378853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49239" y="4411668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49239" y="444448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49239" y="447729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49239" y="6085225"/>
              <a:ext cx="1417199" cy="393778"/>
            </a:xfrm>
            <a:custGeom>
              <a:avLst/>
              <a:pathLst>
                <a:path w="1417199" h="393778">
                  <a:moveTo>
                    <a:pt x="0" y="32814"/>
                  </a:moveTo>
                  <a:lnTo>
                    <a:pt x="1750" y="32872"/>
                  </a:lnTo>
                  <a:lnTo>
                    <a:pt x="12615" y="33289"/>
                  </a:lnTo>
                  <a:lnTo>
                    <a:pt x="37453" y="34419"/>
                  </a:lnTo>
                  <a:lnTo>
                    <a:pt x="75680" y="36516"/>
                  </a:lnTo>
                  <a:lnTo>
                    <a:pt x="122432" y="39669"/>
                  </a:lnTo>
                  <a:lnTo>
                    <a:pt x="171798" y="43858"/>
                  </a:lnTo>
                  <a:lnTo>
                    <a:pt x="219564" y="49067"/>
                  </a:lnTo>
                  <a:lnTo>
                    <a:pt x="264001" y="55377"/>
                  </a:lnTo>
                  <a:lnTo>
                    <a:pt x="305335" y="63001"/>
                  </a:lnTo>
                  <a:lnTo>
                    <a:pt x="344906" y="72273"/>
                  </a:lnTo>
                  <a:lnTo>
                    <a:pt x="384486" y="83584"/>
                  </a:lnTo>
                  <a:lnTo>
                    <a:pt x="413349" y="92975"/>
                  </a:lnTo>
                  <a:lnTo>
                    <a:pt x="447883" y="105197"/>
                  </a:lnTo>
                  <a:lnTo>
                    <a:pt x="484426" y="119030"/>
                  </a:lnTo>
                  <a:lnTo>
                    <a:pt x="523247" y="134471"/>
                  </a:lnTo>
                  <a:lnTo>
                    <a:pt x="564357" y="151419"/>
                  </a:lnTo>
                  <a:lnTo>
                    <a:pt x="607517" y="169662"/>
                  </a:lnTo>
                  <a:lnTo>
                    <a:pt x="652263" y="188882"/>
                  </a:lnTo>
                  <a:lnTo>
                    <a:pt x="697949" y="208673"/>
                  </a:lnTo>
                  <a:lnTo>
                    <a:pt x="743817" y="228574"/>
                  </a:lnTo>
                  <a:lnTo>
                    <a:pt x="789088" y="248113"/>
                  </a:lnTo>
                  <a:lnTo>
                    <a:pt x="833054" y="266855"/>
                  </a:lnTo>
                  <a:lnTo>
                    <a:pt x="875159" y="284437"/>
                  </a:lnTo>
                  <a:lnTo>
                    <a:pt x="915055" y="300596"/>
                  </a:lnTo>
                  <a:lnTo>
                    <a:pt x="952637" y="315181"/>
                  </a:lnTo>
                  <a:lnTo>
                    <a:pt x="988054" y="328145"/>
                  </a:lnTo>
                  <a:lnTo>
                    <a:pt x="1003849" y="333617"/>
                  </a:lnTo>
                  <a:lnTo>
                    <a:pt x="1044435" y="346562"/>
                  </a:lnTo>
                  <a:lnTo>
                    <a:pt x="1083826" y="357234"/>
                  </a:lnTo>
                  <a:lnTo>
                    <a:pt x="1123739" y="365982"/>
                  </a:lnTo>
                  <a:lnTo>
                    <a:pt x="1165880" y="373191"/>
                  </a:lnTo>
                  <a:lnTo>
                    <a:pt x="1211341" y="379162"/>
                  </a:lnTo>
                  <a:lnTo>
                    <a:pt x="1259864" y="384069"/>
                  </a:lnTo>
                  <a:lnTo>
                    <a:pt x="1309008" y="387958"/>
                  </a:lnTo>
                  <a:lnTo>
                    <a:pt x="1353891" y="390800"/>
                  </a:lnTo>
                  <a:lnTo>
                    <a:pt x="1388553" y="392597"/>
                  </a:lnTo>
                  <a:lnTo>
                    <a:pt x="1409104" y="393485"/>
                  </a:lnTo>
                  <a:lnTo>
                    <a:pt x="1416564" y="393758"/>
                  </a:lnTo>
                  <a:lnTo>
                    <a:pt x="1417199" y="393778"/>
                  </a:lnTo>
                  <a:lnTo>
                    <a:pt x="1417199" y="360963"/>
                  </a:lnTo>
                  <a:lnTo>
                    <a:pt x="1415449" y="360905"/>
                  </a:lnTo>
                  <a:lnTo>
                    <a:pt x="1404584" y="360489"/>
                  </a:lnTo>
                  <a:lnTo>
                    <a:pt x="1379746" y="359359"/>
                  </a:lnTo>
                  <a:lnTo>
                    <a:pt x="1341519" y="357262"/>
                  </a:lnTo>
                  <a:lnTo>
                    <a:pt x="1294767" y="354108"/>
                  </a:lnTo>
                  <a:lnTo>
                    <a:pt x="1245400" y="349919"/>
                  </a:lnTo>
                  <a:lnTo>
                    <a:pt x="1197635" y="344711"/>
                  </a:lnTo>
                  <a:lnTo>
                    <a:pt x="1153198" y="338400"/>
                  </a:lnTo>
                  <a:lnTo>
                    <a:pt x="1111864" y="330776"/>
                  </a:lnTo>
                  <a:lnTo>
                    <a:pt x="1072293" y="321505"/>
                  </a:lnTo>
                  <a:lnTo>
                    <a:pt x="1032713" y="310194"/>
                  </a:lnTo>
                  <a:lnTo>
                    <a:pt x="1003849" y="300802"/>
                  </a:lnTo>
                  <a:lnTo>
                    <a:pt x="969316" y="288580"/>
                  </a:lnTo>
                  <a:lnTo>
                    <a:pt x="932772" y="274748"/>
                  </a:lnTo>
                  <a:lnTo>
                    <a:pt x="893952" y="259306"/>
                  </a:lnTo>
                  <a:lnTo>
                    <a:pt x="852842" y="242358"/>
                  </a:lnTo>
                  <a:lnTo>
                    <a:pt x="809682" y="224115"/>
                  </a:lnTo>
                  <a:lnTo>
                    <a:pt x="764936" y="204895"/>
                  </a:lnTo>
                  <a:lnTo>
                    <a:pt x="719250" y="185104"/>
                  </a:lnTo>
                  <a:lnTo>
                    <a:pt x="673382" y="165204"/>
                  </a:lnTo>
                  <a:lnTo>
                    <a:pt x="628111" y="145664"/>
                  </a:lnTo>
                  <a:lnTo>
                    <a:pt x="584145" y="126922"/>
                  </a:lnTo>
                  <a:lnTo>
                    <a:pt x="542040" y="109340"/>
                  </a:lnTo>
                  <a:lnTo>
                    <a:pt x="502144" y="93181"/>
                  </a:lnTo>
                  <a:lnTo>
                    <a:pt x="464561" y="78596"/>
                  </a:lnTo>
                  <a:lnTo>
                    <a:pt x="429145" y="65633"/>
                  </a:lnTo>
                  <a:lnTo>
                    <a:pt x="413349" y="60160"/>
                  </a:lnTo>
                  <a:lnTo>
                    <a:pt x="372764" y="47216"/>
                  </a:lnTo>
                  <a:lnTo>
                    <a:pt x="333372" y="36543"/>
                  </a:lnTo>
                  <a:lnTo>
                    <a:pt x="293460" y="27795"/>
                  </a:lnTo>
                  <a:lnTo>
                    <a:pt x="251319" y="20586"/>
                  </a:lnTo>
                  <a:lnTo>
                    <a:pt x="205857" y="14615"/>
                  </a:lnTo>
                  <a:lnTo>
                    <a:pt x="157335" y="9709"/>
                  </a:lnTo>
                  <a:lnTo>
                    <a:pt x="108190" y="5820"/>
                  </a:lnTo>
                  <a:lnTo>
                    <a:pt x="63308" y="2977"/>
                  </a:lnTo>
                  <a:lnTo>
                    <a:pt x="28645" y="1180"/>
                  </a:lnTo>
                  <a:lnTo>
                    <a:pt x="8095" y="293"/>
                  </a:lnTo>
                  <a:lnTo>
                    <a:pt x="635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49239" y="451011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49239" y="454292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49239" y="457574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49239" y="6314929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49239" y="460855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49239" y="4641372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49239" y="4674187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49239" y="470700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49239" y="473981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49239" y="477263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49239" y="480544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49239" y="483826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49239" y="5658632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49239" y="5691447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49239" y="4871076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49239" y="4903891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49239" y="493670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49239" y="496952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49239" y="6347744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49239" y="500233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49239" y="503515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49239" y="506796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49239" y="5724262"/>
              <a:ext cx="1417199" cy="262518"/>
            </a:xfrm>
            <a:custGeom>
              <a:avLst/>
              <a:pathLst>
                <a:path w="1417199" h="262518">
                  <a:moveTo>
                    <a:pt x="0" y="32814"/>
                  </a:moveTo>
                  <a:lnTo>
                    <a:pt x="1766" y="32852"/>
                  </a:lnTo>
                  <a:lnTo>
                    <a:pt x="12724" y="33119"/>
                  </a:lnTo>
                  <a:lnTo>
                    <a:pt x="37753" y="33845"/>
                  </a:lnTo>
                  <a:lnTo>
                    <a:pt x="76221" y="35191"/>
                  </a:lnTo>
                  <a:lnTo>
                    <a:pt x="123193" y="37213"/>
                  </a:lnTo>
                  <a:lnTo>
                    <a:pt x="172713" y="39898"/>
                  </a:lnTo>
                  <a:lnTo>
                    <a:pt x="220568" y="43236"/>
                  </a:lnTo>
                  <a:lnTo>
                    <a:pt x="265063" y="47282"/>
                  </a:lnTo>
                  <a:lnTo>
                    <a:pt x="306459" y="52174"/>
                  </a:lnTo>
                  <a:lnTo>
                    <a:pt x="346127" y="58127"/>
                  </a:lnTo>
                  <a:lnTo>
                    <a:pt x="385861" y="65394"/>
                  </a:lnTo>
                  <a:lnTo>
                    <a:pt x="413349" y="71098"/>
                  </a:lnTo>
                  <a:lnTo>
                    <a:pt x="448677" y="79062"/>
                  </a:lnTo>
                  <a:lnTo>
                    <a:pt x="486115" y="88097"/>
                  </a:lnTo>
                  <a:lnTo>
                    <a:pt x="525938" y="98200"/>
                  </a:lnTo>
                  <a:lnTo>
                    <a:pt x="568143" y="109298"/>
                  </a:lnTo>
                  <a:lnTo>
                    <a:pt x="612457" y="121242"/>
                  </a:lnTo>
                  <a:lnTo>
                    <a:pt x="658361" y="133807"/>
                  </a:lnTo>
                  <a:lnTo>
                    <a:pt x="705144" y="146712"/>
                  </a:lnTo>
                  <a:lnTo>
                    <a:pt x="751990" y="159641"/>
                  </a:lnTo>
                  <a:lnTo>
                    <a:pt x="798071" y="172275"/>
                  </a:lnTo>
                  <a:lnTo>
                    <a:pt x="842657" y="184325"/>
                  </a:lnTo>
                  <a:lnTo>
                    <a:pt x="885196" y="195559"/>
                  </a:lnTo>
                  <a:lnTo>
                    <a:pt x="925376" y="205815"/>
                  </a:lnTo>
                  <a:lnTo>
                    <a:pt x="963154" y="215009"/>
                  </a:lnTo>
                  <a:lnTo>
                    <a:pt x="998764" y="223128"/>
                  </a:lnTo>
                  <a:lnTo>
                    <a:pt x="1003849" y="224234"/>
                  </a:lnTo>
                  <a:lnTo>
                    <a:pt x="1044558" y="232495"/>
                  </a:lnTo>
                  <a:lnTo>
                    <a:pt x="1084071" y="239302"/>
                  </a:lnTo>
                  <a:lnTo>
                    <a:pt x="1124119" y="244877"/>
                  </a:lnTo>
                  <a:lnTo>
                    <a:pt x="1166424" y="249470"/>
                  </a:lnTo>
                  <a:lnTo>
                    <a:pt x="1212076" y="253271"/>
                  </a:lnTo>
                  <a:lnTo>
                    <a:pt x="1260787" y="256392"/>
                  </a:lnTo>
                  <a:lnTo>
                    <a:pt x="1310052" y="258861"/>
                  </a:lnTo>
                  <a:lnTo>
                    <a:pt x="1354901" y="260660"/>
                  </a:lnTo>
                  <a:lnTo>
                    <a:pt x="1389329" y="261790"/>
                  </a:lnTo>
                  <a:lnTo>
                    <a:pt x="1409513" y="262342"/>
                  </a:lnTo>
                  <a:lnTo>
                    <a:pt x="1416650" y="262507"/>
                  </a:lnTo>
                  <a:lnTo>
                    <a:pt x="1417199" y="262518"/>
                  </a:lnTo>
                  <a:lnTo>
                    <a:pt x="1417199" y="229704"/>
                  </a:lnTo>
                  <a:lnTo>
                    <a:pt x="1415433" y="229666"/>
                  </a:lnTo>
                  <a:lnTo>
                    <a:pt x="1404474" y="229399"/>
                  </a:lnTo>
                  <a:lnTo>
                    <a:pt x="1379446" y="228673"/>
                  </a:lnTo>
                  <a:lnTo>
                    <a:pt x="1340977" y="227327"/>
                  </a:lnTo>
                  <a:lnTo>
                    <a:pt x="1294006" y="225305"/>
                  </a:lnTo>
                  <a:lnTo>
                    <a:pt x="1244485" y="222620"/>
                  </a:lnTo>
                  <a:lnTo>
                    <a:pt x="1196630" y="219282"/>
                  </a:lnTo>
                  <a:lnTo>
                    <a:pt x="1152136" y="215236"/>
                  </a:lnTo>
                  <a:lnTo>
                    <a:pt x="1110740" y="210344"/>
                  </a:lnTo>
                  <a:lnTo>
                    <a:pt x="1071072" y="204391"/>
                  </a:lnTo>
                  <a:lnTo>
                    <a:pt x="1031338" y="197124"/>
                  </a:lnTo>
                  <a:lnTo>
                    <a:pt x="1003849" y="191420"/>
                  </a:lnTo>
                  <a:lnTo>
                    <a:pt x="968522" y="183456"/>
                  </a:lnTo>
                  <a:lnTo>
                    <a:pt x="931084" y="174421"/>
                  </a:lnTo>
                  <a:lnTo>
                    <a:pt x="891261" y="164318"/>
                  </a:lnTo>
                  <a:lnTo>
                    <a:pt x="849056" y="153219"/>
                  </a:lnTo>
                  <a:lnTo>
                    <a:pt x="804742" y="141276"/>
                  </a:lnTo>
                  <a:lnTo>
                    <a:pt x="758838" y="128711"/>
                  </a:lnTo>
                  <a:lnTo>
                    <a:pt x="712054" y="115806"/>
                  </a:lnTo>
                  <a:lnTo>
                    <a:pt x="665209" y="102877"/>
                  </a:lnTo>
                  <a:lnTo>
                    <a:pt x="619128" y="90243"/>
                  </a:lnTo>
                  <a:lnTo>
                    <a:pt x="574542" y="78193"/>
                  </a:lnTo>
                  <a:lnTo>
                    <a:pt x="532003" y="66959"/>
                  </a:lnTo>
                  <a:lnTo>
                    <a:pt x="491822" y="56703"/>
                  </a:lnTo>
                  <a:lnTo>
                    <a:pt x="454044" y="47509"/>
                  </a:lnTo>
                  <a:lnTo>
                    <a:pt x="418434" y="39390"/>
                  </a:lnTo>
                  <a:lnTo>
                    <a:pt x="413349" y="38284"/>
                  </a:lnTo>
                  <a:lnTo>
                    <a:pt x="372640" y="30023"/>
                  </a:lnTo>
                  <a:lnTo>
                    <a:pt x="333128" y="23216"/>
                  </a:lnTo>
                  <a:lnTo>
                    <a:pt x="293079" y="17641"/>
                  </a:lnTo>
                  <a:lnTo>
                    <a:pt x="250775" y="13048"/>
                  </a:lnTo>
                  <a:lnTo>
                    <a:pt x="205123" y="9247"/>
                  </a:lnTo>
                  <a:lnTo>
                    <a:pt x="156412" y="6126"/>
                  </a:lnTo>
                  <a:lnTo>
                    <a:pt x="107147" y="3657"/>
                  </a:lnTo>
                  <a:lnTo>
                    <a:pt x="62298" y="1858"/>
                  </a:lnTo>
                  <a:lnTo>
                    <a:pt x="27870" y="728"/>
                  </a:lnTo>
                  <a:lnTo>
                    <a:pt x="7686" y="176"/>
                  </a:lnTo>
                  <a:lnTo>
                    <a:pt x="549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49239" y="5100780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49239" y="5133595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49239" y="516640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49239" y="519922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49239" y="6282115"/>
              <a:ext cx="1417199" cy="492222"/>
            </a:xfrm>
            <a:custGeom>
              <a:avLst/>
              <a:pathLst>
                <a:path w="1417199" h="492222">
                  <a:moveTo>
                    <a:pt x="0" y="32814"/>
                  </a:moveTo>
                  <a:lnTo>
                    <a:pt x="1734" y="32887"/>
                  </a:lnTo>
                  <a:lnTo>
                    <a:pt x="12504" y="33412"/>
                  </a:lnTo>
                  <a:lnTo>
                    <a:pt x="37147" y="34837"/>
                  </a:lnTo>
                  <a:lnTo>
                    <a:pt x="75125" y="37483"/>
                  </a:lnTo>
                  <a:lnTo>
                    <a:pt x="121651" y="41464"/>
                  </a:lnTo>
                  <a:lnTo>
                    <a:pt x="170859" y="46756"/>
                  </a:lnTo>
                  <a:lnTo>
                    <a:pt x="218531" y="53337"/>
                  </a:lnTo>
                  <a:lnTo>
                    <a:pt x="262910" y="61306"/>
                  </a:lnTo>
                  <a:lnTo>
                    <a:pt x="304181" y="70929"/>
                  </a:lnTo>
                  <a:lnTo>
                    <a:pt x="343653" y="82620"/>
                  </a:lnTo>
                  <a:lnTo>
                    <a:pt x="383078" y="96876"/>
                  </a:lnTo>
                  <a:lnTo>
                    <a:pt x="413349" y="109382"/>
                  </a:lnTo>
                  <a:lnTo>
                    <a:pt x="447141" y="124591"/>
                  </a:lnTo>
                  <a:lnTo>
                    <a:pt x="482852" y="141765"/>
                  </a:lnTo>
                  <a:lnTo>
                    <a:pt x="520741" y="160903"/>
                  </a:lnTo>
                  <a:lnTo>
                    <a:pt x="560832" y="181892"/>
                  </a:lnTo>
                  <a:lnTo>
                    <a:pt x="602917" y="204489"/>
                  </a:lnTo>
                  <a:lnTo>
                    <a:pt x="646578" y="228323"/>
                  </a:lnTo>
                  <a:lnTo>
                    <a:pt x="691226" y="252921"/>
                  </a:lnTo>
                  <a:lnTo>
                    <a:pt x="736158" y="277738"/>
                  </a:lnTo>
                  <a:lnTo>
                    <a:pt x="780641" y="302209"/>
                  </a:lnTo>
                  <a:lnTo>
                    <a:pt x="823991" y="325801"/>
                  </a:lnTo>
                  <a:lnTo>
                    <a:pt x="865653" y="348061"/>
                  </a:lnTo>
                  <a:lnTo>
                    <a:pt x="905254" y="368646"/>
                  </a:lnTo>
                  <a:lnTo>
                    <a:pt x="942638" y="387344"/>
                  </a:lnTo>
                  <a:lnTo>
                    <a:pt x="977883" y="404068"/>
                  </a:lnTo>
                  <a:lnTo>
                    <a:pt x="1003849" y="415654"/>
                  </a:lnTo>
                  <a:lnTo>
                    <a:pt x="1044308" y="432081"/>
                  </a:lnTo>
                  <a:lnTo>
                    <a:pt x="1083575" y="445634"/>
                  </a:lnTo>
                  <a:lnTo>
                    <a:pt x="1123349" y="456750"/>
                  </a:lnTo>
                  <a:lnTo>
                    <a:pt x="1165323" y="465915"/>
                  </a:lnTo>
                  <a:lnTo>
                    <a:pt x="1210589" y="473511"/>
                  </a:lnTo>
                  <a:lnTo>
                    <a:pt x="1258918" y="479758"/>
                  </a:lnTo>
                  <a:lnTo>
                    <a:pt x="1307936" y="484719"/>
                  </a:lnTo>
                  <a:lnTo>
                    <a:pt x="1352849" y="488358"/>
                  </a:lnTo>
                  <a:lnTo>
                    <a:pt x="1387746" y="490672"/>
                  </a:lnTo>
                  <a:lnTo>
                    <a:pt x="1408671" y="491828"/>
                  </a:lnTo>
                  <a:lnTo>
                    <a:pt x="1416467" y="492193"/>
                  </a:lnTo>
                  <a:lnTo>
                    <a:pt x="1417199" y="492222"/>
                  </a:lnTo>
                  <a:lnTo>
                    <a:pt x="1417199" y="459408"/>
                  </a:lnTo>
                  <a:lnTo>
                    <a:pt x="1415465" y="459335"/>
                  </a:lnTo>
                  <a:lnTo>
                    <a:pt x="1404695" y="458810"/>
                  </a:lnTo>
                  <a:lnTo>
                    <a:pt x="1380052" y="457385"/>
                  </a:lnTo>
                  <a:lnTo>
                    <a:pt x="1342073" y="454739"/>
                  </a:lnTo>
                  <a:lnTo>
                    <a:pt x="1295548" y="450758"/>
                  </a:lnTo>
                  <a:lnTo>
                    <a:pt x="1246339" y="445466"/>
                  </a:lnTo>
                  <a:lnTo>
                    <a:pt x="1198667" y="438885"/>
                  </a:lnTo>
                  <a:lnTo>
                    <a:pt x="1154289" y="430916"/>
                  </a:lnTo>
                  <a:lnTo>
                    <a:pt x="1113018" y="421293"/>
                  </a:lnTo>
                  <a:lnTo>
                    <a:pt x="1073545" y="409602"/>
                  </a:lnTo>
                  <a:lnTo>
                    <a:pt x="1034121" y="395346"/>
                  </a:lnTo>
                  <a:lnTo>
                    <a:pt x="1003849" y="382840"/>
                  </a:lnTo>
                  <a:lnTo>
                    <a:pt x="970058" y="367630"/>
                  </a:lnTo>
                  <a:lnTo>
                    <a:pt x="934347" y="350457"/>
                  </a:lnTo>
                  <a:lnTo>
                    <a:pt x="896457" y="331319"/>
                  </a:lnTo>
                  <a:lnTo>
                    <a:pt x="856367" y="310330"/>
                  </a:lnTo>
                  <a:lnTo>
                    <a:pt x="814282" y="287733"/>
                  </a:lnTo>
                  <a:lnTo>
                    <a:pt x="770620" y="263899"/>
                  </a:lnTo>
                  <a:lnTo>
                    <a:pt x="725973" y="239301"/>
                  </a:lnTo>
                  <a:lnTo>
                    <a:pt x="681040" y="214484"/>
                  </a:lnTo>
                  <a:lnTo>
                    <a:pt x="636558" y="190013"/>
                  </a:lnTo>
                  <a:lnTo>
                    <a:pt x="593208" y="166421"/>
                  </a:lnTo>
                  <a:lnTo>
                    <a:pt x="551546" y="144161"/>
                  </a:lnTo>
                  <a:lnTo>
                    <a:pt x="511945" y="123576"/>
                  </a:lnTo>
                  <a:lnTo>
                    <a:pt x="474560" y="104877"/>
                  </a:lnTo>
                  <a:lnTo>
                    <a:pt x="439316" y="88154"/>
                  </a:lnTo>
                  <a:lnTo>
                    <a:pt x="413349" y="76568"/>
                  </a:lnTo>
                  <a:lnTo>
                    <a:pt x="372891" y="60141"/>
                  </a:lnTo>
                  <a:lnTo>
                    <a:pt x="333623" y="46588"/>
                  </a:lnTo>
                  <a:lnTo>
                    <a:pt x="293850" y="35472"/>
                  </a:lnTo>
                  <a:lnTo>
                    <a:pt x="251876" y="26307"/>
                  </a:lnTo>
                  <a:lnTo>
                    <a:pt x="206609" y="18711"/>
                  </a:lnTo>
                  <a:lnTo>
                    <a:pt x="158281" y="12464"/>
                  </a:lnTo>
                  <a:lnTo>
                    <a:pt x="109263" y="7503"/>
                  </a:lnTo>
                  <a:lnTo>
                    <a:pt x="64350" y="3864"/>
                  </a:lnTo>
                  <a:lnTo>
                    <a:pt x="29452" y="1550"/>
                  </a:lnTo>
                  <a:lnTo>
                    <a:pt x="8528" y="394"/>
                  </a:lnTo>
                  <a:lnTo>
                    <a:pt x="731" y="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49239" y="5232039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49239" y="5264854"/>
              <a:ext cx="1417199" cy="32814"/>
            </a:xfrm>
            <a:custGeom>
              <a:avLst/>
              <a:pathLst>
                <a:path w="1417199" h="32814">
                  <a:moveTo>
                    <a:pt x="0" y="32814"/>
                  </a:moveTo>
                  <a:lnTo>
                    <a:pt x="1777" y="32814"/>
                  </a:lnTo>
                  <a:lnTo>
                    <a:pt x="12800" y="32814"/>
                  </a:lnTo>
                  <a:lnTo>
                    <a:pt x="37960" y="32814"/>
                  </a:lnTo>
                  <a:lnTo>
                    <a:pt x="76596" y="32814"/>
                  </a:lnTo>
                  <a:lnTo>
                    <a:pt x="123719" y="32814"/>
                  </a:lnTo>
                  <a:lnTo>
                    <a:pt x="173344" y="32814"/>
                  </a:lnTo>
                  <a:lnTo>
                    <a:pt x="221260" y="32814"/>
                  </a:lnTo>
                  <a:lnTo>
                    <a:pt x="265794" y="32814"/>
                  </a:lnTo>
                  <a:lnTo>
                    <a:pt x="307233" y="32814"/>
                  </a:lnTo>
                  <a:lnTo>
                    <a:pt x="346969" y="32814"/>
                  </a:lnTo>
                  <a:lnTo>
                    <a:pt x="386810" y="32814"/>
                  </a:lnTo>
                  <a:lnTo>
                    <a:pt x="413349" y="32814"/>
                  </a:lnTo>
                  <a:lnTo>
                    <a:pt x="449273" y="32814"/>
                  </a:lnTo>
                  <a:lnTo>
                    <a:pt x="487383" y="32814"/>
                  </a:lnTo>
                  <a:lnTo>
                    <a:pt x="527960" y="32814"/>
                  </a:lnTo>
                  <a:lnTo>
                    <a:pt x="570991" y="32814"/>
                  </a:lnTo>
                  <a:lnTo>
                    <a:pt x="616171" y="32814"/>
                  </a:lnTo>
                  <a:lnTo>
                    <a:pt x="662939" y="32814"/>
                  </a:lnTo>
                  <a:lnTo>
                    <a:pt x="710537" y="32814"/>
                  </a:lnTo>
                  <a:lnTo>
                    <a:pt x="758098" y="32814"/>
                  </a:lnTo>
                  <a:lnTo>
                    <a:pt x="804764" y="32814"/>
                  </a:lnTo>
                  <a:lnTo>
                    <a:pt x="849787" y="32814"/>
                  </a:lnTo>
                  <a:lnTo>
                    <a:pt x="892626" y="32814"/>
                  </a:lnTo>
                  <a:lnTo>
                    <a:pt x="933000" y="32814"/>
                  </a:lnTo>
                  <a:lnTo>
                    <a:pt x="970918" y="32814"/>
                  </a:lnTo>
                  <a:lnTo>
                    <a:pt x="1003849" y="32814"/>
                  </a:lnTo>
                  <a:lnTo>
                    <a:pt x="1044644" y="32814"/>
                  </a:lnTo>
                  <a:lnTo>
                    <a:pt x="1084240" y="32814"/>
                  </a:lnTo>
                  <a:lnTo>
                    <a:pt x="1124382" y="32814"/>
                  </a:lnTo>
                  <a:lnTo>
                    <a:pt x="1166799" y="32814"/>
                  </a:lnTo>
                  <a:lnTo>
                    <a:pt x="1212582" y="32814"/>
                  </a:lnTo>
                  <a:lnTo>
                    <a:pt x="1261423" y="32814"/>
                  </a:lnTo>
                  <a:lnTo>
                    <a:pt x="1310771" y="32814"/>
                  </a:lnTo>
                  <a:lnTo>
                    <a:pt x="1355593" y="32814"/>
                  </a:lnTo>
                  <a:lnTo>
                    <a:pt x="1389857" y="32814"/>
                  </a:lnTo>
                  <a:lnTo>
                    <a:pt x="1409787" y="32814"/>
                  </a:lnTo>
                  <a:lnTo>
                    <a:pt x="1416705" y="32814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49239" y="5986781"/>
              <a:ext cx="1417199" cy="525037"/>
            </a:xfrm>
            <a:custGeom>
              <a:avLst/>
              <a:pathLst>
                <a:path w="1417199" h="525037">
                  <a:moveTo>
                    <a:pt x="0" y="525037"/>
                  </a:moveTo>
                  <a:lnTo>
                    <a:pt x="1727" y="524959"/>
                  </a:lnTo>
                  <a:lnTo>
                    <a:pt x="12462" y="524399"/>
                  </a:lnTo>
                  <a:lnTo>
                    <a:pt x="37030" y="522878"/>
                  </a:lnTo>
                  <a:lnTo>
                    <a:pt x="74914" y="520053"/>
                  </a:lnTo>
                  <a:lnTo>
                    <a:pt x="121353" y="515800"/>
                  </a:lnTo>
                  <a:lnTo>
                    <a:pt x="170500" y="510147"/>
                  </a:lnTo>
                  <a:lnTo>
                    <a:pt x="218136" y="503116"/>
                  </a:lnTo>
                  <a:lnTo>
                    <a:pt x="262492" y="494602"/>
                  </a:lnTo>
                  <a:lnTo>
                    <a:pt x="303740" y="484325"/>
                  </a:lnTo>
                  <a:lnTo>
                    <a:pt x="343174" y="471843"/>
                  </a:lnTo>
                  <a:lnTo>
                    <a:pt x="382540" y="456626"/>
                  </a:lnTo>
                  <a:lnTo>
                    <a:pt x="413349" y="443000"/>
                  </a:lnTo>
                  <a:lnTo>
                    <a:pt x="446874" y="426838"/>
                  </a:lnTo>
                  <a:lnTo>
                    <a:pt x="482287" y="408604"/>
                  </a:lnTo>
                  <a:lnTo>
                    <a:pt x="519842" y="388295"/>
                  </a:lnTo>
                  <a:lnTo>
                    <a:pt x="559567" y="366030"/>
                  </a:lnTo>
                  <a:lnTo>
                    <a:pt x="601266" y="342059"/>
                  </a:lnTo>
                  <a:lnTo>
                    <a:pt x="644537" y="316764"/>
                  </a:lnTo>
                  <a:lnTo>
                    <a:pt x="688809" y="290639"/>
                  </a:lnTo>
                  <a:lnTo>
                    <a:pt x="733399" y="264250"/>
                  </a:lnTo>
                  <a:lnTo>
                    <a:pt x="777591" y="238191"/>
                  </a:lnTo>
                  <a:lnTo>
                    <a:pt x="820711" y="213022"/>
                  </a:lnTo>
                  <a:lnTo>
                    <a:pt x="862204" y="189226"/>
                  </a:lnTo>
                  <a:lnTo>
                    <a:pt x="901691" y="167171"/>
                  </a:lnTo>
                  <a:lnTo>
                    <a:pt x="939000" y="147092"/>
                  </a:lnTo>
                  <a:lnTo>
                    <a:pt x="974183" y="129093"/>
                  </a:lnTo>
                  <a:lnTo>
                    <a:pt x="1003849" y="114852"/>
                  </a:lnTo>
                  <a:lnTo>
                    <a:pt x="1044260" y="97271"/>
                  </a:lnTo>
                  <a:lnTo>
                    <a:pt x="1083479" y="82762"/>
                  </a:lnTo>
                  <a:lnTo>
                    <a:pt x="1123200" y="70860"/>
                  </a:lnTo>
                  <a:lnTo>
                    <a:pt x="1165110" y="61045"/>
                  </a:lnTo>
                  <a:lnTo>
                    <a:pt x="1210302" y="52908"/>
                  </a:lnTo>
                  <a:lnTo>
                    <a:pt x="1258556" y="46213"/>
                  </a:lnTo>
                  <a:lnTo>
                    <a:pt x="1307525" y="40894"/>
                  </a:lnTo>
                  <a:lnTo>
                    <a:pt x="1352449" y="36986"/>
                  </a:lnTo>
                  <a:lnTo>
                    <a:pt x="1387435" y="34496"/>
                  </a:lnTo>
                  <a:lnTo>
                    <a:pt x="1408501" y="33246"/>
                  </a:lnTo>
                  <a:lnTo>
                    <a:pt x="1416428" y="32848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7" y="638"/>
                  </a:lnTo>
                  <a:lnTo>
                    <a:pt x="1380169" y="2159"/>
                  </a:lnTo>
                  <a:lnTo>
                    <a:pt x="1342285" y="4984"/>
                  </a:lnTo>
                  <a:lnTo>
                    <a:pt x="1295846" y="9237"/>
                  </a:lnTo>
                  <a:lnTo>
                    <a:pt x="1246699" y="14890"/>
                  </a:lnTo>
                  <a:lnTo>
                    <a:pt x="1199062" y="21921"/>
                  </a:lnTo>
                  <a:lnTo>
                    <a:pt x="1154707" y="30435"/>
                  </a:lnTo>
                  <a:lnTo>
                    <a:pt x="1113459" y="40712"/>
                  </a:lnTo>
                  <a:lnTo>
                    <a:pt x="1074024" y="53194"/>
                  </a:lnTo>
                  <a:lnTo>
                    <a:pt x="1034658" y="68411"/>
                  </a:lnTo>
                  <a:lnTo>
                    <a:pt x="1003849" y="82037"/>
                  </a:lnTo>
                  <a:lnTo>
                    <a:pt x="970325" y="98199"/>
                  </a:lnTo>
                  <a:lnTo>
                    <a:pt x="934912" y="116433"/>
                  </a:lnTo>
                  <a:lnTo>
                    <a:pt x="897357" y="136741"/>
                  </a:lnTo>
                  <a:lnTo>
                    <a:pt x="857632" y="159007"/>
                  </a:lnTo>
                  <a:lnTo>
                    <a:pt x="815933" y="182978"/>
                  </a:lnTo>
                  <a:lnTo>
                    <a:pt x="772662" y="208273"/>
                  </a:lnTo>
                  <a:lnTo>
                    <a:pt x="728390" y="234398"/>
                  </a:lnTo>
                  <a:lnTo>
                    <a:pt x="683799" y="260787"/>
                  </a:lnTo>
                  <a:lnTo>
                    <a:pt x="639608" y="286846"/>
                  </a:lnTo>
                  <a:lnTo>
                    <a:pt x="596488" y="312015"/>
                  </a:lnTo>
                  <a:lnTo>
                    <a:pt x="554995" y="335811"/>
                  </a:lnTo>
                  <a:lnTo>
                    <a:pt x="515508" y="357866"/>
                  </a:lnTo>
                  <a:lnTo>
                    <a:pt x="478199" y="377945"/>
                  </a:lnTo>
                  <a:lnTo>
                    <a:pt x="443016" y="395943"/>
                  </a:lnTo>
                  <a:lnTo>
                    <a:pt x="413349" y="410185"/>
                  </a:lnTo>
                  <a:lnTo>
                    <a:pt x="372939" y="427766"/>
                  </a:lnTo>
                  <a:lnTo>
                    <a:pt x="333719" y="442275"/>
                  </a:lnTo>
                  <a:lnTo>
                    <a:pt x="293999" y="454176"/>
                  </a:lnTo>
                  <a:lnTo>
                    <a:pt x="252089" y="463992"/>
                  </a:lnTo>
                  <a:lnTo>
                    <a:pt x="206897" y="472129"/>
                  </a:lnTo>
                  <a:lnTo>
                    <a:pt x="158643" y="478824"/>
                  </a:lnTo>
                  <a:lnTo>
                    <a:pt x="109674" y="484143"/>
                  </a:lnTo>
                  <a:lnTo>
                    <a:pt x="64750" y="488050"/>
                  </a:lnTo>
                  <a:lnTo>
                    <a:pt x="29764" y="490541"/>
                  </a:lnTo>
                  <a:lnTo>
                    <a:pt x="8697" y="491791"/>
                  </a:lnTo>
                  <a:lnTo>
                    <a:pt x="771" y="492189"/>
                  </a:lnTo>
                  <a:lnTo>
                    <a:pt x="0" y="49222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49239" y="5297669"/>
              <a:ext cx="1417199" cy="1148520"/>
            </a:xfrm>
            <a:custGeom>
              <a:avLst/>
              <a:pathLst>
                <a:path w="1417199" h="1148520">
                  <a:moveTo>
                    <a:pt x="0" y="1148520"/>
                  </a:moveTo>
                  <a:lnTo>
                    <a:pt x="1554" y="1148362"/>
                  </a:lnTo>
                  <a:lnTo>
                    <a:pt x="11262" y="1147224"/>
                  </a:lnTo>
                  <a:lnTo>
                    <a:pt x="33703" y="1144127"/>
                  </a:lnTo>
                  <a:lnTo>
                    <a:pt x="68831" y="1138334"/>
                  </a:lnTo>
                  <a:lnTo>
                    <a:pt x="112692" y="1129542"/>
                  </a:lnTo>
                  <a:lnTo>
                    <a:pt x="159976" y="1117779"/>
                  </a:lnTo>
                  <a:lnTo>
                    <a:pt x="206490" y="1103120"/>
                  </a:lnTo>
                  <a:lnTo>
                    <a:pt x="250155" y="1085426"/>
                  </a:lnTo>
                  <a:lnTo>
                    <a:pt x="290739" y="1064226"/>
                  </a:lnTo>
                  <a:lnTo>
                    <a:pt x="329174" y="1038712"/>
                  </a:lnTo>
                  <a:lnTo>
                    <a:pt x="366950" y="1007835"/>
                  </a:lnTo>
                  <a:lnTo>
                    <a:pt x="405622" y="970595"/>
                  </a:lnTo>
                  <a:lnTo>
                    <a:pt x="413349" y="962569"/>
                  </a:lnTo>
                  <a:lnTo>
                    <a:pt x="441509" y="931978"/>
                  </a:lnTo>
                  <a:lnTo>
                    <a:pt x="470973" y="898059"/>
                  </a:lnTo>
                  <a:lnTo>
                    <a:pt x="501925" y="860773"/>
                  </a:lnTo>
                  <a:lnTo>
                    <a:pt x="534436" y="820211"/>
                  </a:lnTo>
                  <a:lnTo>
                    <a:pt x="568460" y="776615"/>
                  </a:lnTo>
                  <a:lnTo>
                    <a:pt x="603841" y="730380"/>
                  </a:lnTo>
                  <a:lnTo>
                    <a:pt x="640322" y="682049"/>
                  </a:lnTo>
                  <a:lnTo>
                    <a:pt x="677560" y="632293"/>
                  </a:lnTo>
                  <a:lnTo>
                    <a:pt x="715153" y="581873"/>
                  </a:lnTo>
                  <a:lnTo>
                    <a:pt x="752671" y="531595"/>
                  </a:lnTo>
                  <a:lnTo>
                    <a:pt x="789689" y="482253"/>
                  </a:lnTo>
                  <a:lnTo>
                    <a:pt x="825821" y="434581"/>
                  </a:lnTo>
                  <a:lnTo>
                    <a:pt x="860754" y="389211"/>
                  </a:lnTo>
                  <a:lnTo>
                    <a:pt x="894263" y="346635"/>
                  </a:lnTo>
                  <a:lnTo>
                    <a:pt x="926231" y="307194"/>
                  </a:lnTo>
                  <a:lnTo>
                    <a:pt x="956651" y="271078"/>
                  </a:lnTo>
                  <a:lnTo>
                    <a:pt x="985633" y="238329"/>
                  </a:lnTo>
                  <a:lnTo>
                    <a:pt x="1003849" y="218765"/>
                  </a:lnTo>
                  <a:lnTo>
                    <a:pt x="1042844" y="180216"/>
                  </a:lnTo>
                  <a:lnTo>
                    <a:pt x="1080679" y="148171"/>
                  </a:lnTo>
                  <a:lnTo>
                    <a:pt x="1118861" y="121700"/>
                  </a:lnTo>
                  <a:lnTo>
                    <a:pt x="1158929" y="99735"/>
                  </a:lnTo>
                  <a:lnTo>
                    <a:pt x="1201967" y="81407"/>
                  </a:lnTo>
                  <a:lnTo>
                    <a:pt x="1248024" y="66178"/>
                  </a:lnTo>
                  <a:lnTo>
                    <a:pt x="1295423" y="53850"/>
                  </a:lnTo>
                  <a:lnTo>
                    <a:pt x="1340359" y="44472"/>
                  </a:lnTo>
                  <a:lnTo>
                    <a:pt x="1377579" y="38106"/>
                  </a:lnTo>
                  <a:lnTo>
                    <a:pt x="1402637" y="34530"/>
                  </a:lnTo>
                  <a:lnTo>
                    <a:pt x="1414598" y="33085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645" y="158"/>
                  </a:lnTo>
                  <a:lnTo>
                    <a:pt x="1405937" y="1295"/>
                  </a:lnTo>
                  <a:lnTo>
                    <a:pt x="1383496" y="4392"/>
                  </a:lnTo>
                  <a:lnTo>
                    <a:pt x="1348368" y="10185"/>
                  </a:lnTo>
                  <a:lnTo>
                    <a:pt x="1304506" y="18977"/>
                  </a:lnTo>
                  <a:lnTo>
                    <a:pt x="1257223" y="30740"/>
                  </a:lnTo>
                  <a:lnTo>
                    <a:pt x="1210709" y="45399"/>
                  </a:lnTo>
                  <a:lnTo>
                    <a:pt x="1167044" y="63093"/>
                  </a:lnTo>
                  <a:lnTo>
                    <a:pt x="1126460" y="84293"/>
                  </a:lnTo>
                  <a:lnTo>
                    <a:pt x="1088025" y="109807"/>
                  </a:lnTo>
                  <a:lnTo>
                    <a:pt x="1050249" y="140684"/>
                  </a:lnTo>
                  <a:lnTo>
                    <a:pt x="1011577" y="177924"/>
                  </a:lnTo>
                  <a:lnTo>
                    <a:pt x="1003849" y="185950"/>
                  </a:lnTo>
                  <a:lnTo>
                    <a:pt x="975690" y="216541"/>
                  </a:lnTo>
                  <a:lnTo>
                    <a:pt x="946226" y="250460"/>
                  </a:lnTo>
                  <a:lnTo>
                    <a:pt x="915274" y="287746"/>
                  </a:lnTo>
                  <a:lnTo>
                    <a:pt x="882763" y="328308"/>
                  </a:lnTo>
                  <a:lnTo>
                    <a:pt x="848739" y="371904"/>
                  </a:lnTo>
                  <a:lnTo>
                    <a:pt x="813358" y="418139"/>
                  </a:lnTo>
                  <a:lnTo>
                    <a:pt x="776877" y="466470"/>
                  </a:lnTo>
                  <a:lnTo>
                    <a:pt x="739639" y="516226"/>
                  </a:lnTo>
                  <a:lnTo>
                    <a:pt x="702045" y="566646"/>
                  </a:lnTo>
                  <a:lnTo>
                    <a:pt x="664528" y="616924"/>
                  </a:lnTo>
                  <a:lnTo>
                    <a:pt x="627510" y="666267"/>
                  </a:lnTo>
                  <a:lnTo>
                    <a:pt x="591377" y="713938"/>
                  </a:lnTo>
                  <a:lnTo>
                    <a:pt x="556445" y="759308"/>
                  </a:lnTo>
                  <a:lnTo>
                    <a:pt x="522936" y="801884"/>
                  </a:lnTo>
                  <a:lnTo>
                    <a:pt x="490968" y="841325"/>
                  </a:lnTo>
                  <a:lnTo>
                    <a:pt x="460548" y="877441"/>
                  </a:lnTo>
                  <a:lnTo>
                    <a:pt x="431566" y="910190"/>
                  </a:lnTo>
                  <a:lnTo>
                    <a:pt x="413349" y="929754"/>
                  </a:lnTo>
                  <a:lnTo>
                    <a:pt x="374355" y="968303"/>
                  </a:lnTo>
                  <a:lnTo>
                    <a:pt x="336520" y="1000348"/>
                  </a:lnTo>
                  <a:lnTo>
                    <a:pt x="298338" y="1026819"/>
                  </a:lnTo>
                  <a:lnTo>
                    <a:pt x="258270" y="1048785"/>
                  </a:lnTo>
                  <a:lnTo>
                    <a:pt x="215232" y="1067112"/>
                  </a:lnTo>
                  <a:lnTo>
                    <a:pt x="169175" y="1082341"/>
                  </a:lnTo>
                  <a:lnTo>
                    <a:pt x="121775" y="1094669"/>
                  </a:lnTo>
                  <a:lnTo>
                    <a:pt x="76840" y="1104047"/>
                  </a:lnTo>
                  <a:lnTo>
                    <a:pt x="39620" y="1110413"/>
                  </a:lnTo>
                  <a:lnTo>
                    <a:pt x="14562" y="1113989"/>
                  </a:lnTo>
                  <a:lnTo>
                    <a:pt x="2600" y="1115434"/>
                  </a:lnTo>
                  <a:lnTo>
                    <a:pt x="0" y="111570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49239" y="6019596"/>
              <a:ext cx="1417199" cy="525037"/>
            </a:xfrm>
            <a:custGeom>
              <a:avLst/>
              <a:pathLst>
                <a:path w="1417199" h="525037">
                  <a:moveTo>
                    <a:pt x="0" y="525037"/>
                  </a:moveTo>
                  <a:lnTo>
                    <a:pt x="1727" y="524959"/>
                  </a:lnTo>
                  <a:lnTo>
                    <a:pt x="12462" y="524399"/>
                  </a:lnTo>
                  <a:lnTo>
                    <a:pt x="37030" y="522878"/>
                  </a:lnTo>
                  <a:lnTo>
                    <a:pt x="74914" y="520053"/>
                  </a:lnTo>
                  <a:lnTo>
                    <a:pt x="121353" y="515800"/>
                  </a:lnTo>
                  <a:lnTo>
                    <a:pt x="170500" y="510147"/>
                  </a:lnTo>
                  <a:lnTo>
                    <a:pt x="218136" y="503116"/>
                  </a:lnTo>
                  <a:lnTo>
                    <a:pt x="262492" y="494602"/>
                  </a:lnTo>
                  <a:lnTo>
                    <a:pt x="303740" y="484325"/>
                  </a:lnTo>
                  <a:lnTo>
                    <a:pt x="343174" y="471843"/>
                  </a:lnTo>
                  <a:lnTo>
                    <a:pt x="382540" y="456626"/>
                  </a:lnTo>
                  <a:lnTo>
                    <a:pt x="413349" y="443000"/>
                  </a:lnTo>
                  <a:lnTo>
                    <a:pt x="446874" y="426838"/>
                  </a:lnTo>
                  <a:lnTo>
                    <a:pt x="482287" y="408604"/>
                  </a:lnTo>
                  <a:lnTo>
                    <a:pt x="519842" y="388295"/>
                  </a:lnTo>
                  <a:lnTo>
                    <a:pt x="559567" y="366030"/>
                  </a:lnTo>
                  <a:lnTo>
                    <a:pt x="601266" y="342059"/>
                  </a:lnTo>
                  <a:lnTo>
                    <a:pt x="644537" y="316764"/>
                  </a:lnTo>
                  <a:lnTo>
                    <a:pt x="688809" y="290639"/>
                  </a:lnTo>
                  <a:lnTo>
                    <a:pt x="733399" y="264250"/>
                  </a:lnTo>
                  <a:lnTo>
                    <a:pt x="777591" y="238191"/>
                  </a:lnTo>
                  <a:lnTo>
                    <a:pt x="820711" y="213022"/>
                  </a:lnTo>
                  <a:lnTo>
                    <a:pt x="862204" y="189226"/>
                  </a:lnTo>
                  <a:lnTo>
                    <a:pt x="901691" y="167171"/>
                  </a:lnTo>
                  <a:lnTo>
                    <a:pt x="939000" y="147092"/>
                  </a:lnTo>
                  <a:lnTo>
                    <a:pt x="974183" y="129093"/>
                  </a:lnTo>
                  <a:lnTo>
                    <a:pt x="1003849" y="114852"/>
                  </a:lnTo>
                  <a:lnTo>
                    <a:pt x="1044260" y="97271"/>
                  </a:lnTo>
                  <a:lnTo>
                    <a:pt x="1083479" y="82762"/>
                  </a:lnTo>
                  <a:lnTo>
                    <a:pt x="1123200" y="70860"/>
                  </a:lnTo>
                  <a:lnTo>
                    <a:pt x="1165110" y="61045"/>
                  </a:lnTo>
                  <a:lnTo>
                    <a:pt x="1210302" y="52908"/>
                  </a:lnTo>
                  <a:lnTo>
                    <a:pt x="1258556" y="46213"/>
                  </a:lnTo>
                  <a:lnTo>
                    <a:pt x="1307525" y="40894"/>
                  </a:lnTo>
                  <a:lnTo>
                    <a:pt x="1352449" y="36986"/>
                  </a:lnTo>
                  <a:lnTo>
                    <a:pt x="1387435" y="34496"/>
                  </a:lnTo>
                  <a:lnTo>
                    <a:pt x="1408501" y="33246"/>
                  </a:lnTo>
                  <a:lnTo>
                    <a:pt x="1416428" y="32848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7" y="638"/>
                  </a:lnTo>
                  <a:lnTo>
                    <a:pt x="1380169" y="2159"/>
                  </a:lnTo>
                  <a:lnTo>
                    <a:pt x="1342285" y="4984"/>
                  </a:lnTo>
                  <a:lnTo>
                    <a:pt x="1295846" y="9237"/>
                  </a:lnTo>
                  <a:lnTo>
                    <a:pt x="1246699" y="14890"/>
                  </a:lnTo>
                  <a:lnTo>
                    <a:pt x="1199062" y="21921"/>
                  </a:lnTo>
                  <a:lnTo>
                    <a:pt x="1154707" y="30435"/>
                  </a:lnTo>
                  <a:lnTo>
                    <a:pt x="1113459" y="40712"/>
                  </a:lnTo>
                  <a:lnTo>
                    <a:pt x="1074024" y="53194"/>
                  </a:lnTo>
                  <a:lnTo>
                    <a:pt x="1034658" y="68411"/>
                  </a:lnTo>
                  <a:lnTo>
                    <a:pt x="1003849" y="82037"/>
                  </a:lnTo>
                  <a:lnTo>
                    <a:pt x="970325" y="98199"/>
                  </a:lnTo>
                  <a:lnTo>
                    <a:pt x="934912" y="116433"/>
                  </a:lnTo>
                  <a:lnTo>
                    <a:pt x="897357" y="136741"/>
                  </a:lnTo>
                  <a:lnTo>
                    <a:pt x="857632" y="159007"/>
                  </a:lnTo>
                  <a:lnTo>
                    <a:pt x="815933" y="182978"/>
                  </a:lnTo>
                  <a:lnTo>
                    <a:pt x="772662" y="208273"/>
                  </a:lnTo>
                  <a:lnTo>
                    <a:pt x="728390" y="234398"/>
                  </a:lnTo>
                  <a:lnTo>
                    <a:pt x="683799" y="260787"/>
                  </a:lnTo>
                  <a:lnTo>
                    <a:pt x="639608" y="286846"/>
                  </a:lnTo>
                  <a:lnTo>
                    <a:pt x="596488" y="312015"/>
                  </a:lnTo>
                  <a:lnTo>
                    <a:pt x="554995" y="335811"/>
                  </a:lnTo>
                  <a:lnTo>
                    <a:pt x="515508" y="357866"/>
                  </a:lnTo>
                  <a:lnTo>
                    <a:pt x="478199" y="377945"/>
                  </a:lnTo>
                  <a:lnTo>
                    <a:pt x="443016" y="395943"/>
                  </a:lnTo>
                  <a:lnTo>
                    <a:pt x="413349" y="410185"/>
                  </a:lnTo>
                  <a:lnTo>
                    <a:pt x="372939" y="427766"/>
                  </a:lnTo>
                  <a:lnTo>
                    <a:pt x="333719" y="442275"/>
                  </a:lnTo>
                  <a:lnTo>
                    <a:pt x="293999" y="454176"/>
                  </a:lnTo>
                  <a:lnTo>
                    <a:pt x="252089" y="463992"/>
                  </a:lnTo>
                  <a:lnTo>
                    <a:pt x="206897" y="472129"/>
                  </a:lnTo>
                  <a:lnTo>
                    <a:pt x="158643" y="478824"/>
                  </a:lnTo>
                  <a:lnTo>
                    <a:pt x="109674" y="484143"/>
                  </a:lnTo>
                  <a:lnTo>
                    <a:pt x="64750" y="488050"/>
                  </a:lnTo>
                  <a:lnTo>
                    <a:pt x="29764" y="490541"/>
                  </a:lnTo>
                  <a:lnTo>
                    <a:pt x="8697" y="491791"/>
                  </a:lnTo>
                  <a:lnTo>
                    <a:pt x="771" y="492189"/>
                  </a:lnTo>
                  <a:lnTo>
                    <a:pt x="0" y="49222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49239" y="6052411"/>
              <a:ext cx="1417199" cy="525037"/>
            </a:xfrm>
            <a:custGeom>
              <a:avLst/>
              <a:pathLst>
                <a:path w="1417199" h="525037">
                  <a:moveTo>
                    <a:pt x="0" y="525037"/>
                  </a:moveTo>
                  <a:lnTo>
                    <a:pt x="1727" y="524959"/>
                  </a:lnTo>
                  <a:lnTo>
                    <a:pt x="12462" y="524399"/>
                  </a:lnTo>
                  <a:lnTo>
                    <a:pt x="37030" y="522878"/>
                  </a:lnTo>
                  <a:lnTo>
                    <a:pt x="74914" y="520053"/>
                  </a:lnTo>
                  <a:lnTo>
                    <a:pt x="121353" y="515800"/>
                  </a:lnTo>
                  <a:lnTo>
                    <a:pt x="170500" y="510147"/>
                  </a:lnTo>
                  <a:lnTo>
                    <a:pt x="218136" y="503116"/>
                  </a:lnTo>
                  <a:lnTo>
                    <a:pt x="262492" y="494602"/>
                  </a:lnTo>
                  <a:lnTo>
                    <a:pt x="303740" y="484325"/>
                  </a:lnTo>
                  <a:lnTo>
                    <a:pt x="343174" y="471843"/>
                  </a:lnTo>
                  <a:lnTo>
                    <a:pt x="382540" y="456626"/>
                  </a:lnTo>
                  <a:lnTo>
                    <a:pt x="413349" y="443000"/>
                  </a:lnTo>
                  <a:lnTo>
                    <a:pt x="446874" y="426838"/>
                  </a:lnTo>
                  <a:lnTo>
                    <a:pt x="482287" y="408604"/>
                  </a:lnTo>
                  <a:lnTo>
                    <a:pt x="519842" y="388295"/>
                  </a:lnTo>
                  <a:lnTo>
                    <a:pt x="559567" y="366030"/>
                  </a:lnTo>
                  <a:lnTo>
                    <a:pt x="601266" y="342059"/>
                  </a:lnTo>
                  <a:lnTo>
                    <a:pt x="644537" y="316764"/>
                  </a:lnTo>
                  <a:lnTo>
                    <a:pt x="688809" y="290639"/>
                  </a:lnTo>
                  <a:lnTo>
                    <a:pt x="733399" y="264250"/>
                  </a:lnTo>
                  <a:lnTo>
                    <a:pt x="777591" y="238191"/>
                  </a:lnTo>
                  <a:lnTo>
                    <a:pt x="820711" y="213022"/>
                  </a:lnTo>
                  <a:lnTo>
                    <a:pt x="862204" y="189226"/>
                  </a:lnTo>
                  <a:lnTo>
                    <a:pt x="901691" y="167171"/>
                  </a:lnTo>
                  <a:lnTo>
                    <a:pt x="939000" y="147092"/>
                  </a:lnTo>
                  <a:lnTo>
                    <a:pt x="974183" y="129093"/>
                  </a:lnTo>
                  <a:lnTo>
                    <a:pt x="1003849" y="114852"/>
                  </a:lnTo>
                  <a:lnTo>
                    <a:pt x="1044260" y="97271"/>
                  </a:lnTo>
                  <a:lnTo>
                    <a:pt x="1083479" y="82762"/>
                  </a:lnTo>
                  <a:lnTo>
                    <a:pt x="1123200" y="70860"/>
                  </a:lnTo>
                  <a:lnTo>
                    <a:pt x="1165110" y="61045"/>
                  </a:lnTo>
                  <a:lnTo>
                    <a:pt x="1210302" y="52908"/>
                  </a:lnTo>
                  <a:lnTo>
                    <a:pt x="1258556" y="46213"/>
                  </a:lnTo>
                  <a:lnTo>
                    <a:pt x="1307525" y="40894"/>
                  </a:lnTo>
                  <a:lnTo>
                    <a:pt x="1352449" y="36986"/>
                  </a:lnTo>
                  <a:lnTo>
                    <a:pt x="1387435" y="34496"/>
                  </a:lnTo>
                  <a:lnTo>
                    <a:pt x="1408501" y="33246"/>
                  </a:lnTo>
                  <a:lnTo>
                    <a:pt x="1416428" y="32848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7" y="638"/>
                  </a:lnTo>
                  <a:lnTo>
                    <a:pt x="1380169" y="2159"/>
                  </a:lnTo>
                  <a:lnTo>
                    <a:pt x="1342285" y="4984"/>
                  </a:lnTo>
                  <a:lnTo>
                    <a:pt x="1295846" y="9237"/>
                  </a:lnTo>
                  <a:lnTo>
                    <a:pt x="1246699" y="14890"/>
                  </a:lnTo>
                  <a:lnTo>
                    <a:pt x="1199062" y="21921"/>
                  </a:lnTo>
                  <a:lnTo>
                    <a:pt x="1154707" y="30435"/>
                  </a:lnTo>
                  <a:lnTo>
                    <a:pt x="1113459" y="40712"/>
                  </a:lnTo>
                  <a:lnTo>
                    <a:pt x="1074024" y="53194"/>
                  </a:lnTo>
                  <a:lnTo>
                    <a:pt x="1034658" y="68411"/>
                  </a:lnTo>
                  <a:lnTo>
                    <a:pt x="1003849" y="82037"/>
                  </a:lnTo>
                  <a:lnTo>
                    <a:pt x="970325" y="98199"/>
                  </a:lnTo>
                  <a:lnTo>
                    <a:pt x="934912" y="116433"/>
                  </a:lnTo>
                  <a:lnTo>
                    <a:pt x="897357" y="136741"/>
                  </a:lnTo>
                  <a:lnTo>
                    <a:pt x="857632" y="159007"/>
                  </a:lnTo>
                  <a:lnTo>
                    <a:pt x="815933" y="182978"/>
                  </a:lnTo>
                  <a:lnTo>
                    <a:pt x="772662" y="208273"/>
                  </a:lnTo>
                  <a:lnTo>
                    <a:pt x="728390" y="234398"/>
                  </a:lnTo>
                  <a:lnTo>
                    <a:pt x="683799" y="260787"/>
                  </a:lnTo>
                  <a:lnTo>
                    <a:pt x="639608" y="286846"/>
                  </a:lnTo>
                  <a:lnTo>
                    <a:pt x="596488" y="312015"/>
                  </a:lnTo>
                  <a:lnTo>
                    <a:pt x="554995" y="335811"/>
                  </a:lnTo>
                  <a:lnTo>
                    <a:pt x="515508" y="357866"/>
                  </a:lnTo>
                  <a:lnTo>
                    <a:pt x="478199" y="377945"/>
                  </a:lnTo>
                  <a:lnTo>
                    <a:pt x="443016" y="395943"/>
                  </a:lnTo>
                  <a:lnTo>
                    <a:pt x="413349" y="410185"/>
                  </a:lnTo>
                  <a:lnTo>
                    <a:pt x="372939" y="427766"/>
                  </a:lnTo>
                  <a:lnTo>
                    <a:pt x="333719" y="442275"/>
                  </a:lnTo>
                  <a:lnTo>
                    <a:pt x="293999" y="454176"/>
                  </a:lnTo>
                  <a:lnTo>
                    <a:pt x="252089" y="463992"/>
                  </a:lnTo>
                  <a:lnTo>
                    <a:pt x="206897" y="472129"/>
                  </a:lnTo>
                  <a:lnTo>
                    <a:pt x="158643" y="478824"/>
                  </a:lnTo>
                  <a:lnTo>
                    <a:pt x="109674" y="484143"/>
                  </a:lnTo>
                  <a:lnTo>
                    <a:pt x="64750" y="488050"/>
                  </a:lnTo>
                  <a:lnTo>
                    <a:pt x="29764" y="490541"/>
                  </a:lnTo>
                  <a:lnTo>
                    <a:pt x="8697" y="491791"/>
                  </a:lnTo>
                  <a:lnTo>
                    <a:pt x="771" y="492189"/>
                  </a:lnTo>
                  <a:lnTo>
                    <a:pt x="0" y="49222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49239" y="6479004"/>
              <a:ext cx="1417199" cy="164074"/>
            </a:xfrm>
            <a:custGeom>
              <a:avLst/>
              <a:pathLst>
                <a:path w="1417199" h="164074">
                  <a:moveTo>
                    <a:pt x="0" y="164074"/>
                  </a:moveTo>
                  <a:lnTo>
                    <a:pt x="1773" y="164052"/>
                  </a:lnTo>
                  <a:lnTo>
                    <a:pt x="12775" y="163899"/>
                  </a:lnTo>
                  <a:lnTo>
                    <a:pt x="37892" y="163483"/>
                  </a:lnTo>
                  <a:lnTo>
                    <a:pt x="76473" y="162710"/>
                  </a:lnTo>
                  <a:lnTo>
                    <a:pt x="123546" y="161551"/>
                  </a:lnTo>
                  <a:lnTo>
                    <a:pt x="173137" y="160011"/>
                  </a:lnTo>
                  <a:lnTo>
                    <a:pt x="221034" y="158097"/>
                  </a:lnTo>
                  <a:lnTo>
                    <a:pt x="265555" y="155777"/>
                  </a:lnTo>
                  <a:lnTo>
                    <a:pt x="306979" y="152971"/>
                  </a:lnTo>
                  <a:lnTo>
                    <a:pt x="346693" y="149555"/>
                  </a:lnTo>
                  <a:lnTo>
                    <a:pt x="386499" y="145384"/>
                  </a:lnTo>
                  <a:lnTo>
                    <a:pt x="413349" y="142197"/>
                  </a:lnTo>
                  <a:lnTo>
                    <a:pt x="449073" y="137594"/>
                  </a:lnTo>
                  <a:lnTo>
                    <a:pt x="486957" y="132364"/>
                  </a:lnTo>
                  <a:lnTo>
                    <a:pt x="527281" y="126512"/>
                  </a:lnTo>
                  <a:lnTo>
                    <a:pt x="570034" y="120080"/>
                  </a:lnTo>
                  <a:lnTo>
                    <a:pt x="614924" y="113160"/>
                  </a:lnTo>
                  <a:lnTo>
                    <a:pt x="661402" y="105886"/>
                  </a:lnTo>
                  <a:lnTo>
                    <a:pt x="708727" y="98424"/>
                  </a:lnTo>
                  <a:lnTo>
                    <a:pt x="756050" y="90963"/>
                  </a:lnTo>
                  <a:lnTo>
                    <a:pt x="802522" y="83689"/>
                  </a:lnTo>
                  <a:lnTo>
                    <a:pt x="847401" y="76772"/>
                  </a:lnTo>
                  <a:lnTo>
                    <a:pt x="890142" y="70343"/>
                  </a:lnTo>
                  <a:lnTo>
                    <a:pt x="930452" y="64494"/>
                  </a:lnTo>
                  <a:lnTo>
                    <a:pt x="968323" y="59268"/>
                  </a:lnTo>
                  <a:lnTo>
                    <a:pt x="1003849" y="54691"/>
                  </a:lnTo>
                  <a:lnTo>
                    <a:pt x="1044616" y="49964"/>
                  </a:lnTo>
                  <a:lnTo>
                    <a:pt x="1084184" y="46071"/>
                  </a:lnTo>
                  <a:lnTo>
                    <a:pt x="1124296" y="42883"/>
                  </a:lnTo>
                  <a:lnTo>
                    <a:pt x="1166676" y="40257"/>
                  </a:lnTo>
                  <a:lnTo>
                    <a:pt x="1212416" y="38084"/>
                  </a:lnTo>
                  <a:lnTo>
                    <a:pt x="1261214" y="36301"/>
                  </a:lnTo>
                  <a:lnTo>
                    <a:pt x="1310535" y="34892"/>
                  </a:lnTo>
                  <a:lnTo>
                    <a:pt x="1355367" y="33867"/>
                  </a:lnTo>
                  <a:lnTo>
                    <a:pt x="1389684" y="33225"/>
                  </a:lnTo>
                  <a:lnTo>
                    <a:pt x="1409698" y="32913"/>
                  </a:lnTo>
                  <a:lnTo>
                    <a:pt x="1416687" y="32820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6" y="21"/>
                  </a:lnTo>
                  <a:lnTo>
                    <a:pt x="1404424" y="174"/>
                  </a:lnTo>
                  <a:lnTo>
                    <a:pt x="1379307" y="591"/>
                  </a:lnTo>
                  <a:lnTo>
                    <a:pt x="1340726" y="1363"/>
                  </a:lnTo>
                  <a:lnTo>
                    <a:pt x="1293652" y="2523"/>
                  </a:lnTo>
                  <a:lnTo>
                    <a:pt x="1244061" y="4062"/>
                  </a:lnTo>
                  <a:lnTo>
                    <a:pt x="1196165" y="5976"/>
                  </a:lnTo>
                  <a:lnTo>
                    <a:pt x="1151644" y="8296"/>
                  </a:lnTo>
                  <a:lnTo>
                    <a:pt x="1110220" y="11102"/>
                  </a:lnTo>
                  <a:lnTo>
                    <a:pt x="1070506" y="14518"/>
                  </a:lnTo>
                  <a:lnTo>
                    <a:pt x="1030700" y="18689"/>
                  </a:lnTo>
                  <a:lnTo>
                    <a:pt x="1003849" y="21876"/>
                  </a:lnTo>
                  <a:lnTo>
                    <a:pt x="968126" y="26480"/>
                  </a:lnTo>
                  <a:lnTo>
                    <a:pt x="930242" y="31709"/>
                  </a:lnTo>
                  <a:lnTo>
                    <a:pt x="889918" y="37562"/>
                  </a:lnTo>
                  <a:lnTo>
                    <a:pt x="847165" y="43993"/>
                  </a:lnTo>
                  <a:lnTo>
                    <a:pt x="802275" y="50913"/>
                  </a:lnTo>
                  <a:lnTo>
                    <a:pt x="755797" y="58188"/>
                  </a:lnTo>
                  <a:lnTo>
                    <a:pt x="708472" y="65649"/>
                  </a:lnTo>
                  <a:lnTo>
                    <a:pt x="661149" y="73110"/>
                  </a:lnTo>
                  <a:lnTo>
                    <a:pt x="614677" y="80384"/>
                  </a:lnTo>
                  <a:lnTo>
                    <a:pt x="569798" y="87301"/>
                  </a:lnTo>
                  <a:lnTo>
                    <a:pt x="527057" y="93730"/>
                  </a:lnTo>
                  <a:lnTo>
                    <a:pt x="486746" y="99579"/>
                  </a:lnTo>
                  <a:lnTo>
                    <a:pt x="448875" y="104805"/>
                  </a:lnTo>
                  <a:lnTo>
                    <a:pt x="413349" y="109382"/>
                  </a:lnTo>
                  <a:lnTo>
                    <a:pt x="372583" y="114109"/>
                  </a:lnTo>
                  <a:lnTo>
                    <a:pt x="333014" y="118002"/>
                  </a:lnTo>
                  <a:lnTo>
                    <a:pt x="292903" y="121191"/>
                  </a:lnTo>
                  <a:lnTo>
                    <a:pt x="250523" y="123816"/>
                  </a:lnTo>
                  <a:lnTo>
                    <a:pt x="204783" y="125989"/>
                  </a:lnTo>
                  <a:lnTo>
                    <a:pt x="155984" y="127772"/>
                  </a:lnTo>
                  <a:lnTo>
                    <a:pt x="106663" y="129181"/>
                  </a:lnTo>
                  <a:lnTo>
                    <a:pt x="61832" y="130207"/>
                  </a:lnTo>
                  <a:lnTo>
                    <a:pt x="27515" y="130849"/>
                  </a:lnTo>
                  <a:lnTo>
                    <a:pt x="7501" y="131161"/>
                  </a:lnTo>
                  <a:lnTo>
                    <a:pt x="511" y="131253"/>
                  </a:lnTo>
                  <a:lnTo>
                    <a:pt x="0" y="13125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49239" y="5330484"/>
              <a:ext cx="1417199" cy="1148520"/>
            </a:xfrm>
            <a:custGeom>
              <a:avLst/>
              <a:pathLst>
                <a:path w="1417199" h="1148520">
                  <a:moveTo>
                    <a:pt x="0" y="1148520"/>
                  </a:moveTo>
                  <a:lnTo>
                    <a:pt x="1554" y="1148362"/>
                  </a:lnTo>
                  <a:lnTo>
                    <a:pt x="11262" y="1147224"/>
                  </a:lnTo>
                  <a:lnTo>
                    <a:pt x="33703" y="1144127"/>
                  </a:lnTo>
                  <a:lnTo>
                    <a:pt x="68831" y="1138334"/>
                  </a:lnTo>
                  <a:lnTo>
                    <a:pt x="112692" y="1129542"/>
                  </a:lnTo>
                  <a:lnTo>
                    <a:pt x="159976" y="1117779"/>
                  </a:lnTo>
                  <a:lnTo>
                    <a:pt x="206490" y="1103120"/>
                  </a:lnTo>
                  <a:lnTo>
                    <a:pt x="250155" y="1085426"/>
                  </a:lnTo>
                  <a:lnTo>
                    <a:pt x="290739" y="1064226"/>
                  </a:lnTo>
                  <a:lnTo>
                    <a:pt x="329174" y="1038712"/>
                  </a:lnTo>
                  <a:lnTo>
                    <a:pt x="366950" y="1007835"/>
                  </a:lnTo>
                  <a:lnTo>
                    <a:pt x="405622" y="970595"/>
                  </a:lnTo>
                  <a:lnTo>
                    <a:pt x="413349" y="962569"/>
                  </a:lnTo>
                  <a:lnTo>
                    <a:pt x="441509" y="931978"/>
                  </a:lnTo>
                  <a:lnTo>
                    <a:pt x="470973" y="898059"/>
                  </a:lnTo>
                  <a:lnTo>
                    <a:pt x="501925" y="860773"/>
                  </a:lnTo>
                  <a:lnTo>
                    <a:pt x="534436" y="820211"/>
                  </a:lnTo>
                  <a:lnTo>
                    <a:pt x="568460" y="776615"/>
                  </a:lnTo>
                  <a:lnTo>
                    <a:pt x="603841" y="730380"/>
                  </a:lnTo>
                  <a:lnTo>
                    <a:pt x="640322" y="682049"/>
                  </a:lnTo>
                  <a:lnTo>
                    <a:pt x="677560" y="632293"/>
                  </a:lnTo>
                  <a:lnTo>
                    <a:pt x="715153" y="581873"/>
                  </a:lnTo>
                  <a:lnTo>
                    <a:pt x="752671" y="531595"/>
                  </a:lnTo>
                  <a:lnTo>
                    <a:pt x="789689" y="482253"/>
                  </a:lnTo>
                  <a:lnTo>
                    <a:pt x="825821" y="434581"/>
                  </a:lnTo>
                  <a:lnTo>
                    <a:pt x="860754" y="389211"/>
                  </a:lnTo>
                  <a:lnTo>
                    <a:pt x="894263" y="346635"/>
                  </a:lnTo>
                  <a:lnTo>
                    <a:pt x="926231" y="307194"/>
                  </a:lnTo>
                  <a:lnTo>
                    <a:pt x="956651" y="271078"/>
                  </a:lnTo>
                  <a:lnTo>
                    <a:pt x="985633" y="238329"/>
                  </a:lnTo>
                  <a:lnTo>
                    <a:pt x="1003849" y="218765"/>
                  </a:lnTo>
                  <a:lnTo>
                    <a:pt x="1042844" y="180216"/>
                  </a:lnTo>
                  <a:lnTo>
                    <a:pt x="1080679" y="148171"/>
                  </a:lnTo>
                  <a:lnTo>
                    <a:pt x="1118861" y="121700"/>
                  </a:lnTo>
                  <a:lnTo>
                    <a:pt x="1158929" y="99735"/>
                  </a:lnTo>
                  <a:lnTo>
                    <a:pt x="1201967" y="81407"/>
                  </a:lnTo>
                  <a:lnTo>
                    <a:pt x="1248024" y="66178"/>
                  </a:lnTo>
                  <a:lnTo>
                    <a:pt x="1295423" y="53850"/>
                  </a:lnTo>
                  <a:lnTo>
                    <a:pt x="1340359" y="44472"/>
                  </a:lnTo>
                  <a:lnTo>
                    <a:pt x="1377579" y="38106"/>
                  </a:lnTo>
                  <a:lnTo>
                    <a:pt x="1402637" y="34530"/>
                  </a:lnTo>
                  <a:lnTo>
                    <a:pt x="1414598" y="33085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645" y="158"/>
                  </a:lnTo>
                  <a:lnTo>
                    <a:pt x="1405937" y="1295"/>
                  </a:lnTo>
                  <a:lnTo>
                    <a:pt x="1383496" y="4392"/>
                  </a:lnTo>
                  <a:lnTo>
                    <a:pt x="1348368" y="10185"/>
                  </a:lnTo>
                  <a:lnTo>
                    <a:pt x="1304506" y="18977"/>
                  </a:lnTo>
                  <a:lnTo>
                    <a:pt x="1257223" y="30740"/>
                  </a:lnTo>
                  <a:lnTo>
                    <a:pt x="1210709" y="45399"/>
                  </a:lnTo>
                  <a:lnTo>
                    <a:pt x="1167044" y="63093"/>
                  </a:lnTo>
                  <a:lnTo>
                    <a:pt x="1126460" y="84293"/>
                  </a:lnTo>
                  <a:lnTo>
                    <a:pt x="1088025" y="109807"/>
                  </a:lnTo>
                  <a:lnTo>
                    <a:pt x="1050249" y="140684"/>
                  </a:lnTo>
                  <a:lnTo>
                    <a:pt x="1011577" y="177924"/>
                  </a:lnTo>
                  <a:lnTo>
                    <a:pt x="1003849" y="185950"/>
                  </a:lnTo>
                  <a:lnTo>
                    <a:pt x="975690" y="216541"/>
                  </a:lnTo>
                  <a:lnTo>
                    <a:pt x="946226" y="250460"/>
                  </a:lnTo>
                  <a:lnTo>
                    <a:pt x="915274" y="287746"/>
                  </a:lnTo>
                  <a:lnTo>
                    <a:pt x="882763" y="328308"/>
                  </a:lnTo>
                  <a:lnTo>
                    <a:pt x="848739" y="371904"/>
                  </a:lnTo>
                  <a:lnTo>
                    <a:pt x="813358" y="418139"/>
                  </a:lnTo>
                  <a:lnTo>
                    <a:pt x="776877" y="466470"/>
                  </a:lnTo>
                  <a:lnTo>
                    <a:pt x="739639" y="516226"/>
                  </a:lnTo>
                  <a:lnTo>
                    <a:pt x="702045" y="566646"/>
                  </a:lnTo>
                  <a:lnTo>
                    <a:pt x="664528" y="616924"/>
                  </a:lnTo>
                  <a:lnTo>
                    <a:pt x="627510" y="666267"/>
                  </a:lnTo>
                  <a:lnTo>
                    <a:pt x="591377" y="713938"/>
                  </a:lnTo>
                  <a:lnTo>
                    <a:pt x="556445" y="759308"/>
                  </a:lnTo>
                  <a:lnTo>
                    <a:pt x="522936" y="801884"/>
                  </a:lnTo>
                  <a:lnTo>
                    <a:pt x="490968" y="841325"/>
                  </a:lnTo>
                  <a:lnTo>
                    <a:pt x="460548" y="877441"/>
                  </a:lnTo>
                  <a:lnTo>
                    <a:pt x="431566" y="910190"/>
                  </a:lnTo>
                  <a:lnTo>
                    <a:pt x="413349" y="929754"/>
                  </a:lnTo>
                  <a:lnTo>
                    <a:pt x="374355" y="968303"/>
                  </a:lnTo>
                  <a:lnTo>
                    <a:pt x="336520" y="1000348"/>
                  </a:lnTo>
                  <a:lnTo>
                    <a:pt x="298338" y="1026819"/>
                  </a:lnTo>
                  <a:lnTo>
                    <a:pt x="258270" y="1048785"/>
                  </a:lnTo>
                  <a:lnTo>
                    <a:pt x="215232" y="1067112"/>
                  </a:lnTo>
                  <a:lnTo>
                    <a:pt x="169175" y="1082341"/>
                  </a:lnTo>
                  <a:lnTo>
                    <a:pt x="121775" y="1094669"/>
                  </a:lnTo>
                  <a:lnTo>
                    <a:pt x="76840" y="1104047"/>
                  </a:lnTo>
                  <a:lnTo>
                    <a:pt x="39620" y="1110413"/>
                  </a:lnTo>
                  <a:lnTo>
                    <a:pt x="14562" y="1113989"/>
                  </a:lnTo>
                  <a:lnTo>
                    <a:pt x="2600" y="1115434"/>
                  </a:lnTo>
                  <a:lnTo>
                    <a:pt x="0" y="111570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49239" y="6085225"/>
              <a:ext cx="1417199" cy="525037"/>
            </a:xfrm>
            <a:custGeom>
              <a:avLst/>
              <a:pathLst>
                <a:path w="1417199" h="525037">
                  <a:moveTo>
                    <a:pt x="0" y="525037"/>
                  </a:moveTo>
                  <a:lnTo>
                    <a:pt x="1727" y="524959"/>
                  </a:lnTo>
                  <a:lnTo>
                    <a:pt x="12462" y="524399"/>
                  </a:lnTo>
                  <a:lnTo>
                    <a:pt x="37030" y="522878"/>
                  </a:lnTo>
                  <a:lnTo>
                    <a:pt x="74914" y="520053"/>
                  </a:lnTo>
                  <a:lnTo>
                    <a:pt x="121353" y="515800"/>
                  </a:lnTo>
                  <a:lnTo>
                    <a:pt x="170500" y="510147"/>
                  </a:lnTo>
                  <a:lnTo>
                    <a:pt x="218136" y="503116"/>
                  </a:lnTo>
                  <a:lnTo>
                    <a:pt x="262492" y="494602"/>
                  </a:lnTo>
                  <a:lnTo>
                    <a:pt x="303740" y="484325"/>
                  </a:lnTo>
                  <a:lnTo>
                    <a:pt x="343174" y="471843"/>
                  </a:lnTo>
                  <a:lnTo>
                    <a:pt x="382540" y="456626"/>
                  </a:lnTo>
                  <a:lnTo>
                    <a:pt x="413349" y="443000"/>
                  </a:lnTo>
                  <a:lnTo>
                    <a:pt x="446874" y="426838"/>
                  </a:lnTo>
                  <a:lnTo>
                    <a:pt x="482287" y="408604"/>
                  </a:lnTo>
                  <a:lnTo>
                    <a:pt x="519842" y="388295"/>
                  </a:lnTo>
                  <a:lnTo>
                    <a:pt x="559567" y="366030"/>
                  </a:lnTo>
                  <a:lnTo>
                    <a:pt x="601266" y="342059"/>
                  </a:lnTo>
                  <a:lnTo>
                    <a:pt x="644537" y="316764"/>
                  </a:lnTo>
                  <a:lnTo>
                    <a:pt x="688809" y="290639"/>
                  </a:lnTo>
                  <a:lnTo>
                    <a:pt x="733399" y="264250"/>
                  </a:lnTo>
                  <a:lnTo>
                    <a:pt x="777591" y="238191"/>
                  </a:lnTo>
                  <a:lnTo>
                    <a:pt x="820711" y="213022"/>
                  </a:lnTo>
                  <a:lnTo>
                    <a:pt x="862204" y="189226"/>
                  </a:lnTo>
                  <a:lnTo>
                    <a:pt x="901691" y="167171"/>
                  </a:lnTo>
                  <a:lnTo>
                    <a:pt x="939000" y="147092"/>
                  </a:lnTo>
                  <a:lnTo>
                    <a:pt x="974183" y="129093"/>
                  </a:lnTo>
                  <a:lnTo>
                    <a:pt x="1003849" y="114852"/>
                  </a:lnTo>
                  <a:lnTo>
                    <a:pt x="1044260" y="97271"/>
                  </a:lnTo>
                  <a:lnTo>
                    <a:pt x="1083479" y="82762"/>
                  </a:lnTo>
                  <a:lnTo>
                    <a:pt x="1123200" y="70860"/>
                  </a:lnTo>
                  <a:lnTo>
                    <a:pt x="1165110" y="61045"/>
                  </a:lnTo>
                  <a:lnTo>
                    <a:pt x="1210302" y="52908"/>
                  </a:lnTo>
                  <a:lnTo>
                    <a:pt x="1258556" y="46213"/>
                  </a:lnTo>
                  <a:lnTo>
                    <a:pt x="1307525" y="40894"/>
                  </a:lnTo>
                  <a:lnTo>
                    <a:pt x="1352449" y="36986"/>
                  </a:lnTo>
                  <a:lnTo>
                    <a:pt x="1387435" y="34496"/>
                  </a:lnTo>
                  <a:lnTo>
                    <a:pt x="1408501" y="33246"/>
                  </a:lnTo>
                  <a:lnTo>
                    <a:pt x="1416428" y="32848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71" y="77"/>
                  </a:lnTo>
                  <a:lnTo>
                    <a:pt x="1404737" y="638"/>
                  </a:lnTo>
                  <a:lnTo>
                    <a:pt x="1380169" y="2159"/>
                  </a:lnTo>
                  <a:lnTo>
                    <a:pt x="1342285" y="4984"/>
                  </a:lnTo>
                  <a:lnTo>
                    <a:pt x="1295846" y="9237"/>
                  </a:lnTo>
                  <a:lnTo>
                    <a:pt x="1246699" y="14890"/>
                  </a:lnTo>
                  <a:lnTo>
                    <a:pt x="1199062" y="21921"/>
                  </a:lnTo>
                  <a:lnTo>
                    <a:pt x="1154707" y="30435"/>
                  </a:lnTo>
                  <a:lnTo>
                    <a:pt x="1113459" y="40712"/>
                  </a:lnTo>
                  <a:lnTo>
                    <a:pt x="1074024" y="53194"/>
                  </a:lnTo>
                  <a:lnTo>
                    <a:pt x="1034658" y="68411"/>
                  </a:lnTo>
                  <a:lnTo>
                    <a:pt x="1003849" y="82037"/>
                  </a:lnTo>
                  <a:lnTo>
                    <a:pt x="970325" y="98199"/>
                  </a:lnTo>
                  <a:lnTo>
                    <a:pt x="934912" y="116433"/>
                  </a:lnTo>
                  <a:lnTo>
                    <a:pt x="897357" y="136741"/>
                  </a:lnTo>
                  <a:lnTo>
                    <a:pt x="857632" y="159007"/>
                  </a:lnTo>
                  <a:lnTo>
                    <a:pt x="815933" y="182978"/>
                  </a:lnTo>
                  <a:lnTo>
                    <a:pt x="772662" y="208273"/>
                  </a:lnTo>
                  <a:lnTo>
                    <a:pt x="728390" y="234398"/>
                  </a:lnTo>
                  <a:lnTo>
                    <a:pt x="683799" y="260787"/>
                  </a:lnTo>
                  <a:lnTo>
                    <a:pt x="639608" y="286846"/>
                  </a:lnTo>
                  <a:lnTo>
                    <a:pt x="596488" y="312015"/>
                  </a:lnTo>
                  <a:lnTo>
                    <a:pt x="554995" y="335811"/>
                  </a:lnTo>
                  <a:lnTo>
                    <a:pt x="515508" y="357866"/>
                  </a:lnTo>
                  <a:lnTo>
                    <a:pt x="478199" y="377945"/>
                  </a:lnTo>
                  <a:lnTo>
                    <a:pt x="443016" y="395943"/>
                  </a:lnTo>
                  <a:lnTo>
                    <a:pt x="413349" y="410185"/>
                  </a:lnTo>
                  <a:lnTo>
                    <a:pt x="372939" y="427766"/>
                  </a:lnTo>
                  <a:lnTo>
                    <a:pt x="333719" y="442275"/>
                  </a:lnTo>
                  <a:lnTo>
                    <a:pt x="293999" y="454176"/>
                  </a:lnTo>
                  <a:lnTo>
                    <a:pt x="252089" y="463992"/>
                  </a:lnTo>
                  <a:lnTo>
                    <a:pt x="206897" y="472129"/>
                  </a:lnTo>
                  <a:lnTo>
                    <a:pt x="158643" y="478824"/>
                  </a:lnTo>
                  <a:lnTo>
                    <a:pt x="109674" y="484143"/>
                  </a:lnTo>
                  <a:lnTo>
                    <a:pt x="64750" y="488050"/>
                  </a:lnTo>
                  <a:lnTo>
                    <a:pt x="29764" y="490541"/>
                  </a:lnTo>
                  <a:lnTo>
                    <a:pt x="8697" y="491791"/>
                  </a:lnTo>
                  <a:lnTo>
                    <a:pt x="771" y="492189"/>
                  </a:lnTo>
                  <a:lnTo>
                    <a:pt x="0" y="49222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49239" y="6511819"/>
              <a:ext cx="1417199" cy="164074"/>
            </a:xfrm>
            <a:custGeom>
              <a:avLst/>
              <a:pathLst>
                <a:path w="1417199" h="164074">
                  <a:moveTo>
                    <a:pt x="0" y="164074"/>
                  </a:moveTo>
                  <a:lnTo>
                    <a:pt x="1773" y="164052"/>
                  </a:lnTo>
                  <a:lnTo>
                    <a:pt x="12775" y="163899"/>
                  </a:lnTo>
                  <a:lnTo>
                    <a:pt x="37892" y="163483"/>
                  </a:lnTo>
                  <a:lnTo>
                    <a:pt x="76473" y="162710"/>
                  </a:lnTo>
                  <a:lnTo>
                    <a:pt x="123546" y="161551"/>
                  </a:lnTo>
                  <a:lnTo>
                    <a:pt x="173137" y="160011"/>
                  </a:lnTo>
                  <a:lnTo>
                    <a:pt x="221034" y="158097"/>
                  </a:lnTo>
                  <a:lnTo>
                    <a:pt x="265555" y="155777"/>
                  </a:lnTo>
                  <a:lnTo>
                    <a:pt x="306979" y="152971"/>
                  </a:lnTo>
                  <a:lnTo>
                    <a:pt x="346693" y="149555"/>
                  </a:lnTo>
                  <a:lnTo>
                    <a:pt x="386499" y="145384"/>
                  </a:lnTo>
                  <a:lnTo>
                    <a:pt x="413349" y="142197"/>
                  </a:lnTo>
                  <a:lnTo>
                    <a:pt x="449073" y="137594"/>
                  </a:lnTo>
                  <a:lnTo>
                    <a:pt x="486957" y="132364"/>
                  </a:lnTo>
                  <a:lnTo>
                    <a:pt x="527281" y="126512"/>
                  </a:lnTo>
                  <a:lnTo>
                    <a:pt x="570034" y="120080"/>
                  </a:lnTo>
                  <a:lnTo>
                    <a:pt x="614924" y="113160"/>
                  </a:lnTo>
                  <a:lnTo>
                    <a:pt x="661402" y="105886"/>
                  </a:lnTo>
                  <a:lnTo>
                    <a:pt x="708727" y="98424"/>
                  </a:lnTo>
                  <a:lnTo>
                    <a:pt x="756050" y="90963"/>
                  </a:lnTo>
                  <a:lnTo>
                    <a:pt x="802522" y="83689"/>
                  </a:lnTo>
                  <a:lnTo>
                    <a:pt x="847401" y="76772"/>
                  </a:lnTo>
                  <a:lnTo>
                    <a:pt x="890142" y="70343"/>
                  </a:lnTo>
                  <a:lnTo>
                    <a:pt x="930452" y="64494"/>
                  </a:lnTo>
                  <a:lnTo>
                    <a:pt x="968323" y="59268"/>
                  </a:lnTo>
                  <a:lnTo>
                    <a:pt x="1003849" y="54691"/>
                  </a:lnTo>
                  <a:lnTo>
                    <a:pt x="1044616" y="49964"/>
                  </a:lnTo>
                  <a:lnTo>
                    <a:pt x="1084184" y="46071"/>
                  </a:lnTo>
                  <a:lnTo>
                    <a:pt x="1124296" y="42883"/>
                  </a:lnTo>
                  <a:lnTo>
                    <a:pt x="1166676" y="40257"/>
                  </a:lnTo>
                  <a:lnTo>
                    <a:pt x="1212416" y="38084"/>
                  </a:lnTo>
                  <a:lnTo>
                    <a:pt x="1261214" y="36301"/>
                  </a:lnTo>
                  <a:lnTo>
                    <a:pt x="1310535" y="34892"/>
                  </a:lnTo>
                  <a:lnTo>
                    <a:pt x="1355367" y="33867"/>
                  </a:lnTo>
                  <a:lnTo>
                    <a:pt x="1389684" y="33225"/>
                  </a:lnTo>
                  <a:lnTo>
                    <a:pt x="1409698" y="32913"/>
                  </a:lnTo>
                  <a:lnTo>
                    <a:pt x="1416687" y="32820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26" y="21"/>
                  </a:lnTo>
                  <a:lnTo>
                    <a:pt x="1404424" y="174"/>
                  </a:lnTo>
                  <a:lnTo>
                    <a:pt x="1379307" y="591"/>
                  </a:lnTo>
                  <a:lnTo>
                    <a:pt x="1340726" y="1363"/>
                  </a:lnTo>
                  <a:lnTo>
                    <a:pt x="1293652" y="2523"/>
                  </a:lnTo>
                  <a:lnTo>
                    <a:pt x="1244061" y="4062"/>
                  </a:lnTo>
                  <a:lnTo>
                    <a:pt x="1196165" y="5976"/>
                  </a:lnTo>
                  <a:lnTo>
                    <a:pt x="1151644" y="8296"/>
                  </a:lnTo>
                  <a:lnTo>
                    <a:pt x="1110220" y="11102"/>
                  </a:lnTo>
                  <a:lnTo>
                    <a:pt x="1070506" y="14518"/>
                  </a:lnTo>
                  <a:lnTo>
                    <a:pt x="1030700" y="18689"/>
                  </a:lnTo>
                  <a:lnTo>
                    <a:pt x="1003849" y="21876"/>
                  </a:lnTo>
                  <a:lnTo>
                    <a:pt x="968126" y="26480"/>
                  </a:lnTo>
                  <a:lnTo>
                    <a:pt x="930242" y="31709"/>
                  </a:lnTo>
                  <a:lnTo>
                    <a:pt x="889918" y="37562"/>
                  </a:lnTo>
                  <a:lnTo>
                    <a:pt x="847165" y="43993"/>
                  </a:lnTo>
                  <a:lnTo>
                    <a:pt x="802275" y="50913"/>
                  </a:lnTo>
                  <a:lnTo>
                    <a:pt x="755797" y="58188"/>
                  </a:lnTo>
                  <a:lnTo>
                    <a:pt x="708472" y="65649"/>
                  </a:lnTo>
                  <a:lnTo>
                    <a:pt x="661149" y="73110"/>
                  </a:lnTo>
                  <a:lnTo>
                    <a:pt x="614677" y="80384"/>
                  </a:lnTo>
                  <a:lnTo>
                    <a:pt x="569798" y="87301"/>
                  </a:lnTo>
                  <a:lnTo>
                    <a:pt x="527057" y="93730"/>
                  </a:lnTo>
                  <a:lnTo>
                    <a:pt x="486746" y="99579"/>
                  </a:lnTo>
                  <a:lnTo>
                    <a:pt x="448875" y="104805"/>
                  </a:lnTo>
                  <a:lnTo>
                    <a:pt x="413349" y="109382"/>
                  </a:lnTo>
                  <a:lnTo>
                    <a:pt x="372583" y="114109"/>
                  </a:lnTo>
                  <a:lnTo>
                    <a:pt x="333014" y="118002"/>
                  </a:lnTo>
                  <a:lnTo>
                    <a:pt x="292903" y="121191"/>
                  </a:lnTo>
                  <a:lnTo>
                    <a:pt x="250523" y="123816"/>
                  </a:lnTo>
                  <a:lnTo>
                    <a:pt x="204783" y="125989"/>
                  </a:lnTo>
                  <a:lnTo>
                    <a:pt x="155984" y="127772"/>
                  </a:lnTo>
                  <a:lnTo>
                    <a:pt x="106663" y="129181"/>
                  </a:lnTo>
                  <a:lnTo>
                    <a:pt x="61832" y="130207"/>
                  </a:lnTo>
                  <a:lnTo>
                    <a:pt x="27515" y="130849"/>
                  </a:lnTo>
                  <a:lnTo>
                    <a:pt x="7501" y="131161"/>
                  </a:lnTo>
                  <a:lnTo>
                    <a:pt x="511" y="131253"/>
                  </a:lnTo>
                  <a:lnTo>
                    <a:pt x="0" y="13125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49239" y="6544633"/>
              <a:ext cx="1417199" cy="262518"/>
            </a:xfrm>
            <a:custGeom>
              <a:avLst/>
              <a:pathLst>
                <a:path w="1417199" h="262518">
                  <a:moveTo>
                    <a:pt x="0" y="262518"/>
                  </a:moveTo>
                  <a:lnTo>
                    <a:pt x="1766" y="262481"/>
                  </a:lnTo>
                  <a:lnTo>
                    <a:pt x="12724" y="262214"/>
                  </a:lnTo>
                  <a:lnTo>
                    <a:pt x="37753" y="261488"/>
                  </a:lnTo>
                  <a:lnTo>
                    <a:pt x="76221" y="260142"/>
                  </a:lnTo>
                  <a:lnTo>
                    <a:pt x="123193" y="258120"/>
                  </a:lnTo>
                  <a:lnTo>
                    <a:pt x="172713" y="255435"/>
                  </a:lnTo>
                  <a:lnTo>
                    <a:pt x="220568" y="252096"/>
                  </a:lnTo>
                  <a:lnTo>
                    <a:pt x="265063" y="248050"/>
                  </a:lnTo>
                  <a:lnTo>
                    <a:pt x="306459" y="243159"/>
                  </a:lnTo>
                  <a:lnTo>
                    <a:pt x="346127" y="237206"/>
                  </a:lnTo>
                  <a:lnTo>
                    <a:pt x="385861" y="229939"/>
                  </a:lnTo>
                  <a:lnTo>
                    <a:pt x="413349" y="224234"/>
                  </a:lnTo>
                  <a:lnTo>
                    <a:pt x="448677" y="216271"/>
                  </a:lnTo>
                  <a:lnTo>
                    <a:pt x="486115" y="207236"/>
                  </a:lnTo>
                  <a:lnTo>
                    <a:pt x="525938" y="197132"/>
                  </a:lnTo>
                  <a:lnTo>
                    <a:pt x="568143" y="186034"/>
                  </a:lnTo>
                  <a:lnTo>
                    <a:pt x="612457" y="174091"/>
                  </a:lnTo>
                  <a:lnTo>
                    <a:pt x="658361" y="161526"/>
                  </a:lnTo>
                  <a:lnTo>
                    <a:pt x="705144" y="148621"/>
                  </a:lnTo>
                  <a:lnTo>
                    <a:pt x="751990" y="135692"/>
                  </a:lnTo>
                  <a:lnTo>
                    <a:pt x="798071" y="123058"/>
                  </a:lnTo>
                  <a:lnTo>
                    <a:pt x="842657" y="111008"/>
                  </a:lnTo>
                  <a:lnTo>
                    <a:pt x="885196" y="99774"/>
                  </a:lnTo>
                  <a:lnTo>
                    <a:pt x="925376" y="89518"/>
                  </a:lnTo>
                  <a:lnTo>
                    <a:pt x="963154" y="80324"/>
                  </a:lnTo>
                  <a:lnTo>
                    <a:pt x="998764" y="72205"/>
                  </a:lnTo>
                  <a:lnTo>
                    <a:pt x="1003849" y="71098"/>
                  </a:lnTo>
                  <a:lnTo>
                    <a:pt x="1044558" y="62838"/>
                  </a:lnTo>
                  <a:lnTo>
                    <a:pt x="1084071" y="56031"/>
                  </a:lnTo>
                  <a:lnTo>
                    <a:pt x="1124119" y="50455"/>
                  </a:lnTo>
                  <a:lnTo>
                    <a:pt x="1166424" y="45863"/>
                  </a:lnTo>
                  <a:lnTo>
                    <a:pt x="1212076" y="42062"/>
                  </a:lnTo>
                  <a:lnTo>
                    <a:pt x="1260787" y="38941"/>
                  </a:lnTo>
                  <a:lnTo>
                    <a:pt x="1310052" y="36472"/>
                  </a:lnTo>
                  <a:lnTo>
                    <a:pt x="1354901" y="34673"/>
                  </a:lnTo>
                  <a:lnTo>
                    <a:pt x="1389329" y="33543"/>
                  </a:lnTo>
                  <a:lnTo>
                    <a:pt x="1409513" y="32991"/>
                  </a:lnTo>
                  <a:lnTo>
                    <a:pt x="1416650" y="32825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433" y="37"/>
                  </a:lnTo>
                  <a:lnTo>
                    <a:pt x="1404474" y="304"/>
                  </a:lnTo>
                  <a:lnTo>
                    <a:pt x="1379446" y="1030"/>
                  </a:lnTo>
                  <a:lnTo>
                    <a:pt x="1340977" y="2376"/>
                  </a:lnTo>
                  <a:lnTo>
                    <a:pt x="1294006" y="4398"/>
                  </a:lnTo>
                  <a:lnTo>
                    <a:pt x="1244485" y="7083"/>
                  </a:lnTo>
                  <a:lnTo>
                    <a:pt x="1196630" y="10421"/>
                  </a:lnTo>
                  <a:lnTo>
                    <a:pt x="1152136" y="14467"/>
                  </a:lnTo>
                  <a:lnTo>
                    <a:pt x="1110740" y="19359"/>
                  </a:lnTo>
                  <a:lnTo>
                    <a:pt x="1071072" y="25312"/>
                  </a:lnTo>
                  <a:lnTo>
                    <a:pt x="1031338" y="32579"/>
                  </a:lnTo>
                  <a:lnTo>
                    <a:pt x="1003849" y="38284"/>
                  </a:lnTo>
                  <a:lnTo>
                    <a:pt x="968522" y="46247"/>
                  </a:lnTo>
                  <a:lnTo>
                    <a:pt x="931084" y="55282"/>
                  </a:lnTo>
                  <a:lnTo>
                    <a:pt x="891261" y="65385"/>
                  </a:lnTo>
                  <a:lnTo>
                    <a:pt x="849056" y="76484"/>
                  </a:lnTo>
                  <a:lnTo>
                    <a:pt x="804742" y="88427"/>
                  </a:lnTo>
                  <a:lnTo>
                    <a:pt x="758838" y="100992"/>
                  </a:lnTo>
                  <a:lnTo>
                    <a:pt x="712054" y="113897"/>
                  </a:lnTo>
                  <a:lnTo>
                    <a:pt x="665209" y="126826"/>
                  </a:lnTo>
                  <a:lnTo>
                    <a:pt x="619128" y="139460"/>
                  </a:lnTo>
                  <a:lnTo>
                    <a:pt x="574542" y="151510"/>
                  </a:lnTo>
                  <a:lnTo>
                    <a:pt x="532003" y="162744"/>
                  </a:lnTo>
                  <a:lnTo>
                    <a:pt x="491822" y="173000"/>
                  </a:lnTo>
                  <a:lnTo>
                    <a:pt x="454044" y="182194"/>
                  </a:lnTo>
                  <a:lnTo>
                    <a:pt x="418434" y="190313"/>
                  </a:lnTo>
                  <a:lnTo>
                    <a:pt x="413349" y="191420"/>
                  </a:lnTo>
                  <a:lnTo>
                    <a:pt x="372640" y="199680"/>
                  </a:lnTo>
                  <a:lnTo>
                    <a:pt x="333128" y="206487"/>
                  </a:lnTo>
                  <a:lnTo>
                    <a:pt x="293079" y="212062"/>
                  </a:lnTo>
                  <a:lnTo>
                    <a:pt x="250775" y="216655"/>
                  </a:lnTo>
                  <a:lnTo>
                    <a:pt x="205123" y="220456"/>
                  </a:lnTo>
                  <a:lnTo>
                    <a:pt x="156412" y="223577"/>
                  </a:lnTo>
                  <a:lnTo>
                    <a:pt x="107147" y="226046"/>
                  </a:lnTo>
                  <a:lnTo>
                    <a:pt x="62298" y="227845"/>
                  </a:lnTo>
                  <a:lnTo>
                    <a:pt x="27870" y="228975"/>
                  </a:lnTo>
                  <a:lnTo>
                    <a:pt x="7686" y="229527"/>
                  </a:lnTo>
                  <a:lnTo>
                    <a:pt x="549" y="229692"/>
                  </a:lnTo>
                  <a:lnTo>
                    <a:pt x="0" y="22970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49239" y="5363299"/>
              <a:ext cx="1417199" cy="1345409"/>
            </a:xfrm>
            <a:custGeom>
              <a:avLst/>
              <a:pathLst>
                <a:path w="1417199" h="1345409">
                  <a:moveTo>
                    <a:pt x="0" y="1345409"/>
                  </a:moveTo>
                  <a:lnTo>
                    <a:pt x="1485" y="1345231"/>
                  </a:lnTo>
                  <a:lnTo>
                    <a:pt x="10781" y="1343955"/>
                  </a:lnTo>
                  <a:lnTo>
                    <a:pt x="32357" y="1340476"/>
                  </a:lnTo>
                  <a:lnTo>
                    <a:pt x="66339" y="1333952"/>
                  </a:lnTo>
                  <a:lnTo>
                    <a:pt x="109096" y="1324013"/>
                  </a:lnTo>
                  <a:lnTo>
                    <a:pt x="155550" y="1310678"/>
                  </a:lnTo>
                  <a:lnTo>
                    <a:pt x="201549" y="1294040"/>
                  </a:lnTo>
                  <a:lnTo>
                    <a:pt x="244904" y="1273978"/>
                  </a:lnTo>
                  <a:lnTo>
                    <a:pt x="285222" y="1250008"/>
                  </a:lnTo>
                  <a:lnTo>
                    <a:pt x="323285" y="1221268"/>
                  </a:lnTo>
                  <a:lnTo>
                    <a:pt x="360470" y="1186609"/>
                  </a:lnTo>
                  <a:lnTo>
                    <a:pt x="398283" y="1144859"/>
                  </a:lnTo>
                  <a:lnTo>
                    <a:pt x="413349" y="1126643"/>
                  </a:lnTo>
                  <a:lnTo>
                    <a:pt x="440029" y="1092602"/>
                  </a:lnTo>
                  <a:lnTo>
                    <a:pt x="467870" y="1055044"/>
                  </a:lnTo>
                  <a:lnTo>
                    <a:pt x="497040" y="1013919"/>
                  </a:lnTo>
                  <a:lnTo>
                    <a:pt x="527610" y="969300"/>
                  </a:lnTo>
                  <a:lnTo>
                    <a:pt x="559558" y="921403"/>
                  </a:lnTo>
                  <a:lnTo>
                    <a:pt x="592774" y="870588"/>
                  </a:lnTo>
                  <a:lnTo>
                    <a:pt x="627060" y="817360"/>
                  </a:lnTo>
                  <a:lnTo>
                    <a:pt x="662147" y="762354"/>
                  </a:lnTo>
                  <a:lnTo>
                    <a:pt x="697707" y="706304"/>
                  </a:lnTo>
                  <a:lnTo>
                    <a:pt x="733380" y="650006"/>
                  </a:lnTo>
                  <a:lnTo>
                    <a:pt x="768798" y="594271"/>
                  </a:lnTo>
                  <a:lnTo>
                    <a:pt x="803609" y="539875"/>
                  </a:lnTo>
                  <a:lnTo>
                    <a:pt x="837506" y="487519"/>
                  </a:lnTo>
                  <a:lnTo>
                    <a:pt x="870247" y="437788"/>
                  </a:lnTo>
                  <a:lnTo>
                    <a:pt x="901666" y="391134"/>
                  </a:lnTo>
                  <a:lnTo>
                    <a:pt x="931688" y="347859"/>
                  </a:lnTo>
                  <a:lnTo>
                    <a:pt x="960327" y="308122"/>
                  </a:lnTo>
                  <a:lnTo>
                    <a:pt x="987691" y="271946"/>
                  </a:lnTo>
                  <a:lnTo>
                    <a:pt x="1003849" y="251580"/>
                  </a:lnTo>
                  <a:lnTo>
                    <a:pt x="1042250" y="206872"/>
                  </a:lnTo>
                  <a:lnTo>
                    <a:pt x="1079507" y="169594"/>
                  </a:lnTo>
                  <a:lnTo>
                    <a:pt x="1117050" y="138711"/>
                  </a:lnTo>
                  <a:lnTo>
                    <a:pt x="1156359" y="113017"/>
                  </a:lnTo>
                  <a:lnTo>
                    <a:pt x="1198507" y="91521"/>
                  </a:lnTo>
                  <a:lnTo>
                    <a:pt x="1243632" y="73591"/>
                  </a:lnTo>
                  <a:lnTo>
                    <a:pt x="1290302" y="58974"/>
                  </a:lnTo>
                  <a:lnTo>
                    <a:pt x="1335082" y="47707"/>
                  </a:lnTo>
                  <a:lnTo>
                    <a:pt x="1373030" y="39879"/>
                  </a:lnTo>
                  <a:lnTo>
                    <a:pt x="1399633" y="35297"/>
                  </a:lnTo>
                  <a:lnTo>
                    <a:pt x="1413377" y="33293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714" y="177"/>
                  </a:lnTo>
                  <a:lnTo>
                    <a:pt x="1406418" y="1453"/>
                  </a:lnTo>
                  <a:lnTo>
                    <a:pt x="1384842" y="4932"/>
                  </a:lnTo>
                  <a:lnTo>
                    <a:pt x="1350860" y="11457"/>
                  </a:lnTo>
                  <a:lnTo>
                    <a:pt x="1308103" y="21396"/>
                  </a:lnTo>
                  <a:lnTo>
                    <a:pt x="1261649" y="34731"/>
                  </a:lnTo>
                  <a:lnTo>
                    <a:pt x="1215650" y="51368"/>
                  </a:lnTo>
                  <a:lnTo>
                    <a:pt x="1172295" y="71430"/>
                  </a:lnTo>
                  <a:lnTo>
                    <a:pt x="1131977" y="95400"/>
                  </a:lnTo>
                  <a:lnTo>
                    <a:pt x="1093913" y="124140"/>
                  </a:lnTo>
                  <a:lnTo>
                    <a:pt x="1056729" y="158799"/>
                  </a:lnTo>
                  <a:lnTo>
                    <a:pt x="1018916" y="200550"/>
                  </a:lnTo>
                  <a:lnTo>
                    <a:pt x="1003849" y="218765"/>
                  </a:lnTo>
                  <a:lnTo>
                    <a:pt x="977170" y="252806"/>
                  </a:lnTo>
                  <a:lnTo>
                    <a:pt x="949328" y="290364"/>
                  </a:lnTo>
                  <a:lnTo>
                    <a:pt x="920158" y="331490"/>
                  </a:lnTo>
                  <a:lnTo>
                    <a:pt x="889589" y="376108"/>
                  </a:lnTo>
                  <a:lnTo>
                    <a:pt x="857640" y="424005"/>
                  </a:lnTo>
                  <a:lnTo>
                    <a:pt x="824425" y="474820"/>
                  </a:lnTo>
                  <a:lnTo>
                    <a:pt x="790138" y="528048"/>
                  </a:lnTo>
                  <a:lnTo>
                    <a:pt x="755052" y="583054"/>
                  </a:lnTo>
                  <a:lnTo>
                    <a:pt x="719492" y="639104"/>
                  </a:lnTo>
                  <a:lnTo>
                    <a:pt x="683818" y="695402"/>
                  </a:lnTo>
                  <a:lnTo>
                    <a:pt x="648401" y="751137"/>
                  </a:lnTo>
                  <a:lnTo>
                    <a:pt x="613590" y="805533"/>
                  </a:lnTo>
                  <a:lnTo>
                    <a:pt x="579693" y="857890"/>
                  </a:lnTo>
                  <a:lnTo>
                    <a:pt x="546952" y="907620"/>
                  </a:lnTo>
                  <a:lnTo>
                    <a:pt x="515532" y="954274"/>
                  </a:lnTo>
                  <a:lnTo>
                    <a:pt x="485511" y="997549"/>
                  </a:lnTo>
                  <a:lnTo>
                    <a:pt x="456872" y="1037286"/>
                  </a:lnTo>
                  <a:lnTo>
                    <a:pt x="429508" y="1073462"/>
                  </a:lnTo>
                  <a:lnTo>
                    <a:pt x="413349" y="1093828"/>
                  </a:lnTo>
                  <a:lnTo>
                    <a:pt x="374948" y="1138536"/>
                  </a:lnTo>
                  <a:lnTo>
                    <a:pt x="337692" y="1175814"/>
                  </a:lnTo>
                  <a:lnTo>
                    <a:pt x="300149" y="1206697"/>
                  </a:lnTo>
                  <a:lnTo>
                    <a:pt x="260840" y="1232392"/>
                  </a:lnTo>
                  <a:lnTo>
                    <a:pt x="218692" y="1253887"/>
                  </a:lnTo>
                  <a:lnTo>
                    <a:pt x="173567" y="1271817"/>
                  </a:lnTo>
                  <a:lnTo>
                    <a:pt x="126897" y="1286434"/>
                  </a:lnTo>
                  <a:lnTo>
                    <a:pt x="82117" y="1297701"/>
                  </a:lnTo>
                  <a:lnTo>
                    <a:pt x="44169" y="1305530"/>
                  </a:lnTo>
                  <a:lnTo>
                    <a:pt x="17566" y="1310111"/>
                  </a:lnTo>
                  <a:lnTo>
                    <a:pt x="3821" y="1312116"/>
                  </a:lnTo>
                  <a:lnTo>
                    <a:pt x="0" y="131259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49239" y="5396113"/>
              <a:ext cx="1417199" cy="1345409"/>
            </a:xfrm>
            <a:custGeom>
              <a:avLst/>
              <a:pathLst>
                <a:path w="1417199" h="1345409">
                  <a:moveTo>
                    <a:pt x="0" y="1345409"/>
                  </a:moveTo>
                  <a:lnTo>
                    <a:pt x="1485" y="1345231"/>
                  </a:lnTo>
                  <a:lnTo>
                    <a:pt x="10781" y="1343955"/>
                  </a:lnTo>
                  <a:lnTo>
                    <a:pt x="32357" y="1340476"/>
                  </a:lnTo>
                  <a:lnTo>
                    <a:pt x="66339" y="1333952"/>
                  </a:lnTo>
                  <a:lnTo>
                    <a:pt x="109096" y="1324013"/>
                  </a:lnTo>
                  <a:lnTo>
                    <a:pt x="155550" y="1310678"/>
                  </a:lnTo>
                  <a:lnTo>
                    <a:pt x="201549" y="1294040"/>
                  </a:lnTo>
                  <a:lnTo>
                    <a:pt x="244904" y="1273978"/>
                  </a:lnTo>
                  <a:lnTo>
                    <a:pt x="285222" y="1250008"/>
                  </a:lnTo>
                  <a:lnTo>
                    <a:pt x="323285" y="1221268"/>
                  </a:lnTo>
                  <a:lnTo>
                    <a:pt x="360470" y="1186609"/>
                  </a:lnTo>
                  <a:lnTo>
                    <a:pt x="398283" y="1144859"/>
                  </a:lnTo>
                  <a:lnTo>
                    <a:pt x="413349" y="1126643"/>
                  </a:lnTo>
                  <a:lnTo>
                    <a:pt x="440029" y="1092602"/>
                  </a:lnTo>
                  <a:lnTo>
                    <a:pt x="467870" y="1055044"/>
                  </a:lnTo>
                  <a:lnTo>
                    <a:pt x="497040" y="1013919"/>
                  </a:lnTo>
                  <a:lnTo>
                    <a:pt x="527610" y="969300"/>
                  </a:lnTo>
                  <a:lnTo>
                    <a:pt x="559558" y="921403"/>
                  </a:lnTo>
                  <a:lnTo>
                    <a:pt x="592774" y="870588"/>
                  </a:lnTo>
                  <a:lnTo>
                    <a:pt x="627060" y="817360"/>
                  </a:lnTo>
                  <a:lnTo>
                    <a:pt x="662147" y="762354"/>
                  </a:lnTo>
                  <a:lnTo>
                    <a:pt x="697707" y="706304"/>
                  </a:lnTo>
                  <a:lnTo>
                    <a:pt x="733380" y="650006"/>
                  </a:lnTo>
                  <a:lnTo>
                    <a:pt x="768798" y="594271"/>
                  </a:lnTo>
                  <a:lnTo>
                    <a:pt x="803609" y="539875"/>
                  </a:lnTo>
                  <a:lnTo>
                    <a:pt x="837506" y="487519"/>
                  </a:lnTo>
                  <a:lnTo>
                    <a:pt x="870247" y="437788"/>
                  </a:lnTo>
                  <a:lnTo>
                    <a:pt x="901666" y="391134"/>
                  </a:lnTo>
                  <a:lnTo>
                    <a:pt x="931688" y="347859"/>
                  </a:lnTo>
                  <a:lnTo>
                    <a:pt x="960327" y="308122"/>
                  </a:lnTo>
                  <a:lnTo>
                    <a:pt x="987691" y="271946"/>
                  </a:lnTo>
                  <a:lnTo>
                    <a:pt x="1003849" y="251580"/>
                  </a:lnTo>
                  <a:lnTo>
                    <a:pt x="1042250" y="206872"/>
                  </a:lnTo>
                  <a:lnTo>
                    <a:pt x="1079507" y="169594"/>
                  </a:lnTo>
                  <a:lnTo>
                    <a:pt x="1117050" y="138711"/>
                  </a:lnTo>
                  <a:lnTo>
                    <a:pt x="1156359" y="113017"/>
                  </a:lnTo>
                  <a:lnTo>
                    <a:pt x="1198507" y="91521"/>
                  </a:lnTo>
                  <a:lnTo>
                    <a:pt x="1243632" y="73591"/>
                  </a:lnTo>
                  <a:lnTo>
                    <a:pt x="1290302" y="58974"/>
                  </a:lnTo>
                  <a:lnTo>
                    <a:pt x="1335082" y="47707"/>
                  </a:lnTo>
                  <a:lnTo>
                    <a:pt x="1373030" y="39879"/>
                  </a:lnTo>
                  <a:lnTo>
                    <a:pt x="1399633" y="35297"/>
                  </a:lnTo>
                  <a:lnTo>
                    <a:pt x="1413377" y="33293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714" y="177"/>
                  </a:lnTo>
                  <a:lnTo>
                    <a:pt x="1406418" y="1453"/>
                  </a:lnTo>
                  <a:lnTo>
                    <a:pt x="1384842" y="4932"/>
                  </a:lnTo>
                  <a:lnTo>
                    <a:pt x="1350860" y="11457"/>
                  </a:lnTo>
                  <a:lnTo>
                    <a:pt x="1308103" y="21396"/>
                  </a:lnTo>
                  <a:lnTo>
                    <a:pt x="1261649" y="34731"/>
                  </a:lnTo>
                  <a:lnTo>
                    <a:pt x="1215650" y="51368"/>
                  </a:lnTo>
                  <a:lnTo>
                    <a:pt x="1172295" y="71430"/>
                  </a:lnTo>
                  <a:lnTo>
                    <a:pt x="1131977" y="95400"/>
                  </a:lnTo>
                  <a:lnTo>
                    <a:pt x="1093913" y="124140"/>
                  </a:lnTo>
                  <a:lnTo>
                    <a:pt x="1056729" y="158799"/>
                  </a:lnTo>
                  <a:lnTo>
                    <a:pt x="1018916" y="200550"/>
                  </a:lnTo>
                  <a:lnTo>
                    <a:pt x="1003849" y="218765"/>
                  </a:lnTo>
                  <a:lnTo>
                    <a:pt x="977170" y="252806"/>
                  </a:lnTo>
                  <a:lnTo>
                    <a:pt x="949328" y="290364"/>
                  </a:lnTo>
                  <a:lnTo>
                    <a:pt x="920158" y="331490"/>
                  </a:lnTo>
                  <a:lnTo>
                    <a:pt x="889589" y="376108"/>
                  </a:lnTo>
                  <a:lnTo>
                    <a:pt x="857640" y="424005"/>
                  </a:lnTo>
                  <a:lnTo>
                    <a:pt x="824425" y="474820"/>
                  </a:lnTo>
                  <a:lnTo>
                    <a:pt x="790138" y="528048"/>
                  </a:lnTo>
                  <a:lnTo>
                    <a:pt x="755052" y="583054"/>
                  </a:lnTo>
                  <a:lnTo>
                    <a:pt x="719492" y="639104"/>
                  </a:lnTo>
                  <a:lnTo>
                    <a:pt x="683818" y="695402"/>
                  </a:lnTo>
                  <a:lnTo>
                    <a:pt x="648401" y="751137"/>
                  </a:lnTo>
                  <a:lnTo>
                    <a:pt x="613590" y="805533"/>
                  </a:lnTo>
                  <a:lnTo>
                    <a:pt x="579693" y="857890"/>
                  </a:lnTo>
                  <a:lnTo>
                    <a:pt x="546952" y="907620"/>
                  </a:lnTo>
                  <a:lnTo>
                    <a:pt x="515532" y="954274"/>
                  </a:lnTo>
                  <a:lnTo>
                    <a:pt x="485511" y="997549"/>
                  </a:lnTo>
                  <a:lnTo>
                    <a:pt x="456872" y="1037286"/>
                  </a:lnTo>
                  <a:lnTo>
                    <a:pt x="429508" y="1073462"/>
                  </a:lnTo>
                  <a:lnTo>
                    <a:pt x="413349" y="1093828"/>
                  </a:lnTo>
                  <a:lnTo>
                    <a:pt x="374948" y="1138536"/>
                  </a:lnTo>
                  <a:lnTo>
                    <a:pt x="337692" y="1175814"/>
                  </a:lnTo>
                  <a:lnTo>
                    <a:pt x="300149" y="1206697"/>
                  </a:lnTo>
                  <a:lnTo>
                    <a:pt x="260840" y="1232392"/>
                  </a:lnTo>
                  <a:lnTo>
                    <a:pt x="218692" y="1253887"/>
                  </a:lnTo>
                  <a:lnTo>
                    <a:pt x="173567" y="1271817"/>
                  </a:lnTo>
                  <a:lnTo>
                    <a:pt x="126897" y="1286434"/>
                  </a:lnTo>
                  <a:lnTo>
                    <a:pt x="82117" y="1297701"/>
                  </a:lnTo>
                  <a:lnTo>
                    <a:pt x="44169" y="1305530"/>
                  </a:lnTo>
                  <a:lnTo>
                    <a:pt x="17566" y="1310111"/>
                  </a:lnTo>
                  <a:lnTo>
                    <a:pt x="3821" y="1312116"/>
                  </a:lnTo>
                  <a:lnTo>
                    <a:pt x="0" y="131259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49239" y="5428928"/>
              <a:ext cx="1417199" cy="1345409"/>
            </a:xfrm>
            <a:custGeom>
              <a:avLst/>
              <a:pathLst>
                <a:path w="1417199" h="1345409">
                  <a:moveTo>
                    <a:pt x="0" y="1345409"/>
                  </a:moveTo>
                  <a:lnTo>
                    <a:pt x="1485" y="1345231"/>
                  </a:lnTo>
                  <a:lnTo>
                    <a:pt x="10781" y="1343955"/>
                  </a:lnTo>
                  <a:lnTo>
                    <a:pt x="32357" y="1340476"/>
                  </a:lnTo>
                  <a:lnTo>
                    <a:pt x="66339" y="1333952"/>
                  </a:lnTo>
                  <a:lnTo>
                    <a:pt x="109096" y="1324013"/>
                  </a:lnTo>
                  <a:lnTo>
                    <a:pt x="155550" y="1310678"/>
                  </a:lnTo>
                  <a:lnTo>
                    <a:pt x="201549" y="1294040"/>
                  </a:lnTo>
                  <a:lnTo>
                    <a:pt x="244904" y="1273978"/>
                  </a:lnTo>
                  <a:lnTo>
                    <a:pt x="285222" y="1250008"/>
                  </a:lnTo>
                  <a:lnTo>
                    <a:pt x="323285" y="1221268"/>
                  </a:lnTo>
                  <a:lnTo>
                    <a:pt x="360470" y="1186609"/>
                  </a:lnTo>
                  <a:lnTo>
                    <a:pt x="398283" y="1144859"/>
                  </a:lnTo>
                  <a:lnTo>
                    <a:pt x="413349" y="1126643"/>
                  </a:lnTo>
                  <a:lnTo>
                    <a:pt x="440029" y="1092602"/>
                  </a:lnTo>
                  <a:lnTo>
                    <a:pt x="467870" y="1055044"/>
                  </a:lnTo>
                  <a:lnTo>
                    <a:pt x="497040" y="1013919"/>
                  </a:lnTo>
                  <a:lnTo>
                    <a:pt x="527610" y="969300"/>
                  </a:lnTo>
                  <a:lnTo>
                    <a:pt x="559558" y="921403"/>
                  </a:lnTo>
                  <a:lnTo>
                    <a:pt x="592774" y="870588"/>
                  </a:lnTo>
                  <a:lnTo>
                    <a:pt x="627060" y="817360"/>
                  </a:lnTo>
                  <a:lnTo>
                    <a:pt x="662147" y="762354"/>
                  </a:lnTo>
                  <a:lnTo>
                    <a:pt x="697707" y="706304"/>
                  </a:lnTo>
                  <a:lnTo>
                    <a:pt x="733380" y="650006"/>
                  </a:lnTo>
                  <a:lnTo>
                    <a:pt x="768798" y="594271"/>
                  </a:lnTo>
                  <a:lnTo>
                    <a:pt x="803609" y="539875"/>
                  </a:lnTo>
                  <a:lnTo>
                    <a:pt x="837506" y="487519"/>
                  </a:lnTo>
                  <a:lnTo>
                    <a:pt x="870247" y="437788"/>
                  </a:lnTo>
                  <a:lnTo>
                    <a:pt x="901666" y="391134"/>
                  </a:lnTo>
                  <a:lnTo>
                    <a:pt x="931688" y="347859"/>
                  </a:lnTo>
                  <a:lnTo>
                    <a:pt x="960327" y="308122"/>
                  </a:lnTo>
                  <a:lnTo>
                    <a:pt x="987691" y="271946"/>
                  </a:lnTo>
                  <a:lnTo>
                    <a:pt x="1003849" y="251580"/>
                  </a:lnTo>
                  <a:lnTo>
                    <a:pt x="1042250" y="206872"/>
                  </a:lnTo>
                  <a:lnTo>
                    <a:pt x="1079507" y="169594"/>
                  </a:lnTo>
                  <a:lnTo>
                    <a:pt x="1117050" y="138711"/>
                  </a:lnTo>
                  <a:lnTo>
                    <a:pt x="1156359" y="113017"/>
                  </a:lnTo>
                  <a:lnTo>
                    <a:pt x="1198507" y="91521"/>
                  </a:lnTo>
                  <a:lnTo>
                    <a:pt x="1243632" y="73591"/>
                  </a:lnTo>
                  <a:lnTo>
                    <a:pt x="1290302" y="58974"/>
                  </a:lnTo>
                  <a:lnTo>
                    <a:pt x="1335082" y="47707"/>
                  </a:lnTo>
                  <a:lnTo>
                    <a:pt x="1373030" y="39879"/>
                  </a:lnTo>
                  <a:lnTo>
                    <a:pt x="1399633" y="35297"/>
                  </a:lnTo>
                  <a:lnTo>
                    <a:pt x="1413377" y="33293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714" y="177"/>
                  </a:lnTo>
                  <a:lnTo>
                    <a:pt x="1406418" y="1453"/>
                  </a:lnTo>
                  <a:lnTo>
                    <a:pt x="1384842" y="4932"/>
                  </a:lnTo>
                  <a:lnTo>
                    <a:pt x="1350860" y="11457"/>
                  </a:lnTo>
                  <a:lnTo>
                    <a:pt x="1308103" y="21396"/>
                  </a:lnTo>
                  <a:lnTo>
                    <a:pt x="1261649" y="34731"/>
                  </a:lnTo>
                  <a:lnTo>
                    <a:pt x="1215650" y="51368"/>
                  </a:lnTo>
                  <a:lnTo>
                    <a:pt x="1172295" y="71430"/>
                  </a:lnTo>
                  <a:lnTo>
                    <a:pt x="1131977" y="95400"/>
                  </a:lnTo>
                  <a:lnTo>
                    <a:pt x="1093913" y="124140"/>
                  </a:lnTo>
                  <a:lnTo>
                    <a:pt x="1056729" y="158799"/>
                  </a:lnTo>
                  <a:lnTo>
                    <a:pt x="1018916" y="200550"/>
                  </a:lnTo>
                  <a:lnTo>
                    <a:pt x="1003849" y="218765"/>
                  </a:lnTo>
                  <a:lnTo>
                    <a:pt x="977170" y="252806"/>
                  </a:lnTo>
                  <a:lnTo>
                    <a:pt x="949328" y="290364"/>
                  </a:lnTo>
                  <a:lnTo>
                    <a:pt x="920158" y="331490"/>
                  </a:lnTo>
                  <a:lnTo>
                    <a:pt x="889589" y="376108"/>
                  </a:lnTo>
                  <a:lnTo>
                    <a:pt x="857640" y="424005"/>
                  </a:lnTo>
                  <a:lnTo>
                    <a:pt x="824425" y="474820"/>
                  </a:lnTo>
                  <a:lnTo>
                    <a:pt x="790138" y="528048"/>
                  </a:lnTo>
                  <a:lnTo>
                    <a:pt x="755052" y="583054"/>
                  </a:lnTo>
                  <a:lnTo>
                    <a:pt x="719492" y="639104"/>
                  </a:lnTo>
                  <a:lnTo>
                    <a:pt x="683818" y="695402"/>
                  </a:lnTo>
                  <a:lnTo>
                    <a:pt x="648401" y="751137"/>
                  </a:lnTo>
                  <a:lnTo>
                    <a:pt x="613590" y="805533"/>
                  </a:lnTo>
                  <a:lnTo>
                    <a:pt x="579693" y="857890"/>
                  </a:lnTo>
                  <a:lnTo>
                    <a:pt x="546952" y="907620"/>
                  </a:lnTo>
                  <a:lnTo>
                    <a:pt x="515532" y="954274"/>
                  </a:lnTo>
                  <a:lnTo>
                    <a:pt x="485511" y="997549"/>
                  </a:lnTo>
                  <a:lnTo>
                    <a:pt x="456872" y="1037286"/>
                  </a:lnTo>
                  <a:lnTo>
                    <a:pt x="429508" y="1073462"/>
                  </a:lnTo>
                  <a:lnTo>
                    <a:pt x="413349" y="1093828"/>
                  </a:lnTo>
                  <a:lnTo>
                    <a:pt x="374948" y="1138536"/>
                  </a:lnTo>
                  <a:lnTo>
                    <a:pt x="337692" y="1175814"/>
                  </a:lnTo>
                  <a:lnTo>
                    <a:pt x="300149" y="1206697"/>
                  </a:lnTo>
                  <a:lnTo>
                    <a:pt x="260840" y="1232392"/>
                  </a:lnTo>
                  <a:lnTo>
                    <a:pt x="218692" y="1253887"/>
                  </a:lnTo>
                  <a:lnTo>
                    <a:pt x="173567" y="1271817"/>
                  </a:lnTo>
                  <a:lnTo>
                    <a:pt x="126897" y="1286434"/>
                  </a:lnTo>
                  <a:lnTo>
                    <a:pt x="82117" y="1297701"/>
                  </a:lnTo>
                  <a:lnTo>
                    <a:pt x="44169" y="1305530"/>
                  </a:lnTo>
                  <a:lnTo>
                    <a:pt x="17566" y="1310111"/>
                  </a:lnTo>
                  <a:lnTo>
                    <a:pt x="3821" y="1312116"/>
                  </a:lnTo>
                  <a:lnTo>
                    <a:pt x="0" y="131259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49239" y="5461743"/>
              <a:ext cx="1417199" cy="1378224"/>
            </a:xfrm>
            <a:custGeom>
              <a:avLst/>
              <a:pathLst>
                <a:path w="1417199" h="1378224">
                  <a:moveTo>
                    <a:pt x="0" y="1378224"/>
                  </a:moveTo>
                  <a:lnTo>
                    <a:pt x="1473" y="1378043"/>
                  </a:lnTo>
                  <a:lnTo>
                    <a:pt x="10699" y="1376746"/>
                  </a:lnTo>
                  <a:lnTo>
                    <a:pt x="32125" y="1373209"/>
                  </a:lnTo>
                  <a:lnTo>
                    <a:pt x="65909" y="1366572"/>
                  </a:lnTo>
                  <a:lnTo>
                    <a:pt x="108471" y="1356456"/>
                  </a:lnTo>
                  <a:lnTo>
                    <a:pt x="154778" y="1342877"/>
                  </a:lnTo>
                  <a:lnTo>
                    <a:pt x="200685" y="1325931"/>
                  </a:lnTo>
                  <a:lnTo>
                    <a:pt x="243984" y="1305500"/>
                  </a:lnTo>
                  <a:lnTo>
                    <a:pt x="284256" y="1281100"/>
                  </a:lnTo>
                  <a:lnTo>
                    <a:pt x="322257" y="1251865"/>
                  </a:lnTo>
                  <a:lnTo>
                    <a:pt x="359343" y="1216630"/>
                  </a:lnTo>
                  <a:lnTo>
                    <a:pt x="397011" y="1174197"/>
                  </a:lnTo>
                  <a:lnTo>
                    <a:pt x="413349" y="1153989"/>
                  </a:lnTo>
                  <a:lnTo>
                    <a:pt x="439797" y="1119409"/>
                  </a:lnTo>
                  <a:lnTo>
                    <a:pt x="467386" y="1081286"/>
                  </a:lnTo>
                  <a:lnTo>
                    <a:pt x="496278" y="1039568"/>
                  </a:lnTo>
                  <a:lnTo>
                    <a:pt x="526546" y="994326"/>
                  </a:lnTo>
                  <a:lnTo>
                    <a:pt x="558172" y="945771"/>
                  </a:lnTo>
                  <a:lnTo>
                    <a:pt x="591050" y="894257"/>
                  </a:lnTo>
                  <a:lnTo>
                    <a:pt x="624992" y="840283"/>
                  </a:lnTo>
                  <a:lnTo>
                    <a:pt x="659739" y="784475"/>
                  </a:lnTo>
                  <a:lnTo>
                    <a:pt x="694974" y="727562"/>
                  </a:lnTo>
                  <a:lnTo>
                    <a:pt x="730349" y="670337"/>
                  </a:lnTo>
                  <a:lnTo>
                    <a:pt x="765502" y="613610"/>
                  </a:lnTo>
                  <a:lnTo>
                    <a:pt x="800090" y="558162"/>
                  </a:lnTo>
                  <a:lnTo>
                    <a:pt x="833808" y="504702"/>
                  </a:lnTo>
                  <a:lnTo>
                    <a:pt x="866412" y="453829"/>
                  </a:lnTo>
                  <a:lnTo>
                    <a:pt x="897732" y="406010"/>
                  </a:lnTo>
                  <a:lnTo>
                    <a:pt x="927682" y="361565"/>
                  </a:lnTo>
                  <a:lnTo>
                    <a:pt x="956265" y="320672"/>
                  </a:lnTo>
                  <a:lnTo>
                    <a:pt x="983574" y="283371"/>
                  </a:lnTo>
                  <a:lnTo>
                    <a:pt x="1003849" y="257049"/>
                  </a:lnTo>
                  <a:lnTo>
                    <a:pt x="1042147" y="211339"/>
                  </a:lnTo>
                  <a:lnTo>
                    <a:pt x="1079302" y="173205"/>
                  </a:lnTo>
                  <a:lnTo>
                    <a:pt x="1116735" y="141596"/>
                  </a:lnTo>
                  <a:lnTo>
                    <a:pt x="1155912" y="115286"/>
                  </a:lnTo>
                  <a:lnTo>
                    <a:pt x="1197906" y="93266"/>
                  </a:lnTo>
                  <a:lnTo>
                    <a:pt x="1242868" y="74886"/>
                  </a:lnTo>
                  <a:lnTo>
                    <a:pt x="1289407" y="59885"/>
                  </a:lnTo>
                  <a:lnTo>
                    <a:pt x="1334151" y="48296"/>
                  </a:lnTo>
                  <a:lnTo>
                    <a:pt x="1372213" y="40212"/>
                  </a:lnTo>
                  <a:lnTo>
                    <a:pt x="1399076" y="35449"/>
                  </a:lnTo>
                  <a:lnTo>
                    <a:pt x="1413133" y="33338"/>
                  </a:lnTo>
                  <a:lnTo>
                    <a:pt x="1417199" y="32814"/>
                  </a:lnTo>
                  <a:lnTo>
                    <a:pt x="1417199" y="0"/>
                  </a:lnTo>
                  <a:lnTo>
                    <a:pt x="1415726" y="180"/>
                  </a:lnTo>
                  <a:lnTo>
                    <a:pt x="1406500" y="1477"/>
                  </a:lnTo>
                  <a:lnTo>
                    <a:pt x="1385073" y="5014"/>
                  </a:lnTo>
                  <a:lnTo>
                    <a:pt x="1351290" y="11651"/>
                  </a:lnTo>
                  <a:lnTo>
                    <a:pt x="1308727" y="21767"/>
                  </a:lnTo>
                  <a:lnTo>
                    <a:pt x="1262420" y="35346"/>
                  </a:lnTo>
                  <a:lnTo>
                    <a:pt x="1216514" y="52292"/>
                  </a:lnTo>
                  <a:lnTo>
                    <a:pt x="1173215" y="72723"/>
                  </a:lnTo>
                  <a:lnTo>
                    <a:pt x="1132943" y="97123"/>
                  </a:lnTo>
                  <a:lnTo>
                    <a:pt x="1094942" y="126358"/>
                  </a:lnTo>
                  <a:lnTo>
                    <a:pt x="1057856" y="161593"/>
                  </a:lnTo>
                  <a:lnTo>
                    <a:pt x="1020188" y="204026"/>
                  </a:lnTo>
                  <a:lnTo>
                    <a:pt x="1003849" y="224234"/>
                  </a:lnTo>
                  <a:lnTo>
                    <a:pt x="977402" y="258814"/>
                  </a:lnTo>
                  <a:lnTo>
                    <a:pt x="949813" y="296937"/>
                  </a:lnTo>
                  <a:lnTo>
                    <a:pt x="920921" y="338655"/>
                  </a:lnTo>
                  <a:lnTo>
                    <a:pt x="890653" y="383897"/>
                  </a:lnTo>
                  <a:lnTo>
                    <a:pt x="859027" y="432452"/>
                  </a:lnTo>
                  <a:lnTo>
                    <a:pt x="826149" y="483966"/>
                  </a:lnTo>
                  <a:lnTo>
                    <a:pt x="792207" y="537940"/>
                  </a:lnTo>
                  <a:lnTo>
                    <a:pt x="757460" y="593748"/>
                  </a:lnTo>
                  <a:lnTo>
                    <a:pt x="722225" y="650661"/>
                  </a:lnTo>
                  <a:lnTo>
                    <a:pt x="686850" y="707886"/>
                  </a:lnTo>
                  <a:lnTo>
                    <a:pt x="651697" y="764613"/>
                  </a:lnTo>
                  <a:lnTo>
                    <a:pt x="617109" y="820061"/>
                  </a:lnTo>
                  <a:lnTo>
                    <a:pt x="583391" y="873521"/>
                  </a:lnTo>
                  <a:lnTo>
                    <a:pt x="550787" y="924394"/>
                  </a:lnTo>
                  <a:lnTo>
                    <a:pt x="519467" y="972213"/>
                  </a:lnTo>
                  <a:lnTo>
                    <a:pt x="489517" y="1016658"/>
                  </a:lnTo>
                  <a:lnTo>
                    <a:pt x="460934" y="1057551"/>
                  </a:lnTo>
                  <a:lnTo>
                    <a:pt x="433625" y="1094852"/>
                  </a:lnTo>
                  <a:lnTo>
                    <a:pt x="413349" y="1121174"/>
                  </a:lnTo>
                  <a:lnTo>
                    <a:pt x="375052" y="1166884"/>
                  </a:lnTo>
                  <a:lnTo>
                    <a:pt x="337897" y="1205018"/>
                  </a:lnTo>
                  <a:lnTo>
                    <a:pt x="300464" y="1236627"/>
                  </a:lnTo>
                  <a:lnTo>
                    <a:pt x="261286" y="1262937"/>
                  </a:lnTo>
                  <a:lnTo>
                    <a:pt x="219293" y="1284957"/>
                  </a:lnTo>
                  <a:lnTo>
                    <a:pt x="174331" y="1303337"/>
                  </a:lnTo>
                  <a:lnTo>
                    <a:pt x="127792" y="1318338"/>
                  </a:lnTo>
                  <a:lnTo>
                    <a:pt x="83048" y="1329927"/>
                  </a:lnTo>
                  <a:lnTo>
                    <a:pt x="44986" y="1338011"/>
                  </a:lnTo>
                  <a:lnTo>
                    <a:pt x="18123" y="1342774"/>
                  </a:lnTo>
                  <a:lnTo>
                    <a:pt x="4065" y="1344885"/>
                  </a:lnTo>
                  <a:lnTo>
                    <a:pt x="0" y="1345409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740639" y="6807152"/>
              <a:ext cx="708599" cy="32814"/>
            </a:xfrm>
            <a:custGeom>
              <a:avLst/>
              <a:pathLst>
                <a:path w="708599" h="32814">
                  <a:moveTo>
                    <a:pt x="0" y="0"/>
                  </a:moveTo>
                  <a:lnTo>
                    <a:pt x="708599" y="0"/>
                  </a:lnTo>
                  <a:lnTo>
                    <a:pt x="708599" y="32814"/>
                  </a:lnTo>
                  <a:lnTo>
                    <a:pt x="0" y="32814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740639" y="6675893"/>
              <a:ext cx="708599" cy="131259"/>
            </a:xfrm>
            <a:custGeom>
              <a:avLst/>
              <a:pathLst>
                <a:path w="708599" h="131259">
                  <a:moveTo>
                    <a:pt x="0" y="0"/>
                  </a:moveTo>
                  <a:lnTo>
                    <a:pt x="708599" y="0"/>
                  </a:lnTo>
                  <a:lnTo>
                    <a:pt x="708599" y="131259"/>
                  </a:lnTo>
                  <a:lnTo>
                    <a:pt x="0" y="131259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740639" y="6380559"/>
              <a:ext cx="708599" cy="295333"/>
            </a:xfrm>
            <a:custGeom>
              <a:avLst/>
              <a:pathLst>
                <a:path w="708599" h="295333">
                  <a:moveTo>
                    <a:pt x="0" y="0"/>
                  </a:moveTo>
                  <a:lnTo>
                    <a:pt x="708599" y="0"/>
                  </a:lnTo>
                  <a:lnTo>
                    <a:pt x="708599" y="295333"/>
                  </a:lnTo>
                  <a:lnTo>
                    <a:pt x="0" y="295333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740639" y="2147442"/>
              <a:ext cx="708599" cy="4233116"/>
            </a:xfrm>
            <a:custGeom>
              <a:avLst/>
              <a:pathLst>
                <a:path w="708599" h="4233116">
                  <a:moveTo>
                    <a:pt x="0" y="0"/>
                  </a:moveTo>
                  <a:lnTo>
                    <a:pt x="708599" y="0"/>
                  </a:lnTo>
                  <a:lnTo>
                    <a:pt x="708599" y="4233116"/>
                  </a:lnTo>
                  <a:lnTo>
                    <a:pt x="0" y="4233116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2866439" y="6774337"/>
              <a:ext cx="708599" cy="65629"/>
            </a:xfrm>
            <a:custGeom>
              <a:avLst/>
              <a:pathLst>
                <a:path w="708599" h="65629">
                  <a:moveTo>
                    <a:pt x="0" y="0"/>
                  </a:moveTo>
                  <a:lnTo>
                    <a:pt x="708599" y="0"/>
                  </a:lnTo>
                  <a:lnTo>
                    <a:pt x="708599" y="65629"/>
                  </a:lnTo>
                  <a:lnTo>
                    <a:pt x="0" y="65629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2866439" y="6577448"/>
              <a:ext cx="708599" cy="196889"/>
            </a:xfrm>
            <a:custGeom>
              <a:avLst/>
              <a:pathLst>
                <a:path w="708599" h="196889">
                  <a:moveTo>
                    <a:pt x="0" y="0"/>
                  </a:moveTo>
                  <a:lnTo>
                    <a:pt x="708599" y="0"/>
                  </a:lnTo>
                  <a:lnTo>
                    <a:pt x="708599" y="196889"/>
                  </a:lnTo>
                  <a:lnTo>
                    <a:pt x="0" y="196889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2866439" y="6118040"/>
              <a:ext cx="708599" cy="459408"/>
            </a:xfrm>
            <a:custGeom>
              <a:avLst/>
              <a:pathLst>
                <a:path w="708599" h="459408">
                  <a:moveTo>
                    <a:pt x="0" y="0"/>
                  </a:moveTo>
                  <a:lnTo>
                    <a:pt x="708599" y="0"/>
                  </a:lnTo>
                  <a:lnTo>
                    <a:pt x="708599" y="459408"/>
                  </a:lnTo>
                  <a:lnTo>
                    <a:pt x="0" y="459408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2866439" y="5494558"/>
              <a:ext cx="708599" cy="623482"/>
            </a:xfrm>
            <a:custGeom>
              <a:avLst/>
              <a:pathLst>
                <a:path w="708599" h="623482">
                  <a:moveTo>
                    <a:pt x="0" y="0"/>
                  </a:moveTo>
                  <a:lnTo>
                    <a:pt x="708599" y="0"/>
                  </a:lnTo>
                  <a:lnTo>
                    <a:pt x="708599" y="623482"/>
                  </a:lnTo>
                  <a:lnTo>
                    <a:pt x="0" y="623482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2866439" y="2147442"/>
              <a:ext cx="708599" cy="3347115"/>
            </a:xfrm>
            <a:custGeom>
              <a:avLst/>
              <a:pathLst>
                <a:path w="708599" h="3347115">
                  <a:moveTo>
                    <a:pt x="0" y="0"/>
                  </a:moveTo>
                  <a:lnTo>
                    <a:pt x="708599" y="0"/>
                  </a:lnTo>
                  <a:lnTo>
                    <a:pt x="708599" y="3347115"/>
                  </a:lnTo>
                  <a:lnTo>
                    <a:pt x="0" y="3347115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-105644" y="7091672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973660" y="7093842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3930479" y="38350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57" name="rc157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4238503" y="4128846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4238503" y="4318298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4238503" y="4567758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4238503" y="4785408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238503" y="5006670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20462" y="1154553"/>
              <a:ext cx="386149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self-care of the EQ-5D-5L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20462" y="1371331"/>
              <a:ext cx="399682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 and today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520462" y="1590787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2025-09-15T11:14:06Z</dcterms:modified>
  <cp:category/>
</cp:coreProperties>
</file>