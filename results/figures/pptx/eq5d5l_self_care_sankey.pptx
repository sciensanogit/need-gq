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6400800"/>
            <a:chOff x="457200" y="914400"/>
            <a:chExt cx="4572000" cy="64008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64008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g4"/>
            <p:cNvSpPr/>
            <p:nvPr/>
          </p:nvSpPr>
          <p:spPr>
            <a:xfrm>
              <a:off x="1404410" y="212869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" name="pg5"/>
            <p:cNvSpPr/>
            <p:nvPr/>
          </p:nvSpPr>
          <p:spPr>
            <a:xfrm>
              <a:off x="1404410" y="2183010"/>
              <a:ext cx="1353158" cy="108620"/>
            </a:xfrm>
            <a:custGeom>
              <a:avLst/>
              <a:pathLst>
                <a:path w="1353158" h="108620">
                  <a:moveTo>
                    <a:pt x="0" y="27155"/>
                  </a:moveTo>
                  <a:lnTo>
                    <a:pt x="1812" y="27169"/>
                  </a:lnTo>
                  <a:lnTo>
                    <a:pt x="13018" y="27271"/>
                  </a:lnTo>
                  <a:lnTo>
                    <a:pt x="38423" y="27548"/>
                  </a:lnTo>
                  <a:lnTo>
                    <a:pt x="77041" y="28059"/>
                  </a:lnTo>
                  <a:lnTo>
                    <a:pt x="123573" y="28822"/>
                  </a:lnTo>
                  <a:lnTo>
                    <a:pt x="172007" y="29831"/>
                  </a:lnTo>
                  <a:lnTo>
                    <a:pt x="218364" y="31085"/>
                  </a:lnTo>
                  <a:lnTo>
                    <a:pt x="261284" y="32610"/>
                  </a:lnTo>
                  <a:lnTo>
                    <a:pt x="301312" y="34465"/>
                  </a:lnTo>
                  <a:lnTo>
                    <a:pt x="340001" y="36736"/>
                  </a:lnTo>
                  <a:lnTo>
                    <a:pt x="379204" y="39519"/>
                  </a:lnTo>
                  <a:lnTo>
                    <a:pt x="394671" y="40732"/>
                  </a:lnTo>
                  <a:lnTo>
                    <a:pt x="429713" y="43671"/>
                  </a:lnTo>
                  <a:lnTo>
                    <a:pt x="466940" y="47018"/>
                  </a:lnTo>
                  <a:lnTo>
                    <a:pt x="506627" y="50773"/>
                  </a:lnTo>
                  <a:lnTo>
                    <a:pt x="548744" y="54903"/>
                  </a:lnTo>
                  <a:lnTo>
                    <a:pt x="592962" y="59343"/>
                  </a:lnTo>
                  <a:lnTo>
                    <a:pt x="638689" y="64003"/>
                  </a:lnTo>
                  <a:lnTo>
                    <a:pt x="685136" y="68765"/>
                  </a:lnTo>
                  <a:lnTo>
                    <a:pt x="731418" y="73504"/>
                  </a:lnTo>
                  <a:lnTo>
                    <a:pt x="776673" y="78096"/>
                  </a:lnTo>
                  <a:lnTo>
                    <a:pt x="820174" y="82431"/>
                  </a:lnTo>
                  <a:lnTo>
                    <a:pt x="861421" y="86429"/>
                  </a:lnTo>
                  <a:lnTo>
                    <a:pt x="900190" y="90036"/>
                  </a:lnTo>
                  <a:lnTo>
                    <a:pt x="936564" y="93232"/>
                  </a:lnTo>
                  <a:lnTo>
                    <a:pt x="958487" y="95042"/>
                  </a:lnTo>
                  <a:lnTo>
                    <a:pt x="998317" y="98039"/>
                  </a:lnTo>
                  <a:lnTo>
                    <a:pt x="1036989" y="100496"/>
                  </a:lnTo>
                  <a:lnTo>
                    <a:pt x="1076291" y="102498"/>
                  </a:lnTo>
                  <a:lnTo>
                    <a:pt x="1117967" y="104140"/>
                  </a:lnTo>
                  <a:lnTo>
                    <a:pt x="1163046" y="105493"/>
                  </a:lnTo>
                  <a:lnTo>
                    <a:pt x="1211005" y="106595"/>
                  </a:lnTo>
                  <a:lnTo>
                    <a:pt x="1258901" y="107453"/>
                  </a:lnTo>
                  <a:lnTo>
                    <a:pt x="1301294" y="108061"/>
                  </a:lnTo>
                  <a:lnTo>
                    <a:pt x="1332172" y="108422"/>
                  </a:lnTo>
                  <a:lnTo>
                    <a:pt x="1348551" y="108582"/>
                  </a:lnTo>
                  <a:lnTo>
                    <a:pt x="1353158" y="108620"/>
                  </a:lnTo>
                  <a:lnTo>
                    <a:pt x="1353158" y="81465"/>
                  </a:lnTo>
                  <a:lnTo>
                    <a:pt x="1351345" y="81451"/>
                  </a:lnTo>
                  <a:lnTo>
                    <a:pt x="1340139" y="81348"/>
                  </a:lnTo>
                  <a:lnTo>
                    <a:pt x="1314734" y="81071"/>
                  </a:lnTo>
                  <a:lnTo>
                    <a:pt x="1276116" y="80561"/>
                  </a:lnTo>
                  <a:lnTo>
                    <a:pt x="1229584" y="79797"/>
                  </a:lnTo>
                  <a:lnTo>
                    <a:pt x="1181151" y="78788"/>
                  </a:lnTo>
                  <a:lnTo>
                    <a:pt x="1134794" y="77534"/>
                  </a:lnTo>
                  <a:lnTo>
                    <a:pt x="1091873" y="76009"/>
                  </a:lnTo>
                  <a:lnTo>
                    <a:pt x="1051846" y="74155"/>
                  </a:lnTo>
                  <a:lnTo>
                    <a:pt x="1013157" y="71884"/>
                  </a:lnTo>
                  <a:lnTo>
                    <a:pt x="973953" y="69101"/>
                  </a:lnTo>
                  <a:lnTo>
                    <a:pt x="958487" y="67887"/>
                  </a:lnTo>
                  <a:lnTo>
                    <a:pt x="923444" y="64949"/>
                  </a:lnTo>
                  <a:lnTo>
                    <a:pt x="886218" y="61601"/>
                  </a:lnTo>
                  <a:lnTo>
                    <a:pt x="846530" y="57846"/>
                  </a:lnTo>
                  <a:lnTo>
                    <a:pt x="804413" y="53717"/>
                  </a:lnTo>
                  <a:lnTo>
                    <a:pt x="760195" y="49276"/>
                  </a:lnTo>
                  <a:lnTo>
                    <a:pt x="714468" y="44617"/>
                  </a:lnTo>
                  <a:lnTo>
                    <a:pt x="668021" y="39854"/>
                  </a:lnTo>
                  <a:lnTo>
                    <a:pt x="621739" y="35115"/>
                  </a:lnTo>
                  <a:lnTo>
                    <a:pt x="576484" y="30524"/>
                  </a:lnTo>
                  <a:lnTo>
                    <a:pt x="532983" y="26188"/>
                  </a:lnTo>
                  <a:lnTo>
                    <a:pt x="491737" y="22191"/>
                  </a:lnTo>
                  <a:lnTo>
                    <a:pt x="452967" y="18584"/>
                  </a:lnTo>
                  <a:lnTo>
                    <a:pt x="416593" y="15388"/>
                  </a:lnTo>
                  <a:lnTo>
                    <a:pt x="394671" y="13577"/>
                  </a:lnTo>
                  <a:lnTo>
                    <a:pt x="354840" y="10580"/>
                  </a:lnTo>
                  <a:lnTo>
                    <a:pt x="316168" y="8124"/>
                  </a:lnTo>
                  <a:lnTo>
                    <a:pt x="276866" y="6121"/>
                  </a:lnTo>
                  <a:lnTo>
                    <a:pt x="235190" y="4479"/>
                  </a:lnTo>
                  <a:lnTo>
                    <a:pt x="190111" y="3126"/>
                  </a:lnTo>
                  <a:lnTo>
                    <a:pt x="142153" y="2025"/>
                  </a:lnTo>
                  <a:lnTo>
                    <a:pt x="94256" y="1166"/>
                  </a:lnTo>
                  <a:lnTo>
                    <a:pt x="51863" y="559"/>
                  </a:lnTo>
                  <a:lnTo>
                    <a:pt x="20986" y="197"/>
                  </a:lnTo>
                  <a:lnTo>
                    <a:pt x="4606" y="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" name="pg6"/>
            <p:cNvSpPr/>
            <p:nvPr/>
          </p:nvSpPr>
          <p:spPr>
            <a:xfrm>
              <a:off x="1404410" y="2210165"/>
              <a:ext cx="1353158" cy="2905599"/>
            </a:xfrm>
            <a:custGeom>
              <a:avLst/>
              <a:pathLst>
                <a:path w="1353158" h="2905599">
                  <a:moveTo>
                    <a:pt x="0" y="27155"/>
                  </a:moveTo>
                  <a:lnTo>
                    <a:pt x="769" y="27361"/>
                  </a:lnTo>
                  <a:lnTo>
                    <a:pt x="5703" y="28841"/>
                  </a:lnTo>
                  <a:lnTo>
                    <a:pt x="17660" y="32920"/>
                  </a:lnTo>
                  <a:lnTo>
                    <a:pt x="37787" y="40790"/>
                  </a:lnTo>
                  <a:lnTo>
                    <a:pt x="65385" y="53268"/>
                  </a:lnTo>
                  <a:lnTo>
                    <a:pt x="98349" y="70696"/>
                  </a:lnTo>
                  <a:lnTo>
                    <a:pt x="134041" y="93045"/>
                  </a:lnTo>
                  <a:lnTo>
                    <a:pt x="170134" y="120177"/>
                  </a:lnTo>
                  <a:lnTo>
                    <a:pt x="205075" y="152085"/>
                  </a:lnTo>
                  <a:lnTo>
                    <a:pt x="238151" y="189064"/>
                  </a:lnTo>
                  <a:lnTo>
                    <a:pt x="269326" y="231771"/>
                  </a:lnTo>
                  <a:lnTo>
                    <a:pt x="299017" y="281223"/>
                  </a:lnTo>
                  <a:lnTo>
                    <a:pt x="327900" y="338731"/>
                  </a:lnTo>
                  <a:lnTo>
                    <a:pt x="356752" y="405736"/>
                  </a:lnTo>
                  <a:lnTo>
                    <a:pt x="386306" y="483455"/>
                  </a:lnTo>
                  <a:lnTo>
                    <a:pt x="394671" y="506895"/>
                  </a:lnTo>
                  <a:lnTo>
                    <a:pt x="413076" y="560373"/>
                  </a:lnTo>
                  <a:lnTo>
                    <a:pt x="432038" y="617888"/>
                  </a:lnTo>
                  <a:lnTo>
                    <a:pt x="451631" y="679523"/>
                  </a:lnTo>
                  <a:lnTo>
                    <a:pt x="471906" y="745288"/>
                  </a:lnTo>
                  <a:lnTo>
                    <a:pt x="492886" y="815116"/>
                  </a:lnTo>
                  <a:lnTo>
                    <a:pt x="514572" y="888858"/>
                  </a:lnTo>
                  <a:lnTo>
                    <a:pt x="536940" y="966271"/>
                  </a:lnTo>
                  <a:lnTo>
                    <a:pt x="559942" y="1047024"/>
                  </a:lnTo>
                  <a:lnTo>
                    <a:pt x="583506" y="1130697"/>
                  </a:lnTo>
                  <a:lnTo>
                    <a:pt x="607542" y="1216791"/>
                  </a:lnTo>
                  <a:lnTo>
                    <a:pt x="631940" y="1304731"/>
                  </a:lnTo>
                  <a:lnTo>
                    <a:pt x="656580" y="1393889"/>
                  </a:lnTo>
                  <a:lnTo>
                    <a:pt x="681329" y="1483600"/>
                  </a:lnTo>
                  <a:lnTo>
                    <a:pt x="706052" y="1573180"/>
                  </a:lnTo>
                  <a:lnTo>
                    <a:pt x="730615" y="1661948"/>
                  </a:lnTo>
                  <a:lnTo>
                    <a:pt x="754888" y="1749251"/>
                  </a:lnTo>
                  <a:lnTo>
                    <a:pt x="778755" y="1834479"/>
                  </a:lnTo>
                  <a:lnTo>
                    <a:pt x="802113" y="1917088"/>
                  </a:lnTo>
                  <a:lnTo>
                    <a:pt x="824878" y="1996604"/>
                  </a:lnTo>
                  <a:lnTo>
                    <a:pt x="846989" y="2072642"/>
                  </a:lnTo>
                  <a:lnTo>
                    <a:pt x="868406" y="2144905"/>
                  </a:lnTo>
                  <a:lnTo>
                    <a:pt x="889114" y="2213188"/>
                  </a:lnTo>
                  <a:lnTo>
                    <a:pt x="909123" y="2277371"/>
                  </a:lnTo>
                  <a:lnTo>
                    <a:pt x="928467" y="2337420"/>
                  </a:lnTo>
                  <a:lnTo>
                    <a:pt x="947205" y="2393372"/>
                  </a:lnTo>
                  <a:lnTo>
                    <a:pt x="958487" y="2425858"/>
                  </a:lnTo>
                  <a:lnTo>
                    <a:pt x="988337" y="2506652"/>
                  </a:lnTo>
                  <a:lnTo>
                    <a:pt x="1017316" y="2576518"/>
                  </a:lnTo>
                  <a:lnTo>
                    <a:pt x="1046111" y="2636506"/>
                  </a:lnTo>
                  <a:lnTo>
                    <a:pt x="1075504" y="2688044"/>
                  </a:lnTo>
                  <a:lnTo>
                    <a:pt x="1106214" y="2732499"/>
                  </a:lnTo>
                  <a:lnTo>
                    <a:pt x="1138745" y="2770979"/>
                  </a:lnTo>
                  <a:lnTo>
                    <a:pt x="1173209" y="2804244"/>
                  </a:lnTo>
                  <a:lnTo>
                    <a:pt x="1209102" y="2832685"/>
                  </a:lnTo>
                  <a:lnTo>
                    <a:pt x="1245109" y="2856368"/>
                  </a:lnTo>
                  <a:lnTo>
                    <a:pt x="1279090" y="2875168"/>
                  </a:lnTo>
                  <a:lnTo>
                    <a:pt x="1308421" y="2889000"/>
                  </a:lnTo>
                  <a:lnTo>
                    <a:pt x="1330755" y="2898082"/>
                  </a:lnTo>
                  <a:lnTo>
                    <a:pt x="1344936" y="2903101"/>
                  </a:lnTo>
                  <a:lnTo>
                    <a:pt x="1351591" y="2905167"/>
                  </a:lnTo>
                  <a:lnTo>
                    <a:pt x="1353158" y="2905599"/>
                  </a:lnTo>
                  <a:lnTo>
                    <a:pt x="1353158" y="2878444"/>
                  </a:lnTo>
                  <a:lnTo>
                    <a:pt x="1352388" y="2878238"/>
                  </a:lnTo>
                  <a:lnTo>
                    <a:pt x="1347454" y="2876757"/>
                  </a:lnTo>
                  <a:lnTo>
                    <a:pt x="1335497" y="2872679"/>
                  </a:lnTo>
                  <a:lnTo>
                    <a:pt x="1315370" y="2864809"/>
                  </a:lnTo>
                  <a:lnTo>
                    <a:pt x="1287772" y="2852330"/>
                  </a:lnTo>
                  <a:lnTo>
                    <a:pt x="1254808" y="2834903"/>
                  </a:lnTo>
                  <a:lnTo>
                    <a:pt x="1219116" y="2812553"/>
                  </a:lnTo>
                  <a:lnTo>
                    <a:pt x="1183023" y="2785422"/>
                  </a:lnTo>
                  <a:lnTo>
                    <a:pt x="1148083" y="2753513"/>
                  </a:lnTo>
                  <a:lnTo>
                    <a:pt x="1115006" y="2716534"/>
                  </a:lnTo>
                  <a:lnTo>
                    <a:pt x="1083831" y="2673827"/>
                  </a:lnTo>
                  <a:lnTo>
                    <a:pt x="1054140" y="2624375"/>
                  </a:lnTo>
                  <a:lnTo>
                    <a:pt x="1025257" y="2566867"/>
                  </a:lnTo>
                  <a:lnTo>
                    <a:pt x="996405" y="2499862"/>
                  </a:lnTo>
                  <a:lnTo>
                    <a:pt x="966851" y="2422144"/>
                  </a:lnTo>
                  <a:lnTo>
                    <a:pt x="958487" y="2398703"/>
                  </a:lnTo>
                  <a:lnTo>
                    <a:pt x="940081" y="2345225"/>
                  </a:lnTo>
                  <a:lnTo>
                    <a:pt x="921119" y="2287710"/>
                  </a:lnTo>
                  <a:lnTo>
                    <a:pt x="901526" y="2226075"/>
                  </a:lnTo>
                  <a:lnTo>
                    <a:pt x="881251" y="2160311"/>
                  </a:lnTo>
                  <a:lnTo>
                    <a:pt x="860271" y="2090482"/>
                  </a:lnTo>
                  <a:lnTo>
                    <a:pt x="838585" y="2016741"/>
                  </a:lnTo>
                  <a:lnTo>
                    <a:pt x="816217" y="1939328"/>
                  </a:lnTo>
                  <a:lnTo>
                    <a:pt x="793215" y="1858575"/>
                  </a:lnTo>
                  <a:lnTo>
                    <a:pt x="769651" y="1774901"/>
                  </a:lnTo>
                  <a:lnTo>
                    <a:pt x="745616" y="1688808"/>
                  </a:lnTo>
                  <a:lnTo>
                    <a:pt x="721217" y="1600868"/>
                  </a:lnTo>
                  <a:lnTo>
                    <a:pt x="696577" y="1511709"/>
                  </a:lnTo>
                  <a:lnTo>
                    <a:pt x="671828" y="1421998"/>
                  </a:lnTo>
                  <a:lnTo>
                    <a:pt x="647105" y="1332419"/>
                  </a:lnTo>
                  <a:lnTo>
                    <a:pt x="622542" y="1243651"/>
                  </a:lnTo>
                  <a:lnTo>
                    <a:pt x="598269" y="1156348"/>
                  </a:lnTo>
                  <a:lnTo>
                    <a:pt x="574402" y="1071119"/>
                  </a:lnTo>
                  <a:lnTo>
                    <a:pt x="551045" y="988511"/>
                  </a:lnTo>
                  <a:lnTo>
                    <a:pt x="528279" y="908994"/>
                  </a:lnTo>
                  <a:lnTo>
                    <a:pt x="506168" y="832956"/>
                  </a:lnTo>
                  <a:lnTo>
                    <a:pt x="484751" y="760693"/>
                  </a:lnTo>
                  <a:lnTo>
                    <a:pt x="464043" y="692410"/>
                  </a:lnTo>
                  <a:lnTo>
                    <a:pt x="444034" y="628227"/>
                  </a:lnTo>
                  <a:lnTo>
                    <a:pt x="424690" y="568179"/>
                  </a:lnTo>
                  <a:lnTo>
                    <a:pt x="405952" y="512226"/>
                  </a:lnTo>
                  <a:lnTo>
                    <a:pt x="394671" y="479740"/>
                  </a:lnTo>
                  <a:lnTo>
                    <a:pt x="364821" y="398947"/>
                  </a:lnTo>
                  <a:lnTo>
                    <a:pt x="335842" y="329080"/>
                  </a:lnTo>
                  <a:lnTo>
                    <a:pt x="307046" y="269092"/>
                  </a:lnTo>
                  <a:lnTo>
                    <a:pt x="277653" y="217554"/>
                  </a:lnTo>
                  <a:lnTo>
                    <a:pt x="246944" y="173099"/>
                  </a:lnTo>
                  <a:lnTo>
                    <a:pt x="214412" y="134619"/>
                  </a:lnTo>
                  <a:lnTo>
                    <a:pt x="179948" y="101354"/>
                  </a:lnTo>
                  <a:lnTo>
                    <a:pt x="144056" y="72913"/>
                  </a:lnTo>
                  <a:lnTo>
                    <a:pt x="108048" y="49230"/>
                  </a:lnTo>
                  <a:lnTo>
                    <a:pt x="74067" y="30430"/>
                  </a:lnTo>
                  <a:lnTo>
                    <a:pt x="44736" y="16598"/>
                  </a:lnTo>
                  <a:lnTo>
                    <a:pt x="22402" y="7517"/>
                  </a:lnTo>
                  <a:lnTo>
                    <a:pt x="8222" y="2498"/>
                  </a:lnTo>
                  <a:lnTo>
                    <a:pt x="1566" y="43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" name="pg7"/>
            <p:cNvSpPr/>
            <p:nvPr/>
          </p:nvSpPr>
          <p:spPr>
            <a:xfrm>
              <a:off x="1404410" y="21558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0BEC5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" name="pg8"/>
            <p:cNvSpPr/>
            <p:nvPr/>
          </p:nvSpPr>
          <p:spPr>
            <a:xfrm>
              <a:off x="1404410" y="229163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" name="pg9"/>
            <p:cNvSpPr/>
            <p:nvPr/>
          </p:nvSpPr>
          <p:spPr>
            <a:xfrm>
              <a:off x="1404410" y="4925678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" name="pg10"/>
            <p:cNvSpPr/>
            <p:nvPr/>
          </p:nvSpPr>
          <p:spPr>
            <a:xfrm>
              <a:off x="1404410" y="231878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" name="pg11"/>
            <p:cNvSpPr/>
            <p:nvPr/>
          </p:nvSpPr>
          <p:spPr>
            <a:xfrm>
              <a:off x="1404410" y="234594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404410" y="237309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" name="pg13"/>
            <p:cNvSpPr/>
            <p:nvPr/>
          </p:nvSpPr>
          <p:spPr>
            <a:xfrm>
              <a:off x="1404410" y="240025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" name="pg14"/>
            <p:cNvSpPr/>
            <p:nvPr/>
          </p:nvSpPr>
          <p:spPr>
            <a:xfrm>
              <a:off x="1404410" y="242740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404410" y="245456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" name="pg16"/>
            <p:cNvSpPr/>
            <p:nvPr/>
          </p:nvSpPr>
          <p:spPr>
            <a:xfrm>
              <a:off x="1404410" y="248171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404410" y="250887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404410" y="5686022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04410" y="5387315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404410" y="253602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04410" y="256318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404410" y="259033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3" name="pg23"/>
            <p:cNvSpPr/>
            <p:nvPr/>
          </p:nvSpPr>
          <p:spPr>
            <a:xfrm>
              <a:off x="1404410" y="2183010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04410" y="261749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1404410" y="4952833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04410" y="5713177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404410" y="264464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8" name="pg28"/>
            <p:cNvSpPr/>
            <p:nvPr/>
          </p:nvSpPr>
          <p:spPr>
            <a:xfrm>
              <a:off x="1404410" y="267180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1404410" y="269895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404410" y="272611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404410" y="4979988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404410" y="275326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404410" y="5414471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4" name="pg34"/>
            <p:cNvSpPr/>
            <p:nvPr/>
          </p:nvSpPr>
          <p:spPr>
            <a:xfrm>
              <a:off x="1404410" y="278042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1404410" y="5441626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6" name="pg36"/>
            <p:cNvSpPr/>
            <p:nvPr/>
          </p:nvSpPr>
          <p:spPr>
            <a:xfrm>
              <a:off x="1404410" y="280757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404410" y="283473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8" name="pg38"/>
            <p:cNvSpPr/>
            <p:nvPr/>
          </p:nvSpPr>
          <p:spPr>
            <a:xfrm>
              <a:off x="1404410" y="286188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1404410" y="288904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0" name="pg40"/>
            <p:cNvSpPr/>
            <p:nvPr/>
          </p:nvSpPr>
          <p:spPr>
            <a:xfrm>
              <a:off x="1404410" y="291619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1" name="pg41"/>
            <p:cNvSpPr/>
            <p:nvPr/>
          </p:nvSpPr>
          <p:spPr>
            <a:xfrm>
              <a:off x="1404410" y="500714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2" name="pg42"/>
            <p:cNvSpPr/>
            <p:nvPr/>
          </p:nvSpPr>
          <p:spPr>
            <a:xfrm>
              <a:off x="1404410" y="503429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3" name="pg43"/>
            <p:cNvSpPr/>
            <p:nvPr/>
          </p:nvSpPr>
          <p:spPr>
            <a:xfrm>
              <a:off x="1404410" y="294335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4" name="pg44"/>
            <p:cNvSpPr/>
            <p:nvPr/>
          </p:nvSpPr>
          <p:spPr>
            <a:xfrm>
              <a:off x="1404410" y="297050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5" name="pg45"/>
            <p:cNvSpPr/>
            <p:nvPr/>
          </p:nvSpPr>
          <p:spPr>
            <a:xfrm>
              <a:off x="1404410" y="299766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6" name="pg46"/>
            <p:cNvSpPr/>
            <p:nvPr/>
          </p:nvSpPr>
          <p:spPr>
            <a:xfrm>
              <a:off x="1404410" y="302481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7" name="pg47"/>
            <p:cNvSpPr/>
            <p:nvPr/>
          </p:nvSpPr>
          <p:spPr>
            <a:xfrm>
              <a:off x="1404410" y="305197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8" name="pg48"/>
            <p:cNvSpPr/>
            <p:nvPr/>
          </p:nvSpPr>
          <p:spPr>
            <a:xfrm>
              <a:off x="1404410" y="5740332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49" name="pg49"/>
            <p:cNvSpPr/>
            <p:nvPr/>
          </p:nvSpPr>
          <p:spPr>
            <a:xfrm>
              <a:off x="1404410" y="307912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0" name="pg50"/>
            <p:cNvSpPr/>
            <p:nvPr/>
          </p:nvSpPr>
          <p:spPr>
            <a:xfrm>
              <a:off x="1404410" y="5468781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1" name="pg51"/>
            <p:cNvSpPr/>
            <p:nvPr/>
          </p:nvSpPr>
          <p:spPr>
            <a:xfrm>
              <a:off x="1404410" y="5767487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2" name="pg52"/>
            <p:cNvSpPr/>
            <p:nvPr/>
          </p:nvSpPr>
          <p:spPr>
            <a:xfrm>
              <a:off x="1404410" y="5495936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3" name="pg53"/>
            <p:cNvSpPr/>
            <p:nvPr/>
          </p:nvSpPr>
          <p:spPr>
            <a:xfrm>
              <a:off x="1404410" y="5523091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4" name="pg54"/>
            <p:cNvSpPr/>
            <p:nvPr/>
          </p:nvSpPr>
          <p:spPr>
            <a:xfrm>
              <a:off x="1404410" y="310628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5" name="pg55"/>
            <p:cNvSpPr/>
            <p:nvPr/>
          </p:nvSpPr>
          <p:spPr>
            <a:xfrm>
              <a:off x="1404410" y="2210165"/>
              <a:ext cx="1353158" cy="81465"/>
            </a:xfrm>
            <a:custGeom>
              <a:avLst/>
              <a:pathLst>
                <a:path w="1353158" h="81465">
                  <a:moveTo>
                    <a:pt x="0" y="81465"/>
                  </a:moveTo>
                  <a:lnTo>
                    <a:pt x="1813" y="81455"/>
                  </a:lnTo>
                  <a:lnTo>
                    <a:pt x="13024" y="81387"/>
                  </a:lnTo>
                  <a:lnTo>
                    <a:pt x="38439" y="81202"/>
                  </a:lnTo>
                  <a:lnTo>
                    <a:pt x="77070" y="80862"/>
                  </a:lnTo>
                  <a:lnTo>
                    <a:pt x="123613" y="80353"/>
                  </a:lnTo>
                  <a:lnTo>
                    <a:pt x="172054" y="79680"/>
                  </a:lnTo>
                  <a:lnTo>
                    <a:pt x="218415" y="78843"/>
                  </a:lnTo>
                  <a:lnTo>
                    <a:pt x="261338" y="77826"/>
                  </a:lnTo>
                  <a:lnTo>
                    <a:pt x="301369" y="76590"/>
                  </a:lnTo>
                  <a:lnTo>
                    <a:pt x="340064" y="75075"/>
                  </a:lnTo>
                  <a:lnTo>
                    <a:pt x="379276" y="73218"/>
                  </a:lnTo>
                  <a:lnTo>
                    <a:pt x="394671" y="72413"/>
                  </a:lnTo>
                  <a:lnTo>
                    <a:pt x="429759" y="70452"/>
                  </a:lnTo>
                  <a:lnTo>
                    <a:pt x="467038" y="68216"/>
                  </a:lnTo>
                  <a:lnTo>
                    <a:pt x="506784" y="65709"/>
                  </a:lnTo>
                  <a:lnTo>
                    <a:pt x="548966" y="62952"/>
                  </a:lnTo>
                  <a:lnTo>
                    <a:pt x="593251" y="59986"/>
                  </a:lnTo>
                  <a:lnTo>
                    <a:pt x="639045" y="56875"/>
                  </a:lnTo>
                  <a:lnTo>
                    <a:pt x="685553" y="53696"/>
                  </a:lnTo>
                  <a:lnTo>
                    <a:pt x="731888" y="50533"/>
                  </a:lnTo>
                  <a:lnTo>
                    <a:pt x="777186" y="47470"/>
                  </a:lnTo>
                  <a:lnTo>
                    <a:pt x="820718" y="44578"/>
                  </a:lnTo>
                  <a:lnTo>
                    <a:pt x="861984" y="41913"/>
                  </a:lnTo>
                  <a:lnTo>
                    <a:pt x="900767" y="39509"/>
                  </a:lnTo>
                  <a:lnTo>
                    <a:pt x="937151" y="37380"/>
                  </a:lnTo>
                  <a:lnTo>
                    <a:pt x="958487" y="36206"/>
                  </a:lnTo>
                  <a:lnTo>
                    <a:pt x="998324" y="34208"/>
                  </a:lnTo>
                  <a:lnTo>
                    <a:pt x="1037002" y="32570"/>
                  </a:lnTo>
                  <a:lnTo>
                    <a:pt x="1076311" y="31235"/>
                  </a:lnTo>
                  <a:lnTo>
                    <a:pt x="1117996" y="30140"/>
                  </a:lnTo>
                  <a:lnTo>
                    <a:pt x="1163084" y="29239"/>
                  </a:lnTo>
                  <a:lnTo>
                    <a:pt x="1211053" y="28504"/>
                  </a:lnTo>
                  <a:lnTo>
                    <a:pt x="1258954" y="27932"/>
                  </a:lnTo>
                  <a:lnTo>
                    <a:pt x="1301344" y="27527"/>
                  </a:lnTo>
                  <a:lnTo>
                    <a:pt x="1332207" y="27286"/>
                  </a:lnTo>
                  <a:lnTo>
                    <a:pt x="1348567" y="27180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4" y="9"/>
                  </a:lnTo>
                  <a:lnTo>
                    <a:pt x="1340133" y="77"/>
                  </a:lnTo>
                  <a:lnTo>
                    <a:pt x="1314718" y="262"/>
                  </a:lnTo>
                  <a:lnTo>
                    <a:pt x="1276088" y="603"/>
                  </a:lnTo>
                  <a:lnTo>
                    <a:pt x="1229544" y="1112"/>
                  </a:lnTo>
                  <a:lnTo>
                    <a:pt x="1181103" y="1785"/>
                  </a:lnTo>
                  <a:lnTo>
                    <a:pt x="1134742" y="2621"/>
                  </a:lnTo>
                  <a:lnTo>
                    <a:pt x="1091819" y="3638"/>
                  </a:lnTo>
                  <a:lnTo>
                    <a:pt x="1051788" y="4875"/>
                  </a:lnTo>
                  <a:lnTo>
                    <a:pt x="1013093" y="6390"/>
                  </a:lnTo>
                  <a:lnTo>
                    <a:pt x="973881" y="8246"/>
                  </a:lnTo>
                  <a:lnTo>
                    <a:pt x="958487" y="9051"/>
                  </a:lnTo>
                  <a:lnTo>
                    <a:pt x="923398" y="11013"/>
                  </a:lnTo>
                  <a:lnTo>
                    <a:pt x="886119" y="13248"/>
                  </a:lnTo>
                  <a:lnTo>
                    <a:pt x="846373" y="15755"/>
                  </a:lnTo>
                  <a:lnTo>
                    <a:pt x="804192" y="18513"/>
                  </a:lnTo>
                  <a:lnTo>
                    <a:pt x="759906" y="21478"/>
                  </a:lnTo>
                  <a:lnTo>
                    <a:pt x="714113" y="24589"/>
                  </a:lnTo>
                  <a:lnTo>
                    <a:pt x="667604" y="27768"/>
                  </a:lnTo>
                  <a:lnTo>
                    <a:pt x="621269" y="30931"/>
                  </a:lnTo>
                  <a:lnTo>
                    <a:pt x="575971" y="33995"/>
                  </a:lnTo>
                  <a:lnTo>
                    <a:pt x="532439" y="36886"/>
                  </a:lnTo>
                  <a:lnTo>
                    <a:pt x="491173" y="39551"/>
                  </a:lnTo>
                  <a:lnTo>
                    <a:pt x="452391" y="41955"/>
                  </a:lnTo>
                  <a:lnTo>
                    <a:pt x="416006" y="44084"/>
                  </a:lnTo>
                  <a:lnTo>
                    <a:pt x="394671" y="45258"/>
                  </a:lnTo>
                  <a:lnTo>
                    <a:pt x="354833" y="47256"/>
                  </a:lnTo>
                  <a:lnTo>
                    <a:pt x="316156" y="48894"/>
                  </a:lnTo>
                  <a:lnTo>
                    <a:pt x="276847" y="50229"/>
                  </a:lnTo>
                  <a:lnTo>
                    <a:pt x="235161" y="51324"/>
                  </a:lnTo>
                  <a:lnTo>
                    <a:pt x="190073" y="52226"/>
                  </a:lnTo>
                  <a:lnTo>
                    <a:pt x="142105" y="52960"/>
                  </a:lnTo>
                  <a:lnTo>
                    <a:pt x="94203" y="53533"/>
                  </a:lnTo>
                  <a:lnTo>
                    <a:pt x="51813" y="53937"/>
                  </a:lnTo>
                  <a:lnTo>
                    <a:pt x="20951" y="54178"/>
                  </a:lnTo>
                  <a:lnTo>
                    <a:pt x="4590" y="54285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6" name="pg56"/>
            <p:cNvSpPr/>
            <p:nvPr/>
          </p:nvSpPr>
          <p:spPr>
            <a:xfrm>
              <a:off x="1404410" y="313343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7" name="pg57"/>
            <p:cNvSpPr/>
            <p:nvPr/>
          </p:nvSpPr>
          <p:spPr>
            <a:xfrm>
              <a:off x="1404410" y="316059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8" name="pg58"/>
            <p:cNvSpPr/>
            <p:nvPr/>
          </p:nvSpPr>
          <p:spPr>
            <a:xfrm>
              <a:off x="1404410" y="318775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59" name="pg59"/>
            <p:cNvSpPr/>
            <p:nvPr/>
          </p:nvSpPr>
          <p:spPr>
            <a:xfrm>
              <a:off x="1404410" y="321490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0" name="pg60"/>
            <p:cNvSpPr/>
            <p:nvPr/>
          </p:nvSpPr>
          <p:spPr>
            <a:xfrm>
              <a:off x="1404410" y="324206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1" name="pg61"/>
            <p:cNvSpPr/>
            <p:nvPr/>
          </p:nvSpPr>
          <p:spPr>
            <a:xfrm>
              <a:off x="1404410" y="506145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2" name="pg62"/>
            <p:cNvSpPr/>
            <p:nvPr/>
          </p:nvSpPr>
          <p:spPr>
            <a:xfrm>
              <a:off x="1404410" y="326921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3" name="pg63"/>
            <p:cNvSpPr/>
            <p:nvPr/>
          </p:nvSpPr>
          <p:spPr>
            <a:xfrm>
              <a:off x="1404410" y="329637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4" name="pg64"/>
            <p:cNvSpPr/>
            <p:nvPr/>
          </p:nvSpPr>
          <p:spPr>
            <a:xfrm>
              <a:off x="1404410" y="332352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5" name="pg65"/>
            <p:cNvSpPr/>
            <p:nvPr/>
          </p:nvSpPr>
          <p:spPr>
            <a:xfrm>
              <a:off x="1404410" y="335068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6" name="pg66"/>
            <p:cNvSpPr/>
            <p:nvPr/>
          </p:nvSpPr>
          <p:spPr>
            <a:xfrm>
              <a:off x="1404410" y="337783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404410" y="340499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8" name="pg68"/>
            <p:cNvSpPr/>
            <p:nvPr/>
          </p:nvSpPr>
          <p:spPr>
            <a:xfrm>
              <a:off x="1404410" y="343214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69" name="pg69"/>
            <p:cNvSpPr/>
            <p:nvPr/>
          </p:nvSpPr>
          <p:spPr>
            <a:xfrm>
              <a:off x="1404410" y="345930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0" name="pg70"/>
            <p:cNvSpPr/>
            <p:nvPr/>
          </p:nvSpPr>
          <p:spPr>
            <a:xfrm>
              <a:off x="1404410" y="348645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1" name="pg71"/>
            <p:cNvSpPr/>
            <p:nvPr/>
          </p:nvSpPr>
          <p:spPr>
            <a:xfrm>
              <a:off x="1404410" y="351361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2" name="pg72"/>
            <p:cNvSpPr/>
            <p:nvPr/>
          </p:nvSpPr>
          <p:spPr>
            <a:xfrm>
              <a:off x="1404410" y="354076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3" name="pg73"/>
            <p:cNvSpPr/>
            <p:nvPr/>
          </p:nvSpPr>
          <p:spPr>
            <a:xfrm>
              <a:off x="1404410" y="356792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4" name="pg74"/>
            <p:cNvSpPr/>
            <p:nvPr/>
          </p:nvSpPr>
          <p:spPr>
            <a:xfrm>
              <a:off x="1404410" y="5794642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5" name="pg75"/>
            <p:cNvSpPr/>
            <p:nvPr/>
          </p:nvSpPr>
          <p:spPr>
            <a:xfrm>
              <a:off x="1404410" y="359507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6" name="pg76"/>
            <p:cNvSpPr/>
            <p:nvPr/>
          </p:nvSpPr>
          <p:spPr>
            <a:xfrm>
              <a:off x="1404410" y="362223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7" name="pg77"/>
            <p:cNvSpPr/>
            <p:nvPr/>
          </p:nvSpPr>
          <p:spPr>
            <a:xfrm>
              <a:off x="1404410" y="364938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8" name="pg78"/>
            <p:cNvSpPr/>
            <p:nvPr/>
          </p:nvSpPr>
          <p:spPr>
            <a:xfrm>
              <a:off x="1404410" y="508860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79" name="pg79"/>
            <p:cNvSpPr/>
            <p:nvPr/>
          </p:nvSpPr>
          <p:spPr>
            <a:xfrm>
              <a:off x="1404410" y="367654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0" name="pg80"/>
            <p:cNvSpPr/>
            <p:nvPr/>
          </p:nvSpPr>
          <p:spPr>
            <a:xfrm>
              <a:off x="1404410" y="5550246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1" name="pg81"/>
            <p:cNvSpPr/>
            <p:nvPr/>
          </p:nvSpPr>
          <p:spPr>
            <a:xfrm>
              <a:off x="1404410" y="370369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2" name="pg82"/>
            <p:cNvSpPr/>
            <p:nvPr/>
          </p:nvSpPr>
          <p:spPr>
            <a:xfrm>
              <a:off x="1404410" y="373085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3" name="pg83"/>
            <p:cNvSpPr/>
            <p:nvPr/>
          </p:nvSpPr>
          <p:spPr>
            <a:xfrm>
              <a:off x="1404410" y="375800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4" name="pg84"/>
            <p:cNvSpPr/>
            <p:nvPr/>
          </p:nvSpPr>
          <p:spPr>
            <a:xfrm>
              <a:off x="1404410" y="378516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5"/>
            <p:cNvSpPr/>
            <p:nvPr/>
          </p:nvSpPr>
          <p:spPr>
            <a:xfrm>
              <a:off x="1404410" y="5577401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6" name="pg86"/>
            <p:cNvSpPr/>
            <p:nvPr/>
          </p:nvSpPr>
          <p:spPr>
            <a:xfrm>
              <a:off x="1404410" y="381231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7" name="pg87"/>
            <p:cNvSpPr/>
            <p:nvPr/>
          </p:nvSpPr>
          <p:spPr>
            <a:xfrm>
              <a:off x="1404410" y="383947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8" name="pg88"/>
            <p:cNvSpPr/>
            <p:nvPr/>
          </p:nvSpPr>
          <p:spPr>
            <a:xfrm>
              <a:off x="1404410" y="386662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89" name="pg89"/>
            <p:cNvSpPr/>
            <p:nvPr/>
          </p:nvSpPr>
          <p:spPr>
            <a:xfrm>
              <a:off x="1404410" y="389378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0" name="pg90"/>
            <p:cNvSpPr/>
            <p:nvPr/>
          </p:nvSpPr>
          <p:spPr>
            <a:xfrm>
              <a:off x="1404410" y="511576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1" name="pg91"/>
            <p:cNvSpPr/>
            <p:nvPr/>
          </p:nvSpPr>
          <p:spPr>
            <a:xfrm>
              <a:off x="1404410" y="392093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2" name="pg92"/>
            <p:cNvSpPr/>
            <p:nvPr/>
          </p:nvSpPr>
          <p:spPr>
            <a:xfrm>
              <a:off x="1404410" y="5604557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3" name="pg93"/>
            <p:cNvSpPr/>
            <p:nvPr/>
          </p:nvSpPr>
          <p:spPr>
            <a:xfrm>
              <a:off x="1404410" y="394809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4" name="pg94"/>
            <p:cNvSpPr/>
            <p:nvPr/>
          </p:nvSpPr>
          <p:spPr>
            <a:xfrm>
              <a:off x="1404410" y="397524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5" name="pg95"/>
            <p:cNvSpPr/>
            <p:nvPr/>
          </p:nvSpPr>
          <p:spPr>
            <a:xfrm>
              <a:off x="1404410" y="5142919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6" name="pg96"/>
            <p:cNvSpPr/>
            <p:nvPr/>
          </p:nvSpPr>
          <p:spPr>
            <a:xfrm>
              <a:off x="1404410" y="5170074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7" name="pg97"/>
            <p:cNvSpPr/>
            <p:nvPr/>
          </p:nvSpPr>
          <p:spPr>
            <a:xfrm>
              <a:off x="1404410" y="519723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8" name="pg98"/>
            <p:cNvSpPr/>
            <p:nvPr/>
          </p:nvSpPr>
          <p:spPr>
            <a:xfrm>
              <a:off x="1404410" y="400240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99" name="pg99"/>
            <p:cNvSpPr/>
            <p:nvPr/>
          </p:nvSpPr>
          <p:spPr>
            <a:xfrm>
              <a:off x="1404410" y="5224385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0" name="pg100"/>
            <p:cNvSpPr/>
            <p:nvPr/>
          </p:nvSpPr>
          <p:spPr>
            <a:xfrm>
              <a:off x="1404410" y="525154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1" name="pg101"/>
            <p:cNvSpPr/>
            <p:nvPr/>
          </p:nvSpPr>
          <p:spPr>
            <a:xfrm>
              <a:off x="1404410" y="402955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2" name="pg102"/>
            <p:cNvSpPr/>
            <p:nvPr/>
          </p:nvSpPr>
          <p:spPr>
            <a:xfrm>
              <a:off x="1404410" y="405671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3" name="pg103"/>
            <p:cNvSpPr/>
            <p:nvPr/>
          </p:nvSpPr>
          <p:spPr>
            <a:xfrm>
              <a:off x="1404410" y="408386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4" name="pg104"/>
            <p:cNvSpPr/>
            <p:nvPr/>
          </p:nvSpPr>
          <p:spPr>
            <a:xfrm>
              <a:off x="1404410" y="411102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5" name="pg105"/>
            <p:cNvSpPr/>
            <p:nvPr/>
          </p:nvSpPr>
          <p:spPr>
            <a:xfrm>
              <a:off x="1404410" y="4138179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6" name="pg106"/>
            <p:cNvSpPr/>
            <p:nvPr/>
          </p:nvSpPr>
          <p:spPr>
            <a:xfrm>
              <a:off x="1404410" y="4165334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7" name="pg107"/>
            <p:cNvSpPr/>
            <p:nvPr/>
          </p:nvSpPr>
          <p:spPr>
            <a:xfrm>
              <a:off x="1404410" y="5631712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8" name="pg108"/>
            <p:cNvSpPr/>
            <p:nvPr/>
          </p:nvSpPr>
          <p:spPr>
            <a:xfrm>
              <a:off x="1404410" y="5278695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09" name="pg109"/>
            <p:cNvSpPr/>
            <p:nvPr/>
          </p:nvSpPr>
          <p:spPr>
            <a:xfrm>
              <a:off x="1404410" y="419249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0" name="pg110"/>
            <p:cNvSpPr/>
            <p:nvPr/>
          </p:nvSpPr>
          <p:spPr>
            <a:xfrm>
              <a:off x="1404410" y="421964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1" name="pg111"/>
            <p:cNvSpPr/>
            <p:nvPr/>
          </p:nvSpPr>
          <p:spPr>
            <a:xfrm>
              <a:off x="1404410" y="424680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2" name="pg112"/>
            <p:cNvSpPr/>
            <p:nvPr/>
          </p:nvSpPr>
          <p:spPr>
            <a:xfrm>
              <a:off x="1404410" y="5658867"/>
              <a:ext cx="1353158" cy="434482"/>
            </a:xfrm>
            <a:custGeom>
              <a:avLst/>
              <a:pathLst>
                <a:path w="1353158" h="434482">
                  <a:moveTo>
                    <a:pt x="0" y="27155"/>
                  </a:moveTo>
                  <a:lnTo>
                    <a:pt x="1776" y="27224"/>
                  </a:lnTo>
                  <a:lnTo>
                    <a:pt x="12769" y="27725"/>
                  </a:lnTo>
                  <a:lnTo>
                    <a:pt x="37744" y="29082"/>
                  </a:lnTo>
                  <a:lnTo>
                    <a:pt x="75827" y="31588"/>
                  </a:lnTo>
                  <a:lnTo>
                    <a:pt x="121889" y="35339"/>
                  </a:lnTo>
                  <a:lnTo>
                    <a:pt x="170005" y="40303"/>
                  </a:lnTo>
                  <a:lnTo>
                    <a:pt x="216180" y="46473"/>
                  </a:lnTo>
                  <a:lnTo>
                    <a:pt x="258978" y="53968"/>
                  </a:lnTo>
                  <a:lnTo>
                    <a:pt x="298859" y="63067"/>
                  </a:lnTo>
                  <a:lnTo>
                    <a:pt x="337308" y="74191"/>
                  </a:lnTo>
                  <a:lnTo>
                    <a:pt x="376142" y="87810"/>
                  </a:lnTo>
                  <a:lnTo>
                    <a:pt x="394671" y="95042"/>
                  </a:lnTo>
                  <a:lnTo>
                    <a:pt x="427962" y="108973"/>
                  </a:lnTo>
                  <a:lnTo>
                    <a:pt x="463214" y="124755"/>
                  </a:lnTo>
                  <a:lnTo>
                    <a:pt x="500682" y="142386"/>
                  </a:lnTo>
                  <a:lnTo>
                    <a:pt x="540374" y="161745"/>
                  </a:lnTo>
                  <a:lnTo>
                    <a:pt x="582047" y="182580"/>
                  </a:lnTo>
                  <a:lnTo>
                    <a:pt x="625237" y="204519"/>
                  </a:lnTo>
                  <a:lnTo>
                    <a:pt x="669301" y="227084"/>
                  </a:lnTo>
                  <a:lnTo>
                    <a:pt x="713492" y="249741"/>
                  </a:lnTo>
                  <a:lnTo>
                    <a:pt x="757047" y="271942"/>
                  </a:lnTo>
                  <a:lnTo>
                    <a:pt x="799280" y="293187"/>
                  </a:lnTo>
                  <a:lnTo>
                    <a:pt x="839661" y="313065"/>
                  </a:lnTo>
                  <a:lnTo>
                    <a:pt x="877872" y="331284"/>
                  </a:lnTo>
                  <a:lnTo>
                    <a:pt x="913837" y="347680"/>
                  </a:lnTo>
                  <a:lnTo>
                    <a:pt x="947729" y="362213"/>
                  </a:lnTo>
                  <a:lnTo>
                    <a:pt x="958487" y="366594"/>
                  </a:lnTo>
                  <a:lnTo>
                    <a:pt x="998046" y="381483"/>
                  </a:lnTo>
                  <a:lnTo>
                    <a:pt x="1036450" y="393706"/>
                  </a:lnTo>
                  <a:lnTo>
                    <a:pt x="1075450" y="403683"/>
                  </a:lnTo>
                  <a:lnTo>
                    <a:pt x="1116762" y="411876"/>
                  </a:lnTo>
                  <a:lnTo>
                    <a:pt x="1161417" y="418634"/>
                  </a:lnTo>
                  <a:lnTo>
                    <a:pt x="1208970" y="424150"/>
                  </a:lnTo>
                  <a:lnTo>
                    <a:pt x="1256640" y="428468"/>
                  </a:lnTo>
                  <a:lnTo>
                    <a:pt x="1299185" y="431549"/>
                  </a:lnTo>
                  <a:lnTo>
                    <a:pt x="1330656" y="433413"/>
                  </a:lnTo>
                  <a:lnTo>
                    <a:pt x="1347858" y="434261"/>
                  </a:lnTo>
                  <a:lnTo>
                    <a:pt x="1352972" y="434475"/>
                  </a:lnTo>
                  <a:lnTo>
                    <a:pt x="1353158" y="434482"/>
                  </a:lnTo>
                  <a:lnTo>
                    <a:pt x="1353158" y="407327"/>
                  </a:lnTo>
                  <a:lnTo>
                    <a:pt x="1351381" y="407257"/>
                  </a:lnTo>
                  <a:lnTo>
                    <a:pt x="1340388" y="406756"/>
                  </a:lnTo>
                  <a:lnTo>
                    <a:pt x="1315414" y="405400"/>
                  </a:lnTo>
                  <a:lnTo>
                    <a:pt x="1277330" y="402893"/>
                  </a:lnTo>
                  <a:lnTo>
                    <a:pt x="1231268" y="399143"/>
                  </a:lnTo>
                  <a:lnTo>
                    <a:pt x="1183153" y="394178"/>
                  </a:lnTo>
                  <a:lnTo>
                    <a:pt x="1136977" y="388008"/>
                  </a:lnTo>
                  <a:lnTo>
                    <a:pt x="1094179" y="380514"/>
                  </a:lnTo>
                  <a:lnTo>
                    <a:pt x="1054298" y="371414"/>
                  </a:lnTo>
                  <a:lnTo>
                    <a:pt x="1015849" y="360290"/>
                  </a:lnTo>
                  <a:lnTo>
                    <a:pt x="977015" y="346672"/>
                  </a:lnTo>
                  <a:lnTo>
                    <a:pt x="958487" y="339439"/>
                  </a:lnTo>
                  <a:lnTo>
                    <a:pt x="925195" y="325508"/>
                  </a:lnTo>
                  <a:lnTo>
                    <a:pt x="889944" y="309726"/>
                  </a:lnTo>
                  <a:lnTo>
                    <a:pt x="852475" y="292095"/>
                  </a:lnTo>
                  <a:lnTo>
                    <a:pt x="812783" y="272737"/>
                  </a:lnTo>
                  <a:lnTo>
                    <a:pt x="771110" y="251901"/>
                  </a:lnTo>
                  <a:lnTo>
                    <a:pt x="727920" y="229963"/>
                  </a:lnTo>
                  <a:lnTo>
                    <a:pt x="683856" y="207397"/>
                  </a:lnTo>
                  <a:lnTo>
                    <a:pt x="639666" y="184740"/>
                  </a:lnTo>
                  <a:lnTo>
                    <a:pt x="596111" y="162539"/>
                  </a:lnTo>
                  <a:lnTo>
                    <a:pt x="553877" y="141294"/>
                  </a:lnTo>
                  <a:lnTo>
                    <a:pt x="513496" y="121416"/>
                  </a:lnTo>
                  <a:lnTo>
                    <a:pt x="475285" y="103198"/>
                  </a:lnTo>
                  <a:lnTo>
                    <a:pt x="439320" y="86801"/>
                  </a:lnTo>
                  <a:lnTo>
                    <a:pt x="405429" y="72268"/>
                  </a:lnTo>
                  <a:lnTo>
                    <a:pt x="394671" y="67887"/>
                  </a:lnTo>
                  <a:lnTo>
                    <a:pt x="355112" y="52998"/>
                  </a:lnTo>
                  <a:lnTo>
                    <a:pt x="316707" y="40775"/>
                  </a:lnTo>
                  <a:lnTo>
                    <a:pt x="277707" y="30798"/>
                  </a:lnTo>
                  <a:lnTo>
                    <a:pt x="236396" y="22606"/>
                  </a:lnTo>
                  <a:lnTo>
                    <a:pt x="191740" y="15848"/>
                  </a:lnTo>
                  <a:lnTo>
                    <a:pt x="144187" y="10331"/>
                  </a:lnTo>
                  <a:lnTo>
                    <a:pt x="96517" y="6013"/>
                  </a:lnTo>
                  <a:lnTo>
                    <a:pt x="53972" y="2932"/>
                  </a:lnTo>
                  <a:lnTo>
                    <a:pt x="22501" y="1069"/>
                  </a:lnTo>
                  <a:lnTo>
                    <a:pt x="5299" y="220"/>
                  </a:lnTo>
                  <a:lnTo>
                    <a:pt x="185" y="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3" name="pg113"/>
            <p:cNvSpPr/>
            <p:nvPr/>
          </p:nvSpPr>
          <p:spPr>
            <a:xfrm>
              <a:off x="1404410" y="427395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4" name="pg114"/>
            <p:cNvSpPr/>
            <p:nvPr/>
          </p:nvSpPr>
          <p:spPr>
            <a:xfrm>
              <a:off x="1404410" y="430111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5" name="pg115"/>
            <p:cNvSpPr/>
            <p:nvPr/>
          </p:nvSpPr>
          <p:spPr>
            <a:xfrm>
              <a:off x="1404410" y="4328265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6" name="pg116"/>
            <p:cNvSpPr/>
            <p:nvPr/>
          </p:nvSpPr>
          <p:spPr>
            <a:xfrm>
              <a:off x="1404410" y="5848953"/>
              <a:ext cx="1353158" cy="570257"/>
            </a:xfrm>
            <a:custGeom>
              <a:avLst/>
              <a:pathLst>
                <a:path w="1353158" h="570257">
                  <a:moveTo>
                    <a:pt x="0" y="27155"/>
                  </a:moveTo>
                  <a:lnTo>
                    <a:pt x="1748" y="27246"/>
                  </a:lnTo>
                  <a:lnTo>
                    <a:pt x="12575" y="27903"/>
                  </a:lnTo>
                  <a:lnTo>
                    <a:pt x="37214" y="29682"/>
                  </a:lnTo>
                  <a:lnTo>
                    <a:pt x="74879" y="32974"/>
                  </a:lnTo>
                  <a:lnTo>
                    <a:pt x="120568" y="37907"/>
                  </a:lnTo>
                  <a:lnTo>
                    <a:pt x="168430" y="44442"/>
                  </a:lnTo>
                  <a:lnTo>
                    <a:pt x="214459" y="52564"/>
                  </a:lnTo>
                  <a:lnTo>
                    <a:pt x="257161" y="62423"/>
                  </a:lnTo>
                  <a:lnTo>
                    <a:pt x="296929" y="74377"/>
                  </a:lnTo>
                  <a:lnTo>
                    <a:pt x="335196" y="88972"/>
                  </a:lnTo>
                  <a:lnTo>
                    <a:pt x="373746" y="106823"/>
                  </a:lnTo>
                  <a:lnTo>
                    <a:pt x="394671" y="117672"/>
                  </a:lnTo>
                  <a:lnTo>
                    <a:pt x="426815" y="135582"/>
                  </a:lnTo>
                  <a:lnTo>
                    <a:pt x="460777" y="155797"/>
                  </a:lnTo>
                  <a:lnTo>
                    <a:pt x="496804" y="178320"/>
                  </a:lnTo>
                  <a:lnTo>
                    <a:pt x="534918" y="203016"/>
                  </a:lnTo>
                  <a:lnTo>
                    <a:pt x="574927" y="229604"/>
                  </a:lnTo>
                  <a:lnTo>
                    <a:pt x="616439" y="257655"/>
                  </a:lnTo>
                  <a:lnTo>
                    <a:pt x="658900" y="286615"/>
                  </a:lnTo>
                  <a:lnTo>
                    <a:pt x="701648" y="315849"/>
                  </a:lnTo>
                  <a:lnTo>
                    <a:pt x="743990" y="344695"/>
                  </a:lnTo>
                  <a:lnTo>
                    <a:pt x="785278" y="372529"/>
                  </a:lnTo>
                  <a:lnTo>
                    <a:pt x="824981" y="398816"/>
                  </a:lnTo>
                  <a:lnTo>
                    <a:pt x="862742" y="423152"/>
                  </a:lnTo>
                  <a:lnTo>
                    <a:pt x="898403" y="445281"/>
                  </a:lnTo>
                  <a:lnTo>
                    <a:pt x="932027" y="465093"/>
                  </a:lnTo>
                  <a:lnTo>
                    <a:pt x="958487" y="479740"/>
                  </a:lnTo>
                  <a:lnTo>
                    <a:pt x="997832" y="499493"/>
                  </a:lnTo>
                  <a:lnTo>
                    <a:pt x="1036027" y="515728"/>
                  </a:lnTo>
                  <a:lnTo>
                    <a:pt x="1074791" y="528994"/>
                  </a:lnTo>
                  <a:lnTo>
                    <a:pt x="1115817" y="539897"/>
                  </a:lnTo>
                  <a:lnTo>
                    <a:pt x="1160141" y="548901"/>
                  </a:lnTo>
                  <a:lnTo>
                    <a:pt x="1207374" y="556264"/>
                  </a:lnTo>
                  <a:lnTo>
                    <a:pt x="1254857" y="562047"/>
                  </a:lnTo>
                  <a:lnTo>
                    <a:pt x="1297503" y="566201"/>
                  </a:lnTo>
                  <a:lnTo>
                    <a:pt x="1329424" y="568744"/>
                  </a:lnTo>
                  <a:lnTo>
                    <a:pt x="1347271" y="569928"/>
                  </a:lnTo>
                  <a:lnTo>
                    <a:pt x="1352891" y="570244"/>
                  </a:lnTo>
                  <a:lnTo>
                    <a:pt x="1353158" y="570257"/>
                  </a:lnTo>
                  <a:lnTo>
                    <a:pt x="1353158" y="543102"/>
                  </a:lnTo>
                  <a:lnTo>
                    <a:pt x="1351409" y="543011"/>
                  </a:lnTo>
                  <a:lnTo>
                    <a:pt x="1340582" y="542354"/>
                  </a:lnTo>
                  <a:lnTo>
                    <a:pt x="1315943" y="540575"/>
                  </a:lnTo>
                  <a:lnTo>
                    <a:pt x="1278278" y="537283"/>
                  </a:lnTo>
                  <a:lnTo>
                    <a:pt x="1232589" y="532350"/>
                  </a:lnTo>
                  <a:lnTo>
                    <a:pt x="1184727" y="525815"/>
                  </a:lnTo>
                  <a:lnTo>
                    <a:pt x="1138698" y="517693"/>
                  </a:lnTo>
                  <a:lnTo>
                    <a:pt x="1095996" y="507834"/>
                  </a:lnTo>
                  <a:lnTo>
                    <a:pt x="1056228" y="495879"/>
                  </a:lnTo>
                  <a:lnTo>
                    <a:pt x="1017961" y="481285"/>
                  </a:lnTo>
                  <a:lnTo>
                    <a:pt x="979412" y="463434"/>
                  </a:lnTo>
                  <a:lnTo>
                    <a:pt x="958487" y="452585"/>
                  </a:lnTo>
                  <a:lnTo>
                    <a:pt x="926343" y="434675"/>
                  </a:lnTo>
                  <a:lnTo>
                    <a:pt x="892380" y="414459"/>
                  </a:lnTo>
                  <a:lnTo>
                    <a:pt x="856353" y="391937"/>
                  </a:lnTo>
                  <a:lnTo>
                    <a:pt x="818239" y="367241"/>
                  </a:lnTo>
                  <a:lnTo>
                    <a:pt x="778230" y="340652"/>
                  </a:lnTo>
                  <a:lnTo>
                    <a:pt x="736718" y="312602"/>
                  </a:lnTo>
                  <a:lnTo>
                    <a:pt x="694257" y="283642"/>
                  </a:lnTo>
                  <a:lnTo>
                    <a:pt x="651509" y="254408"/>
                  </a:lnTo>
                  <a:lnTo>
                    <a:pt x="609167" y="225562"/>
                  </a:lnTo>
                  <a:lnTo>
                    <a:pt x="567880" y="197728"/>
                  </a:lnTo>
                  <a:lnTo>
                    <a:pt x="528176" y="171440"/>
                  </a:lnTo>
                  <a:lnTo>
                    <a:pt x="490415" y="147104"/>
                  </a:lnTo>
                  <a:lnTo>
                    <a:pt x="454754" y="124976"/>
                  </a:lnTo>
                  <a:lnTo>
                    <a:pt x="421130" y="105163"/>
                  </a:lnTo>
                  <a:lnTo>
                    <a:pt x="394671" y="90517"/>
                  </a:lnTo>
                  <a:lnTo>
                    <a:pt x="355325" y="70764"/>
                  </a:lnTo>
                  <a:lnTo>
                    <a:pt x="317130" y="54529"/>
                  </a:lnTo>
                  <a:lnTo>
                    <a:pt x="278367" y="41263"/>
                  </a:lnTo>
                  <a:lnTo>
                    <a:pt x="237341" y="30360"/>
                  </a:lnTo>
                  <a:lnTo>
                    <a:pt x="193016" y="21356"/>
                  </a:lnTo>
                  <a:lnTo>
                    <a:pt x="145784" y="13992"/>
                  </a:lnTo>
                  <a:lnTo>
                    <a:pt x="98300" y="8210"/>
                  </a:lnTo>
                  <a:lnTo>
                    <a:pt x="55654" y="4056"/>
                  </a:lnTo>
                  <a:lnTo>
                    <a:pt x="23733" y="1513"/>
                  </a:lnTo>
                  <a:lnTo>
                    <a:pt x="5887" y="329"/>
                  </a:lnTo>
                  <a:lnTo>
                    <a:pt x="266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7" name="pg117"/>
            <p:cNvSpPr/>
            <p:nvPr/>
          </p:nvSpPr>
          <p:spPr>
            <a:xfrm>
              <a:off x="1404410" y="4355420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8" name="pg118"/>
            <p:cNvSpPr/>
            <p:nvPr/>
          </p:nvSpPr>
          <p:spPr>
            <a:xfrm>
              <a:off x="1404410" y="438257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19" name="pg119"/>
            <p:cNvSpPr/>
            <p:nvPr/>
          </p:nvSpPr>
          <p:spPr>
            <a:xfrm>
              <a:off x="1404410" y="440973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0" name="pg120"/>
            <p:cNvSpPr/>
            <p:nvPr/>
          </p:nvSpPr>
          <p:spPr>
            <a:xfrm>
              <a:off x="1404410" y="443688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1" name="pg121"/>
            <p:cNvSpPr/>
            <p:nvPr/>
          </p:nvSpPr>
          <p:spPr>
            <a:xfrm>
              <a:off x="1404410" y="446404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2" name="pg122"/>
            <p:cNvSpPr/>
            <p:nvPr/>
          </p:nvSpPr>
          <p:spPr>
            <a:xfrm>
              <a:off x="1404410" y="449119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3" name="pg123"/>
            <p:cNvSpPr/>
            <p:nvPr/>
          </p:nvSpPr>
          <p:spPr>
            <a:xfrm>
              <a:off x="1404410" y="451835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4" name="pg124"/>
            <p:cNvSpPr/>
            <p:nvPr/>
          </p:nvSpPr>
          <p:spPr>
            <a:xfrm>
              <a:off x="1404410" y="4545506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5" name="pg125"/>
            <p:cNvSpPr/>
            <p:nvPr/>
          </p:nvSpPr>
          <p:spPr>
            <a:xfrm>
              <a:off x="1404410" y="530585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6" name="pg126"/>
            <p:cNvSpPr/>
            <p:nvPr/>
          </p:nvSpPr>
          <p:spPr>
            <a:xfrm>
              <a:off x="1404410" y="5333005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7" name="pg127"/>
            <p:cNvSpPr/>
            <p:nvPr/>
          </p:nvSpPr>
          <p:spPr>
            <a:xfrm>
              <a:off x="1404410" y="4572661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8" name="pg128"/>
            <p:cNvSpPr/>
            <p:nvPr/>
          </p:nvSpPr>
          <p:spPr>
            <a:xfrm>
              <a:off x="1404410" y="459981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29" name="pg129"/>
            <p:cNvSpPr/>
            <p:nvPr/>
          </p:nvSpPr>
          <p:spPr>
            <a:xfrm>
              <a:off x="1404410" y="462697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0" name="pg130"/>
            <p:cNvSpPr/>
            <p:nvPr/>
          </p:nvSpPr>
          <p:spPr>
            <a:xfrm>
              <a:off x="1404410" y="465412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1" name="pg131"/>
            <p:cNvSpPr/>
            <p:nvPr/>
          </p:nvSpPr>
          <p:spPr>
            <a:xfrm>
              <a:off x="1404410" y="5876108"/>
              <a:ext cx="1353158" cy="570257"/>
            </a:xfrm>
            <a:custGeom>
              <a:avLst/>
              <a:pathLst>
                <a:path w="1353158" h="570257">
                  <a:moveTo>
                    <a:pt x="0" y="27155"/>
                  </a:moveTo>
                  <a:lnTo>
                    <a:pt x="1748" y="27246"/>
                  </a:lnTo>
                  <a:lnTo>
                    <a:pt x="12575" y="27903"/>
                  </a:lnTo>
                  <a:lnTo>
                    <a:pt x="37214" y="29682"/>
                  </a:lnTo>
                  <a:lnTo>
                    <a:pt x="74879" y="32974"/>
                  </a:lnTo>
                  <a:lnTo>
                    <a:pt x="120568" y="37907"/>
                  </a:lnTo>
                  <a:lnTo>
                    <a:pt x="168430" y="44442"/>
                  </a:lnTo>
                  <a:lnTo>
                    <a:pt x="214459" y="52564"/>
                  </a:lnTo>
                  <a:lnTo>
                    <a:pt x="257161" y="62423"/>
                  </a:lnTo>
                  <a:lnTo>
                    <a:pt x="296929" y="74377"/>
                  </a:lnTo>
                  <a:lnTo>
                    <a:pt x="335196" y="88972"/>
                  </a:lnTo>
                  <a:lnTo>
                    <a:pt x="373746" y="106823"/>
                  </a:lnTo>
                  <a:lnTo>
                    <a:pt x="394671" y="117672"/>
                  </a:lnTo>
                  <a:lnTo>
                    <a:pt x="426815" y="135582"/>
                  </a:lnTo>
                  <a:lnTo>
                    <a:pt x="460777" y="155797"/>
                  </a:lnTo>
                  <a:lnTo>
                    <a:pt x="496804" y="178320"/>
                  </a:lnTo>
                  <a:lnTo>
                    <a:pt x="534918" y="203016"/>
                  </a:lnTo>
                  <a:lnTo>
                    <a:pt x="574927" y="229604"/>
                  </a:lnTo>
                  <a:lnTo>
                    <a:pt x="616439" y="257655"/>
                  </a:lnTo>
                  <a:lnTo>
                    <a:pt x="658900" y="286615"/>
                  </a:lnTo>
                  <a:lnTo>
                    <a:pt x="701648" y="315849"/>
                  </a:lnTo>
                  <a:lnTo>
                    <a:pt x="743990" y="344695"/>
                  </a:lnTo>
                  <a:lnTo>
                    <a:pt x="785278" y="372529"/>
                  </a:lnTo>
                  <a:lnTo>
                    <a:pt x="824981" y="398816"/>
                  </a:lnTo>
                  <a:lnTo>
                    <a:pt x="862742" y="423152"/>
                  </a:lnTo>
                  <a:lnTo>
                    <a:pt x="898403" y="445281"/>
                  </a:lnTo>
                  <a:lnTo>
                    <a:pt x="932027" y="465093"/>
                  </a:lnTo>
                  <a:lnTo>
                    <a:pt x="958487" y="479740"/>
                  </a:lnTo>
                  <a:lnTo>
                    <a:pt x="997832" y="499493"/>
                  </a:lnTo>
                  <a:lnTo>
                    <a:pt x="1036027" y="515728"/>
                  </a:lnTo>
                  <a:lnTo>
                    <a:pt x="1074791" y="528994"/>
                  </a:lnTo>
                  <a:lnTo>
                    <a:pt x="1115817" y="539897"/>
                  </a:lnTo>
                  <a:lnTo>
                    <a:pt x="1160141" y="548901"/>
                  </a:lnTo>
                  <a:lnTo>
                    <a:pt x="1207374" y="556264"/>
                  </a:lnTo>
                  <a:lnTo>
                    <a:pt x="1254857" y="562047"/>
                  </a:lnTo>
                  <a:lnTo>
                    <a:pt x="1297503" y="566201"/>
                  </a:lnTo>
                  <a:lnTo>
                    <a:pt x="1329424" y="568744"/>
                  </a:lnTo>
                  <a:lnTo>
                    <a:pt x="1347271" y="569928"/>
                  </a:lnTo>
                  <a:lnTo>
                    <a:pt x="1352891" y="570244"/>
                  </a:lnTo>
                  <a:lnTo>
                    <a:pt x="1353158" y="570257"/>
                  </a:lnTo>
                  <a:lnTo>
                    <a:pt x="1353158" y="543102"/>
                  </a:lnTo>
                  <a:lnTo>
                    <a:pt x="1351409" y="543011"/>
                  </a:lnTo>
                  <a:lnTo>
                    <a:pt x="1340582" y="542354"/>
                  </a:lnTo>
                  <a:lnTo>
                    <a:pt x="1315943" y="540575"/>
                  </a:lnTo>
                  <a:lnTo>
                    <a:pt x="1278278" y="537283"/>
                  </a:lnTo>
                  <a:lnTo>
                    <a:pt x="1232589" y="532350"/>
                  </a:lnTo>
                  <a:lnTo>
                    <a:pt x="1184727" y="525815"/>
                  </a:lnTo>
                  <a:lnTo>
                    <a:pt x="1138698" y="517693"/>
                  </a:lnTo>
                  <a:lnTo>
                    <a:pt x="1095996" y="507834"/>
                  </a:lnTo>
                  <a:lnTo>
                    <a:pt x="1056228" y="495879"/>
                  </a:lnTo>
                  <a:lnTo>
                    <a:pt x="1017961" y="481285"/>
                  </a:lnTo>
                  <a:lnTo>
                    <a:pt x="979412" y="463434"/>
                  </a:lnTo>
                  <a:lnTo>
                    <a:pt x="958487" y="452585"/>
                  </a:lnTo>
                  <a:lnTo>
                    <a:pt x="926343" y="434675"/>
                  </a:lnTo>
                  <a:lnTo>
                    <a:pt x="892380" y="414459"/>
                  </a:lnTo>
                  <a:lnTo>
                    <a:pt x="856353" y="391937"/>
                  </a:lnTo>
                  <a:lnTo>
                    <a:pt x="818239" y="367241"/>
                  </a:lnTo>
                  <a:lnTo>
                    <a:pt x="778230" y="340652"/>
                  </a:lnTo>
                  <a:lnTo>
                    <a:pt x="736718" y="312602"/>
                  </a:lnTo>
                  <a:lnTo>
                    <a:pt x="694257" y="283642"/>
                  </a:lnTo>
                  <a:lnTo>
                    <a:pt x="651509" y="254408"/>
                  </a:lnTo>
                  <a:lnTo>
                    <a:pt x="609167" y="225562"/>
                  </a:lnTo>
                  <a:lnTo>
                    <a:pt x="567880" y="197728"/>
                  </a:lnTo>
                  <a:lnTo>
                    <a:pt x="528176" y="171440"/>
                  </a:lnTo>
                  <a:lnTo>
                    <a:pt x="490415" y="147104"/>
                  </a:lnTo>
                  <a:lnTo>
                    <a:pt x="454754" y="124976"/>
                  </a:lnTo>
                  <a:lnTo>
                    <a:pt x="421130" y="105163"/>
                  </a:lnTo>
                  <a:lnTo>
                    <a:pt x="394671" y="90517"/>
                  </a:lnTo>
                  <a:lnTo>
                    <a:pt x="355325" y="70764"/>
                  </a:lnTo>
                  <a:lnTo>
                    <a:pt x="317130" y="54529"/>
                  </a:lnTo>
                  <a:lnTo>
                    <a:pt x="278367" y="41263"/>
                  </a:lnTo>
                  <a:lnTo>
                    <a:pt x="237341" y="30360"/>
                  </a:lnTo>
                  <a:lnTo>
                    <a:pt x="193016" y="21356"/>
                  </a:lnTo>
                  <a:lnTo>
                    <a:pt x="145784" y="13992"/>
                  </a:lnTo>
                  <a:lnTo>
                    <a:pt x="98300" y="8210"/>
                  </a:lnTo>
                  <a:lnTo>
                    <a:pt x="55654" y="4056"/>
                  </a:lnTo>
                  <a:lnTo>
                    <a:pt x="23733" y="1513"/>
                  </a:lnTo>
                  <a:lnTo>
                    <a:pt x="5887" y="329"/>
                  </a:lnTo>
                  <a:lnTo>
                    <a:pt x="266" y="1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2" name="pg132"/>
            <p:cNvSpPr/>
            <p:nvPr/>
          </p:nvSpPr>
          <p:spPr>
            <a:xfrm>
              <a:off x="1404410" y="468128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3" name="pg133"/>
            <p:cNvSpPr/>
            <p:nvPr/>
          </p:nvSpPr>
          <p:spPr>
            <a:xfrm>
              <a:off x="1404410" y="470843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4" name="pg134"/>
            <p:cNvSpPr/>
            <p:nvPr/>
          </p:nvSpPr>
          <p:spPr>
            <a:xfrm>
              <a:off x="1404410" y="4735592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5" name="pg135"/>
            <p:cNvSpPr/>
            <p:nvPr/>
          </p:nvSpPr>
          <p:spPr>
            <a:xfrm>
              <a:off x="1404410" y="5360160"/>
              <a:ext cx="1353158" cy="217241"/>
            </a:xfrm>
            <a:custGeom>
              <a:avLst/>
              <a:pathLst>
                <a:path w="1353158" h="217241">
                  <a:moveTo>
                    <a:pt x="0" y="27155"/>
                  </a:moveTo>
                  <a:lnTo>
                    <a:pt x="1806" y="27188"/>
                  </a:lnTo>
                  <a:lnTo>
                    <a:pt x="12971" y="27426"/>
                  </a:lnTo>
                  <a:lnTo>
                    <a:pt x="38295" y="28069"/>
                  </a:lnTo>
                  <a:lnTo>
                    <a:pt x="76812" y="29257"/>
                  </a:lnTo>
                  <a:lnTo>
                    <a:pt x="123257" y="31032"/>
                  </a:lnTo>
                  <a:lnTo>
                    <a:pt x="171631" y="33380"/>
                  </a:lnTo>
                  <a:lnTo>
                    <a:pt x="217954" y="36297"/>
                  </a:lnTo>
                  <a:lnTo>
                    <a:pt x="260851" y="39843"/>
                  </a:lnTo>
                  <a:lnTo>
                    <a:pt x="300851" y="44155"/>
                  </a:lnTo>
                  <a:lnTo>
                    <a:pt x="339495" y="49434"/>
                  </a:lnTo>
                  <a:lnTo>
                    <a:pt x="378628" y="55902"/>
                  </a:lnTo>
                  <a:lnTo>
                    <a:pt x="394671" y="58836"/>
                  </a:lnTo>
                  <a:lnTo>
                    <a:pt x="429354" y="65619"/>
                  </a:lnTo>
                  <a:lnTo>
                    <a:pt x="466174" y="73339"/>
                  </a:lnTo>
                  <a:lnTo>
                    <a:pt x="505405" y="81989"/>
                  </a:lnTo>
                  <a:lnTo>
                    <a:pt x="547022" y="91501"/>
                  </a:lnTo>
                  <a:lnTo>
                    <a:pt x="590718" y="101732"/>
                  </a:lnTo>
                  <a:lnTo>
                    <a:pt x="635927" y="112474"/>
                  </a:lnTo>
                  <a:lnTo>
                    <a:pt x="681892" y="123470"/>
                  </a:lnTo>
                  <a:lnTo>
                    <a:pt x="727756" y="134432"/>
                  </a:lnTo>
                  <a:lnTo>
                    <a:pt x="772678" y="145078"/>
                  </a:lnTo>
                  <a:lnTo>
                    <a:pt x="815936" y="155159"/>
                  </a:lnTo>
                  <a:lnTo>
                    <a:pt x="857020" y="164482"/>
                  </a:lnTo>
                  <a:lnTo>
                    <a:pt x="895686" y="172921"/>
                  </a:lnTo>
                  <a:lnTo>
                    <a:pt x="931978" y="180423"/>
                  </a:lnTo>
                  <a:lnTo>
                    <a:pt x="958487" y="185560"/>
                  </a:lnTo>
                  <a:lnTo>
                    <a:pt x="998266" y="192544"/>
                  </a:lnTo>
                  <a:lnTo>
                    <a:pt x="1036888" y="198270"/>
                  </a:lnTo>
                  <a:lnTo>
                    <a:pt x="1076133" y="202940"/>
                  </a:lnTo>
                  <a:lnTo>
                    <a:pt x="1117741" y="206770"/>
                  </a:lnTo>
                  <a:lnTo>
                    <a:pt x="1162740" y="209926"/>
                  </a:lnTo>
                  <a:lnTo>
                    <a:pt x="1210623" y="212497"/>
                  </a:lnTo>
                  <a:lnTo>
                    <a:pt x="1258477" y="214503"/>
                  </a:lnTo>
                  <a:lnTo>
                    <a:pt x="1300901" y="215924"/>
                  </a:lnTo>
                  <a:lnTo>
                    <a:pt x="1331891" y="216772"/>
                  </a:lnTo>
                  <a:lnTo>
                    <a:pt x="1348426" y="217149"/>
                  </a:lnTo>
                  <a:lnTo>
                    <a:pt x="1353158" y="217241"/>
                  </a:lnTo>
                  <a:lnTo>
                    <a:pt x="1353158" y="190085"/>
                  </a:lnTo>
                  <a:lnTo>
                    <a:pt x="1351352" y="190052"/>
                  </a:lnTo>
                  <a:lnTo>
                    <a:pt x="1340186" y="189815"/>
                  </a:lnTo>
                  <a:lnTo>
                    <a:pt x="1314862" y="189171"/>
                  </a:lnTo>
                  <a:lnTo>
                    <a:pt x="1276345" y="187983"/>
                  </a:lnTo>
                  <a:lnTo>
                    <a:pt x="1229900" y="186208"/>
                  </a:lnTo>
                  <a:lnTo>
                    <a:pt x="1181526" y="183860"/>
                  </a:lnTo>
                  <a:lnTo>
                    <a:pt x="1135203" y="180943"/>
                  </a:lnTo>
                  <a:lnTo>
                    <a:pt x="1092306" y="177397"/>
                  </a:lnTo>
                  <a:lnTo>
                    <a:pt x="1052306" y="173085"/>
                  </a:lnTo>
                  <a:lnTo>
                    <a:pt x="1013663" y="167806"/>
                  </a:lnTo>
                  <a:lnTo>
                    <a:pt x="974529" y="161339"/>
                  </a:lnTo>
                  <a:lnTo>
                    <a:pt x="958487" y="158404"/>
                  </a:lnTo>
                  <a:lnTo>
                    <a:pt x="923803" y="151621"/>
                  </a:lnTo>
                  <a:lnTo>
                    <a:pt x="886983" y="143901"/>
                  </a:lnTo>
                  <a:lnTo>
                    <a:pt x="847753" y="135251"/>
                  </a:lnTo>
                  <a:lnTo>
                    <a:pt x="806135" y="125739"/>
                  </a:lnTo>
                  <a:lnTo>
                    <a:pt x="762439" y="115508"/>
                  </a:lnTo>
                  <a:lnTo>
                    <a:pt x="717230" y="104766"/>
                  </a:lnTo>
                  <a:lnTo>
                    <a:pt x="671265" y="93770"/>
                  </a:lnTo>
                  <a:lnTo>
                    <a:pt x="625401" y="82808"/>
                  </a:lnTo>
                  <a:lnTo>
                    <a:pt x="580479" y="72162"/>
                  </a:lnTo>
                  <a:lnTo>
                    <a:pt x="537221" y="62081"/>
                  </a:lnTo>
                  <a:lnTo>
                    <a:pt x="496137" y="52759"/>
                  </a:lnTo>
                  <a:lnTo>
                    <a:pt x="457471" y="44319"/>
                  </a:lnTo>
                  <a:lnTo>
                    <a:pt x="421179" y="36817"/>
                  </a:lnTo>
                  <a:lnTo>
                    <a:pt x="394671" y="31680"/>
                  </a:lnTo>
                  <a:lnTo>
                    <a:pt x="354891" y="24696"/>
                  </a:lnTo>
                  <a:lnTo>
                    <a:pt x="316269" y="18970"/>
                  </a:lnTo>
                  <a:lnTo>
                    <a:pt x="277024" y="14300"/>
                  </a:lnTo>
                  <a:lnTo>
                    <a:pt x="235416" y="10470"/>
                  </a:lnTo>
                  <a:lnTo>
                    <a:pt x="190418" y="7314"/>
                  </a:lnTo>
                  <a:lnTo>
                    <a:pt x="142535" y="4743"/>
                  </a:lnTo>
                  <a:lnTo>
                    <a:pt x="94680" y="2737"/>
                  </a:lnTo>
                  <a:lnTo>
                    <a:pt x="52256" y="1316"/>
                  </a:lnTo>
                  <a:lnTo>
                    <a:pt x="21266" y="468"/>
                  </a:lnTo>
                  <a:lnTo>
                    <a:pt x="4731" y="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6" name="pg136"/>
            <p:cNvSpPr/>
            <p:nvPr/>
          </p:nvSpPr>
          <p:spPr>
            <a:xfrm>
              <a:off x="1404410" y="4762747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7" name="pg137"/>
            <p:cNvSpPr/>
            <p:nvPr/>
          </p:nvSpPr>
          <p:spPr>
            <a:xfrm>
              <a:off x="1404410" y="478990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8" name="pg138"/>
            <p:cNvSpPr/>
            <p:nvPr/>
          </p:nvSpPr>
          <p:spPr>
            <a:xfrm>
              <a:off x="1404410" y="481705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39" name="pg139"/>
            <p:cNvSpPr/>
            <p:nvPr/>
          </p:nvSpPr>
          <p:spPr>
            <a:xfrm>
              <a:off x="1404410" y="484421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0" name="pg140"/>
            <p:cNvSpPr/>
            <p:nvPr/>
          </p:nvSpPr>
          <p:spPr>
            <a:xfrm>
              <a:off x="1404410" y="5821798"/>
              <a:ext cx="1353158" cy="543102"/>
            </a:xfrm>
            <a:custGeom>
              <a:avLst/>
              <a:pathLst>
                <a:path w="1353158" h="543102">
                  <a:moveTo>
                    <a:pt x="0" y="27155"/>
                  </a:moveTo>
                  <a:lnTo>
                    <a:pt x="1754" y="27242"/>
                  </a:lnTo>
                  <a:lnTo>
                    <a:pt x="12618" y="27868"/>
                  </a:lnTo>
                  <a:lnTo>
                    <a:pt x="37331" y="29564"/>
                  </a:lnTo>
                  <a:lnTo>
                    <a:pt x="75088" y="32702"/>
                  </a:lnTo>
                  <a:lnTo>
                    <a:pt x="120859" y="37403"/>
                  </a:lnTo>
                  <a:lnTo>
                    <a:pt x="168777" y="43628"/>
                  </a:lnTo>
                  <a:lnTo>
                    <a:pt x="214839" y="51366"/>
                  </a:lnTo>
                  <a:lnTo>
                    <a:pt x="257562" y="60760"/>
                  </a:lnTo>
                  <a:lnTo>
                    <a:pt x="297355" y="72154"/>
                  </a:lnTo>
                  <a:lnTo>
                    <a:pt x="335662" y="86068"/>
                  </a:lnTo>
                  <a:lnTo>
                    <a:pt x="374273" y="103091"/>
                  </a:lnTo>
                  <a:lnTo>
                    <a:pt x="394671" y="113146"/>
                  </a:lnTo>
                  <a:lnTo>
                    <a:pt x="427054" y="130292"/>
                  </a:lnTo>
                  <a:lnTo>
                    <a:pt x="461285" y="149660"/>
                  </a:lnTo>
                  <a:lnTo>
                    <a:pt x="497611" y="171250"/>
                  </a:lnTo>
                  <a:lnTo>
                    <a:pt x="536052" y="194932"/>
                  </a:lnTo>
                  <a:lnTo>
                    <a:pt x="576408" y="220426"/>
                  </a:lnTo>
                  <a:lnTo>
                    <a:pt x="618270" y="247313"/>
                  </a:lnTo>
                  <a:lnTo>
                    <a:pt x="661067" y="275050"/>
                  </a:lnTo>
                  <a:lnTo>
                    <a:pt x="704120" y="303019"/>
                  </a:lnTo>
                  <a:lnTo>
                    <a:pt x="746721" y="330578"/>
                  </a:lnTo>
                  <a:lnTo>
                    <a:pt x="788213" y="357125"/>
                  </a:lnTo>
                  <a:lnTo>
                    <a:pt x="828066" y="382148"/>
                  </a:lnTo>
                  <a:lnTo>
                    <a:pt x="865927" y="405266"/>
                  </a:lnTo>
                  <a:lnTo>
                    <a:pt x="901655" y="426242"/>
                  </a:lnTo>
                  <a:lnTo>
                    <a:pt x="935334" y="444983"/>
                  </a:lnTo>
                  <a:lnTo>
                    <a:pt x="958487" y="457111"/>
                  </a:lnTo>
                  <a:lnTo>
                    <a:pt x="997879" y="475897"/>
                  </a:lnTo>
                  <a:lnTo>
                    <a:pt x="1036120" y="491333"/>
                  </a:lnTo>
                  <a:lnTo>
                    <a:pt x="1074936" y="503944"/>
                  </a:lnTo>
                  <a:lnTo>
                    <a:pt x="1116025" y="514306"/>
                  </a:lnTo>
                  <a:lnTo>
                    <a:pt x="1160422" y="522861"/>
                  </a:lnTo>
                  <a:lnTo>
                    <a:pt x="1207726" y="529855"/>
                  </a:lnTo>
                  <a:lnTo>
                    <a:pt x="1255251" y="535343"/>
                  </a:lnTo>
                  <a:lnTo>
                    <a:pt x="1297876" y="539279"/>
                  </a:lnTo>
                  <a:lnTo>
                    <a:pt x="1329699" y="541683"/>
                  </a:lnTo>
                  <a:lnTo>
                    <a:pt x="1347403" y="542797"/>
                  </a:lnTo>
                  <a:lnTo>
                    <a:pt x="1352911" y="543091"/>
                  </a:lnTo>
                  <a:lnTo>
                    <a:pt x="1353158" y="543102"/>
                  </a:lnTo>
                  <a:lnTo>
                    <a:pt x="1353158" y="515947"/>
                  </a:lnTo>
                  <a:lnTo>
                    <a:pt x="1351403" y="515860"/>
                  </a:lnTo>
                  <a:lnTo>
                    <a:pt x="1340540" y="515234"/>
                  </a:lnTo>
                  <a:lnTo>
                    <a:pt x="1315826" y="513537"/>
                  </a:lnTo>
                  <a:lnTo>
                    <a:pt x="1278070" y="510399"/>
                  </a:lnTo>
                  <a:lnTo>
                    <a:pt x="1232298" y="505699"/>
                  </a:lnTo>
                  <a:lnTo>
                    <a:pt x="1184380" y="499473"/>
                  </a:lnTo>
                  <a:lnTo>
                    <a:pt x="1138318" y="491735"/>
                  </a:lnTo>
                  <a:lnTo>
                    <a:pt x="1095595" y="482341"/>
                  </a:lnTo>
                  <a:lnTo>
                    <a:pt x="1055802" y="470948"/>
                  </a:lnTo>
                  <a:lnTo>
                    <a:pt x="1017496" y="457033"/>
                  </a:lnTo>
                  <a:lnTo>
                    <a:pt x="978884" y="440011"/>
                  </a:lnTo>
                  <a:lnTo>
                    <a:pt x="958487" y="429956"/>
                  </a:lnTo>
                  <a:lnTo>
                    <a:pt x="926104" y="412810"/>
                  </a:lnTo>
                  <a:lnTo>
                    <a:pt x="891873" y="393442"/>
                  </a:lnTo>
                  <a:lnTo>
                    <a:pt x="855547" y="371851"/>
                  </a:lnTo>
                  <a:lnTo>
                    <a:pt x="817105" y="348170"/>
                  </a:lnTo>
                  <a:lnTo>
                    <a:pt x="776750" y="322676"/>
                  </a:lnTo>
                  <a:lnTo>
                    <a:pt x="734887" y="295789"/>
                  </a:lnTo>
                  <a:lnTo>
                    <a:pt x="692090" y="268052"/>
                  </a:lnTo>
                  <a:lnTo>
                    <a:pt x="649037" y="240083"/>
                  </a:lnTo>
                  <a:lnTo>
                    <a:pt x="606436" y="212524"/>
                  </a:lnTo>
                  <a:lnTo>
                    <a:pt x="564944" y="185977"/>
                  </a:lnTo>
                  <a:lnTo>
                    <a:pt x="525091" y="160953"/>
                  </a:lnTo>
                  <a:lnTo>
                    <a:pt x="487230" y="137835"/>
                  </a:lnTo>
                  <a:lnTo>
                    <a:pt x="451502" y="116860"/>
                  </a:lnTo>
                  <a:lnTo>
                    <a:pt x="417823" y="98119"/>
                  </a:lnTo>
                  <a:lnTo>
                    <a:pt x="394671" y="85991"/>
                  </a:lnTo>
                  <a:lnTo>
                    <a:pt x="355278" y="67205"/>
                  </a:lnTo>
                  <a:lnTo>
                    <a:pt x="317037" y="51769"/>
                  </a:lnTo>
                  <a:lnTo>
                    <a:pt x="278221" y="39158"/>
                  </a:lnTo>
                  <a:lnTo>
                    <a:pt x="237132" y="28796"/>
                  </a:lnTo>
                  <a:lnTo>
                    <a:pt x="192735" y="20241"/>
                  </a:lnTo>
                  <a:lnTo>
                    <a:pt x="145432" y="13247"/>
                  </a:lnTo>
                  <a:lnTo>
                    <a:pt x="97907" y="7759"/>
                  </a:lnTo>
                  <a:lnTo>
                    <a:pt x="55281" y="3822"/>
                  </a:lnTo>
                  <a:lnTo>
                    <a:pt x="23458" y="1419"/>
                  </a:lnTo>
                  <a:lnTo>
                    <a:pt x="5754" y="305"/>
                  </a:lnTo>
                  <a:lnTo>
                    <a:pt x="246" y="1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1" name="pg141"/>
            <p:cNvSpPr/>
            <p:nvPr/>
          </p:nvSpPr>
          <p:spPr>
            <a:xfrm>
              <a:off x="1404410" y="4871368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2" name="pg142"/>
            <p:cNvSpPr/>
            <p:nvPr/>
          </p:nvSpPr>
          <p:spPr>
            <a:xfrm>
              <a:off x="1404410" y="4898523"/>
              <a:ext cx="1353158" cy="27155"/>
            </a:xfrm>
            <a:custGeom>
              <a:avLst/>
              <a:pathLst>
                <a:path w="1353158" h="27155">
                  <a:moveTo>
                    <a:pt x="0" y="27155"/>
                  </a:moveTo>
                  <a:lnTo>
                    <a:pt x="1814" y="27155"/>
                  </a:lnTo>
                  <a:lnTo>
                    <a:pt x="13029" y="27155"/>
                  </a:lnTo>
                  <a:lnTo>
                    <a:pt x="38452" y="27155"/>
                  </a:lnTo>
                  <a:lnTo>
                    <a:pt x="77092" y="27155"/>
                  </a:lnTo>
                  <a:lnTo>
                    <a:pt x="123645" y="27155"/>
                  </a:lnTo>
                  <a:lnTo>
                    <a:pt x="172091" y="27155"/>
                  </a:lnTo>
                  <a:lnTo>
                    <a:pt x="218456" y="27155"/>
                  </a:lnTo>
                  <a:lnTo>
                    <a:pt x="261381" y="27155"/>
                  </a:lnTo>
                  <a:lnTo>
                    <a:pt x="301415" y="27155"/>
                  </a:lnTo>
                  <a:lnTo>
                    <a:pt x="340115" y="27155"/>
                  </a:lnTo>
                  <a:lnTo>
                    <a:pt x="379334" y="27155"/>
                  </a:lnTo>
                  <a:lnTo>
                    <a:pt x="394671" y="27155"/>
                  </a:lnTo>
                  <a:lnTo>
                    <a:pt x="429797" y="27155"/>
                  </a:lnTo>
                  <a:lnTo>
                    <a:pt x="467117" y="27155"/>
                  </a:lnTo>
                  <a:lnTo>
                    <a:pt x="506911" y="27155"/>
                  </a:lnTo>
                  <a:lnTo>
                    <a:pt x="549144" y="27155"/>
                  </a:lnTo>
                  <a:lnTo>
                    <a:pt x="593484" y="27155"/>
                  </a:lnTo>
                  <a:lnTo>
                    <a:pt x="639330" y="27155"/>
                  </a:lnTo>
                  <a:lnTo>
                    <a:pt x="685888" y="27155"/>
                  </a:lnTo>
                  <a:lnTo>
                    <a:pt x="732267" y="27155"/>
                  </a:lnTo>
                  <a:lnTo>
                    <a:pt x="777598" y="27155"/>
                  </a:lnTo>
                  <a:lnTo>
                    <a:pt x="821155" y="27155"/>
                  </a:lnTo>
                  <a:lnTo>
                    <a:pt x="862437" y="27155"/>
                  </a:lnTo>
                  <a:lnTo>
                    <a:pt x="901230" y="27155"/>
                  </a:lnTo>
                  <a:lnTo>
                    <a:pt x="937624" y="27155"/>
                  </a:lnTo>
                  <a:lnTo>
                    <a:pt x="958487" y="27155"/>
                  </a:lnTo>
                  <a:lnTo>
                    <a:pt x="998329" y="27155"/>
                  </a:lnTo>
                  <a:lnTo>
                    <a:pt x="1037012" y="27155"/>
                  </a:lnTo>
                  <a:lnTo>
                    <a:pt x="1076326" y="27155"/>
                  </a:lnTo>
                  <a:lnTo>
                    <a:pt x="1118019" y="27155"/>
                  </a:lnTo>
                  <a:lnTo>
                    <a:pt x="1163115" y="27155"/>
                  </a:lnTo>
                  <a:lnTo>
                    <a:pt x="1211091" y="27155"/>
                  </a:lnTo>
                  <a:lnTo>
                    <a:pt x="1258996" y="27155"/>
                  </a:lnTo>
                  <a:lnTo>
                    <a:pt x="1301383" y="27155"/>
                  </a:lnTo>
                  <a:lnTo>
                    <a:pt x="1332235" y="27155"/>
                  </a:lnTo>
                  <a:lnTo>
                    <a:pt x="1348579" y="2715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0"/>
                  </a:lnTo>
                  <a:lnTo>
                    <a:pt x="1340129" y="0"/>
                  </a:lnTo>
                  <a:lnTo>
                    <a:pt x="1314705" y="0"/>
                  </a:lnTo>
                  <a:lnTo>
                    <a:pt x="1276065" y="0"/>
                  </a:lnTo>
                  <a:lnTo>
                    <a:pt x="1229512" y="0"/>
                  </a:lnTo>
                  <a:lnTo>
                    <a:pt x="1181066" y="0"/>
                  </a:lnTo>
                  <a:lnTo>
                    <a:pt x="1134701" y="0"/>
                  </a:lnTo>
                  <a:lnTo>
                    <a:pt x="1091776" y="0"/>
                  </a:lnTo>
                  <a:lnTo>
                    <a:pt x="1051742" y="0"/>
                  </a:lnTo>
                  <a:lnTo>
                    <a:pt x="1013042" y="0"/>
                  </a:lnTo>
                  <a:lnTo>
                    <a:pt x="973823" y="0"/>
                  </a:lnTo>
                  <a:lnTo>
                    <a:pt x="958487" y="0"/>
                  </a:lnTo>
                  <a:lnTo>
                    <a:pt x="923361" y="0"/>
                  </a:lnTo>
                  <a:lnTo>
                    <a:pt x="886040" y="0"/>
                  </a:lnTo>
                  <a:lnTo>
                    <a:pt x="846246" y="0"/>
                  </a:lnTo>
                  <a:lnTo>
                    <a:pt x="804013" y="0"/>
                  </a:lnTo>
                  <a:lnTo>
                    <a:pt x="759674" y="0"/>
                  </a:lnTo>
                  <a:lnTo>
                    <a:pt x="713827" y="0"/>
                  </a:lnTo>
                  <a:lnTo>
                    <a:pt x="667269" y="0"/>
                  </a:lnTo>
                  <a:lnTo>
                    <a:pt x="620891" y="0"/>
                  </a:lnTo>
                  <a:lnTo>
                    <a:pt x="575559" y="0"/>
                  </a:lnTo>
                  <a:lnTo>
                    <a:pt x="532002" y="0"/>
                  </a:lnTo>
                  <a:lnTo>
                    <a:pt x="490720" y="0"/>
                  </a:lnTo>
                  <a:lnTo>
                    <a:pt x="451927" y="0"/>
                  </a:lnTo>
                  <a:lnTo>
                    <a:pt x="415534" y="0"/>
                  </a:lnTo>
                  <a:lnTo>
                    <a:pt x="394671" y="0"/>
                  </a:lnTo>
                  <a:lnTo>
                    <a:pt x="354828" y="0"/>
                  </a:lnTo>
                  <a:lnTo>
                    <a:pt x="316145" y="0"/>
                  </a:lnTo>
                  <a:lnTo>
                    <a:pt x="276831" y="0"/>
                  </a:lnTo>
                  <a:lnTo>
                    <a:pt x="235138" y="0"/>
                  </a:lnTo>
                  <a:lnTo>
                    <a:pt x="190042" y="0"/>
                  </a:lnTo>
                  <a:lnTo>
                    <a:pt x="142066" y="0"/>
                  </a:lnTo>
                  <a:lnTo>
                    <a:pt x="94161" y="0"/>
                  </a:lnTo>
                  <a:lnTo>
                    <a:pt x="51774" y="0"/>
                  </a:lnTo>
                  <a:lnTo>
                    <a:pt x="20923" y="0"/>
                  </a:lnTo>
                  <a:lnTo>
                    <a:pt x="45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196F3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3" name="pg143"/>
            <p:cNvSpPr/>
            <p:nvPr/>
          </p:nvSpPr>
          <p:spPr>
            <a:xfrm>
              <a:off x="1404410" y="5577401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4" name="pg144"/>
            <p:cNvSpPr/>
            <p:nvPr/>
          </p:nvSpPr>
          <p:spPr>
            <a:xfrm>
              <a:off x="1404410" y="4925678"/>
              <a:ext cx="1353158" cy="1031895"/>
            </a:xfrm>
            <a:custGeom>
              <a:avLst/>
              <a:pathLst>
                <a:path w="1353158" h="1031895">
                  <a:moveTo>
                    <a:pt x="0" y="1031895"/>
                  </a:moveTo>
                  <a:lnTo>
                    <a:pt x="1609" y="1031740"/>
                  </a:lnTo>
                  <a:lnTo>
                    <a:pt x="11618" y="1030625"/>
                  </a:lnTo>
                  <a:lnTo>
                    <a:pt x="34582" y="1027598"/>
                  </a:lnTo>
                  <a:lnTo>
                    <a:pt x="70121" y="1021966"/>
                  </a:lnTo>
                  <a:lnTo>
                    <a:pt x="113880" y="1013470"/>
                  </a:lnTo>
                  <a:lnTo>
                    <a:pt x="160394" y="1002161"/>
                  </a:lnTo>
                  <a:lnTo>
                    <a:pt x="205633" y="988090"/>
                  </a:lnTo>
                  <a:lnTo>
                    <a:pt x="247832" y="971066"/>
                  </a:lnTo>
                  <a:lnTo>
                    <a:pt x="287059" y="950556"/>
                  </a:lnTo>
                  <a:lnTo>
                    <a:pt x="324468" y="925698"/>
                  </a:lnTo>
                  <a:lnTo>
                    <a:pt x="361669" y="895444"/>
                  </a:lnTo>
                  <a:lnTo>
                    <a:pt x="394671" y="864438"/>
                  </a:lnTo>
                  <a:lnTo>
                    <a:pt x="422699" y="835682"/>
                  </a:lnTo>
                  <a:lnTo>
                    <a:pt x="452087" y="803673"/>
                  </a:lnTo>
                  <a:lnTo>
                    <a:pt x="483027" y="768377"/>
                  </a:lnTo>
                  <a:lnTo>
                    <a:pt x="515580" y="729903"/>
                  </a:lnTo>
                  <a:lnTo>
                    <a:pt x="549681" y="688521"/>
                  </a:lnTo>
                  <a:lnTo>
                    <a:pt x="585140" y="644660"/>
                  </a:lnTo>
                  <a:lnTo>
                    <a:pt x="621656" y="598906"/>
                  </a:lnTo>
                  <a:lnTo>
                    <a:pt x="658840" y="551968"/>
                  </a:lnTo>
                  <a:lnTo>
                    <a:pt x="696245" y="504642"/>
                  </a:lnTo>
                  <a:lnTo>
                    <a:pt x="733406" y="457747"/>
                  </a:lnTo>
                  <a:lnTo>
                    <a:pt x="769876" y="412074"/>
                  </a:lnTo>
                  <a:lnTo>
                    <a:pt x="805271" y="368328"/>
                  </a:lnTo>
                  <a:lnTo>
                    <a:pt x="839296" y="327086"/>
                  </a:lnTo>
                  <a:lnTo>
                    <a:pt x="871767" y="288772"/>
                  </a:lnTo>
                  <a:lnTo>
                    <a:pt x="902624" y="253644"/>
                  </a:lnTo>
                  <a:lnTo>
                    <a:pt x="931936" y="221804"/>
                  </a:lnTo>
                  <a:lnTo>
                    <a:pt x="958487" y="194611"/>
                  </a:lnTo>
                  <a:lnTo>
                    <a:pt x="996747" y="159005"/>
                  </a:lnTo>
                  <a:lnTo>
                    <a:pt x="1033877" y="129569"/>
                  </a:lnTo>
                  <a:lnTo>
                    <a:pt x="1071449" y="105382"/>
                  </a:lnTo>
                  <a:lnTo>
                    <a:pt x="1111040" y="85405"/>
                  </a:lnTo>
                  <a:lnTo>
                    <a:pt x="1153694" y="68819"/>
                  </a:lnTo>
                  <a:lnTo>
                    <a:pt x="1199269" y="55139"/>
                  </a:lnTo>
                  <a:lnTo>
                    <a:pt x="1245689" y="44217"/>
                  </a:lnTo>
                  <a:lnTo>
                    <a:pt x="1288635" y="36124"/>
                  </a:lnTo>
                  <a:lnTo>
                    <a:pt x="1322610" y="30882"/>
                  </a:lnTo>
                  <a:lnTo>
                    <a:pt x="1343668" y="28173"/>
                  </a:lnTo>
                  <a:lnTo>
                    <a:pt x="1352120" y="2725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39" y="1269"/>
                  </a:lnTo>
                  <a:lnTo>
                    <a:pt x="1318575" y="4296"/>
                  </a:lnTo>
                  <a:lnTo>
                    <a:pt x="1283036" y="9928"/>
                  </a:lnTo>
                  <a:lnTo>
                    <a:pt x="1239277" y="18424"/>
                  </a:lnTo>
                  <a:lnTo>
                    <a:pt x="1192763" y="29733"/>
                  </a:lnTo>
                  <a:lnTo>
                    <a:pt x="1147524" y="43804"/>
                  </a:lnTo>
                  <a:lnTo>
                    <a:pt x="1105326" y="60828"/>
                  </a:lnTo>
                  <a:lnTo>
                    <a:pt x="1066099" y="81338"/>
                  </a:lnTo>
                  <a:lnTo>
                    <a:pt x="1028690" y="106196"/>
                  </a:lnTo>
                  <a:lnTo>
                    <a:pt x="991488" y="136450"/>
                  </a:lnTo>
                  <a:lnTo>
                    <a:pt x="958487" y="167456"/>
                  </a:lnTo>
                  <a:lnTo>
                    <a:pt x="930458" y="196212"/>
                  </a:lnTo>
                  <a:lnTo>
                    <a:pt x="901070" y="228222"/>
                  </a:lnTo>
                  <a:lnTo>
                    <a:pt x="870130" y="263517"/>
                  </a:lnTo>
                  <a:lnTo>
                    <a:pt x="837577" y="301991"/>
                  </a:lnTo>
                  <a:lnTo>
                    <a:pt x="803476" y="343373"/>
                  </a:lnTo>
                  <a:lnTo>
                    <a:pt x="768017" y="387234"/>
                  </a:lnTo>
                  <a:lnTo>
                    <a:pt x="731501" y="432988"/>
                  </a:lnTo>
                  <a:lnTo>
                    <a:pt x="694317" y="479926"/>
                  </a:lnTo>
                  <a:lnTo>
                    <a:pt x="656912" y="527252"/>
                  </a:lnTo>
                  <a:lnTo>
                    <a:pt x="619752" y="574147"/>
                  </a:lnTo>
                  <a:lnTo>
                    <a:pt x="583281" y="619820"/>
                  </a:lnTo>
                  <a:lnTo>
                    <a:pt x="547886" y="663566"/>
                  </a:lnTo>
                  <a:lnTo>
                    <a:pt x="513861" y="704808"/>
                  </a:lnTo>
                  <a:lnTo>
                    <a:pt x="481391" y="743122"/>
                  </a:lnTo>
                  <a:lnTo>
                    <a:pt x="450533" y="778250"/>
                  </a:lnTo>
                  <a:lnTo>
                    <a:pt x="421221" y="810090"/>
                  </a:lnTo>
                  <a:lnTo>
                    <a:pt x="394671" y="837283"/>
                  </a:lnTo>
                  <a:lnTo>
                    <a:pt x="356410" y="872889"/>
                  </a:lnTo>
                  <a:lnTo>
                    <a:pt x="319280" y="902325"/>
                  </a:lnTo>
                  <a:lnTo>
                    <a:pt x="281708" y="926512"/>
                  </a:lnTo>
                  <a:lnTo>
                    <a:pt x="242117" y="946489"/>
                  </a:lnTo>
                  <a:lnTo>
                    <a:pt x="199463" y="963075"/>
                  </a:lnTo>
                  <a:lnTo>
                    <a:pt x="153888" y="976755"/>
                  </a:lnTo>
                  <a:lnTo>
                    <a:pt x="107468" y="987677"/>
                  </a:lnTo>
                  <a:lnTo>
                    <a:pt x="64523" y="995770"/>
                  </a:lnTo>
                  <a:lnTo>
                    <a:pt x="30547" y="1001012"/>
                  </a:lnTo>
                  <a:lnTo>
                    <a:pt x="9490" y="1003721"/>
                  </a:lnTo>
                  <a:lnTo>
                    <a:pt x="1037" y="1004641"/>
                  </a:lnTo>
                  <a:lnTo>
                    <a:pt x="0" y="1004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5" name="pg145"/>
            <p:cNvSpPr/>
            <p:nvPr/>
          </p:nvSpPr>
          <p:spPr>
            <a:xfrm>
              <a:off x="1404410" y="5604557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6" name="pg146"/>
            <p:cNvSpPr/>
            <p:nvPr/>
          </p:nvSpPr>
          <p:spPr>
            <a:xfrm>
              <a:off x="1404410" y="5631712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7" name="pg147"/>
            <p:cNvSpPr/>
            <p:nvPr/>
          </p:nvSpPr>
          <p:spPr>
            <a:xfrm>
              <a:off x="1404410" y="5658867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8" name="pg148"/>
            <p:cNvSpPr/>
            <p:nvPr/>
          </p:nvSpPr>
          <p:spPr>
            <a:xfrm>
              <a:off x="1404410" y="5686022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49" name="pg149"/>
            <p:cNvSpPr/>
            <p:nvPr/>
          </p:nvSpPr>
          <p:spPr>
            <a:xfrm>
              <a:off x="1404410" y="6093349"/>
              <a:ext cx="1353158" cy="108620"/>
            </a:xfrm>
            <a:custGeom>
              <a:avLst/>
              <a:pathLst>
                <a:path w="1353158" h="108620">
                  <a:moveTo>
                    <a:pt x="0" y="108620"/>
                  </a:moveTo>
                  <a:lnTo>
                    <a:pt x="1812" y="108606"/>
                  </a:lnTo>
                  <a:lnTo>
                    <a:pt x="13018" y="108503"/>
                  </a:lnTo>
                  <a:lnTo>
                    <a:pt x="38423" y="108227"/>
                  </a:lnTo>
                  <a:lnTo>
                    <a:pt x="77041" y="107716"/>
                  </a:lnTo>
                  <a:lnTo>
                    <a:pt x="123573" y="106952"/>
                  </a:lnTo>
                  <a:lnTo>
                    <a:pt x="172007" y="105943"/>
                  </a:lnTo>
                  <a:lnTo>
                    <a:pt x="218364" y="104689"/>
                  </a:lnTo>
                  <a:lnTo>
                    <a:pt x="261284" y="103164"/>
                  </a:lnTo>
                  <a:lnTo>
                    <a:pt x="301312" y="101310"/>
                  </a:lnTo>
                  <a:lnTo>
                    <a:pt x="340001" y="99039"/>
                  </a:lnTo>
                  <a:lnTo>
                    <a:pt x="379204" y="96256"/>
                  </a:lnTo>
                  <a:lnTo>
                    <a:pt x="394671" y="95042"/>
                  </a:lnTo>
                  <a:lnTo>
                    <a:pt x="429713" y="92104"/>
                  </a:lnTo>
                  <a:lnTo>
                    <a:pt x="466940" y="88756"/>
                  </a:lnTo>
                  <a:lnTo>
                    <a:pt x="506627" y="85002"/>
                  </a:lnTo>
                  <a:lnTo>
                    <a:pt x="548744" y="80872"/>
                  </a:lnTo>
                  <a:lnTo>
                    <a:pt x="592962" y="76431"/>
                  </a:lnTo>
                  <a:lnTo>
                    <a:pt x="638689" y="71772"/>
                  </a:lnTo>
                  <a:lnTo>
                    <a:pt x="685136" y="67009"/>
                  </a:lnTo>
                  <a:lnTo>
                    <a:pt x="731418" y="62270"/>
                  </a:lnTo>
                  <a:lnTo>
                    <a:pt x="776673" y="57679"/>
                  </a:lnTo>
                  <a:lnTo>
                    <a:pt x="820174" y="53343"/>
                  </a:lnTo>
                  <a:lnTo>
                    <a:pt x="861421" y="49346"/>
                  </a:lnTo>
                  <a:lnTo>
                    <a:pt x="900190" y="45739"/>
                  </a:lnTo>
                  <a:lnTo>
                    <a:pt x="936564" y="42543"/>
                  </a:lnTo>
                  <a:lnTo>
                    <a:pt x="958487" y="40732"/>
                  </a:lnTo>
                  <a:lnTo>
                    <a:pt x="998317" y="37735"/>
                  </a:lnTo>
                  <a:lnTo>
                    <a:pt x="1036989" y="35279"/>
                  </a:lnTo>
                  <a:lnTo>
                    <a:pt x="1076291" y="33276"/>
                  </a:lnTo>
                  <a:lnTo>
                    <a:pt x="1117967" y="31634"/>
                  </a:lnTo>
                  <a:lnTo>
                    <a:pt x="1163046" y="30281"/>
                  </a:lnTo>
                  <a:lnTo>
                    <a:pt x="1211005" y="29180"/>
                  </a:lnTo>
                  <a:lnTo>
                    <a:pt x="1258901" y="28321"/>
                  </a:lnTo>
                  <a:lnTo>
                    <a:pt x="1301294" y="27714"/>
                  </a:lnTo>
                  <a:lnTo>
                    <a:pt x="1332172" y="27352"/>
                  </a:lnTo>
                  <a:lnTo>
                    <a:pt x="1348551" y="2719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5" y="14"/>
                  </a:lnTo>
                  <a:lnTo>
                    <a:pt x="1340139" y="116"/>
                  </a:lnTo>
                  <a:lnTo>
                    <a:pt x="1314734" y="393"/>
                  </a:lnTo>
                  <a:lnTo>
                    <a:pt x="1276116" y="904"/>
                  </a:lnTo>
                  <a:lnTo>
                    <a:pt x="1229584" y="1667"/>
                  </a:lnTo>
                  <a:lnTo>
                    <a:pt x="1181151" y="2676"/>
                  </a:lnTo>
                  <a:lnTo>
                    <a:pt x="1134794" y="3930"/>
                  </a:lnTo>
                  <a:lnTo>
                    <a:pt x="1091873" y="5455"/>
                  </a:lnTo>
                  <a:lnTo>
                    <a:pt x="1051846" y="7310"/>
                  </a:lnTo>
                  <a:lnTo>
                    <a:pt x="1013157" y="9581"/>
                  </a:lnTo>
                  <a:lnTo>
                    <a:pt x="973953" y="12364"/>
                  </a:lnTo>
                  <a:lnTo>
                    <a:pt x="958487" y="13577"/>
                  </a:lnTo>
                  <a:lnTo>
                    <a:pt x="923444" y="16515"/>
                  </a:lnTo>
                  <a:lnTo>
                    <a:pt x="886218" y="19863"/>
                  </a:lnTo>
                  <a:lnTo>
                    <a:pt x="846530" y="23618"/>
                  </a:lnTo>
                  <a:lnTo>
                    <a:pt x="804413" y="27747"/>
                  </a:lnTo>
                  <a:lnTo>
                    <a:pt x="760195" y="32188"/>
                  </a:lnTo>
                  <a:lnTo>
                    <a:pt x="714468" y="36848"/>
                  </a:lnTo>
                  <a:lnTo>
                    <a:pt x="668021" y="41610"/>
                  </a:lnTo>
                  <a:lnTo>
                    <a:pt x="621739" y="46349"/>
                  </a:lnTo>
                  <a:lnTo>
                    <a:pt x="576484" y="50941"/>
                  </a:lnTo>
                  <a:lnTo>
                    <a:pt x="532983" y="55276"/>
                  </a:lnTo>
                  <a:lnTo>
                    <a:pt x="491737" y="59274"/>
                  </a:lnTo>
                  <a:lnTo>
                    <a:pt x="452967" y="62881"/>
                  </a:lnTo>
                  <a:lnTo>
                    <a:pt x="416593" y="66077"/>
                  </a:lnTo>
                  <a:lnTo>
                    <a:pt x="394671" y="67887"/>
                  </a:lnTo>
                  <a:lnTo>
                    <a:pt x="354840" y="70884"/>
                  </a:lnTo>
                  <a:lnTo>
                    <a:pt x="316168" y="73341"/>
                  </a:lnTo>
                  <a:lnTo>
                    <a:pt x="276866" y="75343"/>
                  </a:lnTo>
                  <a:lnTo>
                    <a:pt x="235190" y="76985"/>
                  </a:lnTo>
                  <a:lnTo>
                    <a:pt x="190111" y="78338"/>
                  </a:lnTo>
                  <a:lnTo>
                    <a:pt x="142153" y="79440"/>
                  </a:lnTo>
                  <a:lnTo>
                    <a:pt x="94256" y="80298"/>
                  </a:lnTo>
                  <a:lnTo>
                    <a:pt x="51863" y="80906"/>
                  </a:lnTo>
                  <a:lnTo>
                    <a:pt x="20986" y="81267"/>
                  </a:lnTo>
                  <a:lnTo>
                    <a:pt x="4606" y="81427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0" name="pg150"/>
            <p:cNvSpPr/>
            <p:nvPr/>
          </p:nvSpPr>
          <p:spPr>
            <a:xfrm>
              <a:off x="1404410" y="4952833"/>
              <a:ext cx="1353158" cy="1031895"/>
            </a:xfrm>
            <a:custGeom>
              <a:avLst/>
              <a:pathLst>
                <a:path w="1353158" h="1031895">
                  <a:moveTo>
                    <a:pt x="0" y="1031895"/>
                  </a:moveTo>
                  <a:lnTo>
                    <a:pt x="1609" y="1031740"/>
                  </a:lnTo>
                  <a:lnTo>
                    <a:pt x="11618" y="1030625"/>
                  </a:lnTo>
                  <a:lnTo>
                    <a:pt x="34582" y="1027598"/>
                  </a:lnTo>
                  <a:lnTo>
                    <a:pt x="70121" y="1021966"/>
                  </a:lnTo>
                  <a:lnTo>
                    <a:pt x="113880" y="1013470"/>
                  </a:lnTo>
                  <a:lnTo>
                    <a:pt x="160394" y="1002161"/>
                  </a:lnTo>
                  <a:lnTo>
                    <a:pt x="205633" y="988090"/>
                  </a:lnTo>
                  <a:lnTo>
                    <a:pt x="247832" y="971066"/>
                  </a:lnTo>
                  <a:lnTo>
                    <a:pt x="287059" y="950556"/>
                  </a:lnTo>
                  <a:lnTo>
                    <a:pt x="324468" y="925698"/>
                  </a:lnTo>
                  <a:lnTo>
                    <a:pt x="361669" y="895444"/>
                  </a:lnTo>
                  <a:lnTo>
                    <a:pt x="394671" y="864438"/>
                  </a:lnTo>
                  <a:lnTo>
                    <a:pt x="422699" y="835682"/>
                  </a:lnTo>
                  <a:lnTo>
                    <a:pt x="452087" y="803673"/>
                  </a:lnTo>
                  <a:lnTo>
                    <a:pt x="483027" y="768377"/>
                  </a:lnTo>
                  <a:lnTo>
                    <a:pt x="515580" y="729903"/>
                  </a:lnTo>
                  <a:lnTo>
                    <a:pt x="549681" y="688521"/>
                  </a:lnTo>
                  <a:lnTo>
                    <a:pt x="585140" y="644660"/>
                  </a:lnTo>
                  <a:lnTo>
                    <a:pt x="621656" y="598906"/>
                  </a:lnTo>
                  <a:lnTo>
                    <a:pt x="658840" y="551968"/>
                  </a:lnTo>
                  <a:lnTo>
                    <a:pt x="696245" y="504642"/>
                  </a:lnTo>
                  <a:lnTo>
                    <a:pt x="733406" y="457747"/>
                  </a:lnTo>
                  <a:lnTo>
                    <a:pt x="769876" y="412074"/>
                  </a:lnTo>
                  <a:lnTo>
                    <a:pt x="805271" y="368328"/>
                  </a:lnTo>
                  <a:lnTo>
                    <a:pt x="839296" y="327086"/>
                  </a:lnTo>
                  <a:lnTo>
                    <a:pt x="871767" y="288772"/>
                  </a:lnTo>
                  <a:lnTo>
                    <a:pt x="902624" y="253644"/>
                  </a:lnTo>
                  <a:lnTo>
                    <a:pt x="931936" y="221804"/>
                  </a:lnTo>
                  <a:lnTo>
                    <a:pt x="958487" y="194611"/>
                  </a:lnTo>
                  <a:lnTo>
                    <a:pt x="996747" y="159005"/>
                  </a:lnTo>
                  <a:lnTo>
                    <a:pt x="1033877" y="129569"/>
                  </a:lnTo>
                  <a:lnTo>
                    <a:pt x="1071449" y="105382"/>
                  </a:lnTo>
                  <a:lnTo>
                    <a:pt x="1111040" y="85405"/>
                  </a:lnTo>
                  <a:lnTo>
                    <a:pt x="1153694" y="68819"/>
                  </a:lnTo>
                  <a:lnTo>
                    <a:pt x="1199269" y="55139"/>
                  </a:lnTo>
                  <a:lnTo>
                    <a:pt x="1245689" y="44217"/>
                  </a:lnTo>
                  <a:lnTo>
                    <a:pt x="1288635" y="36124"/>
                  </a:lnTo>
                  <a:lnTo>
                    <a:pt x="1322610" y="30882"/>
                  </a:lnTo>
                  <a:lnTo>
                    <a:pt x="1343668" y="28173"/>
                  </a:lnTo>
                  <a:lnTo>
                    <a:pt x="1352120" y="2725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549" y="154"/>
                  </a:lnTo>
                  <a:lnTo>
                    <a:pt x="1341539" y="1269"/>
                  </a:lnTo>
                  <a:lnTo>
                    <a:pt x="1318575" y="4296"/>
                  </a:lnTo>
                  <a:lnTo>
                    <a:pt x="1283036" y="9928"/>
                  </a:lnTo>
                  <a:lnTo>
                    <a:pt x="1239277" y="18424"/>
                  </a:lnTo>
                  <a:lnTo>
                    <a:pt x="1192763" y="29733"/>
                  </a:lnTo>
                  <a:lnTo>
                    <a:pt x="1147524" y="43804"/>
                  </a:lnTo>
                  <a:lnTo>
                    <a:pt x="1105326" y="60828"/>
                  </a:lnTo>
                  <a:lnTo>
                    <a:pt x="1066099" y="81338"/>
                  </a:lnTo>
                  <a:lnTo>
                    <a:pt x="1028690" y="106196"/>
                  </a:lnTo>
                  <a:lnTo>
                    <a:pt x="991488" y="136450"/>
                  </a:lnTo>
                  <a:lnTo>
                    <a:pt x="958487" y="167456"/>
                  </a:lnTo>
                  <a:lnTo>
                    <a:pt x="930458" y="196212"/>
                  </a:lnTo>
                  <a:lnTo>
                    <a:pt x="901070" y="228222"/>
                  </a:lnTo>
                  <a:lnTo>
                    <a:pt x="870130" y="263517"/>
                  </a:lnTo>
                  <a:lnTo>
                    <a:pt x="837577" y="301991"/>
                  </a:lnTo>
                  <a:lnTo>
                    <a:pt x="803476" y="343373"/>
                  </a:lnTo>
                  <a:lnTo>
                    <a:pt x="768017" y="387234"/>
                  </a:lnTo>
                  <a:lnTo>
                    <a:pt x="731501" y="432988"/>
                  </a:lnTo>
                  <a:lnTo>
                    <a:pt x="694317" y="479926"/>
                  </a:lnTo>
                  <a:lnTo>
                    <a:pt x="656912" y="527252"/>
                  </a:lnTo>
                  <a:lnTo>
                    <a:pt x="619752" y="574147"/>
                  </a:lnTo>
                  <a:lnTo>
                    <a:pt x="583281" y="619820"/>
                  </a:lnTo>
                  <a:lnTo>
                    <a:pt x="547886" y="663566"/>
                  </a:lnTo>
                  <a:lnTo>
                    <a:pt x="513861" y="704808"/>
                  </a:lnTo>
                  <a:lnTo>
                    <a:pt x="481391" y="743122"/>
                  </a:lnTo>
                  <a:lnTo>
                    <a:pt x="450533" y="778250"/>
                  </a:lnTo>
                  <a:lnTo>
                    <a:pt x="421221" y="810090"/>
                  </a:lnTo>
                  <a:lnTo>
                    <a:pt x="394671" y="837283"/>
                  </a:lnTo>
                  <a:lnTo>
                    <a:pt x="356410" y="872889"/>
                  </a:lnTo>
                  <a:lnTo>
                    <a:pt x="319280" y="902325"/>
                  </a:lnTo>
                  <a:lnTo>
                    <a:pt x="281708" y="926512"/>
                  </a:lnTo>
                  <a:lnTo>
                    <a:pt x="242117" y="946489"/>
                  </a:lnTo>
                  <a:lnTo>
                    <a:pt x="199463" y="963075"/>
                  </a:lnTo>
                  <a:lnTo>
                    <a:pt x="153888" y="976755"/>
                  </a:lnTo>
                  <a:lnTo>
                    <a:pt x="107468" y="987677"/>
                  </a:lnTo>
                  <a:lnTo>
                    <a:pt x="64523" y="995770"/>
                  </a:lnTo>
                  <a:lnTo>
                    <a:pt x="30547" y="1001012"/>
                  </a:lnTo>
                  <a:lnTo>
                    <a:pt x="9490" y="1003721"/>
                  </a:lnTo>
                  <a:lnTo>
                    <a:pt x="1037" y="1004641"/>
                  </a:lnTo>
                  <a:lnTo>
                    <a:pt x="0" y="1004739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1" name="pg151"/>
            <p:cNvSpPr/>
            <p:nvPr/>
          </p:nvSpPr>
          <p:spPr>
            <a:xfrm>
              <a:off x="1404410" y="5713177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2" name="pg152"/>
            <p:cNvSpPr/>
            <p:nvPr/>
          </p:nvSpPr>
          <p:spPr>
            <a:xfrm>
              <a:off x="1404410" y="5740332"/>
              <a:ext cx="1353158" cy="434482"/>
            </a:xfrm>
            <a:custGeom>
              <a:avLst/>
              <a:pathLst>
                <a:path w="1353158" h="434482">
                  <a:moveTo>
                    <a:pt x="0" y="434482"/>
                  </a:moveTo>
                  <a:lnTo>
                    <a:pt x="1776" y="434412"/>
                  </a:lnTo>
                  <a:lnTo>
                    <a:pt x="12769" y="433911"/>
                  </a:lnTo>
                  <a:lnTo>
                    <a:pt x="37744" y="432555"/>
                  </a:lnTo>
                  <a:lnTo>
                    <a:pt x="75827" y="430048"/>
                  </a:lnTo>
                  <a:lnTo>
                    <a:pt x="121889" y="426298"/>
                  </a:lnTo>
                  <a:lnTo>
                    <a:pt x="170005" y="421333"/>
                  </a:lnTo>
                  <a:lnTo>
                    <a:pt x="216180" y="415163"/>
                  </a:lnTo>
                  <a:lnTo>
                    <a:pt x="258978" y="407669"/>
                  </a:lnTo>
                  <a:lnTo>
                    <a:pt x="298859" y="398569"/>
                  </a:lnTo>
                  <a:lnTo>
                    <a:pt x="337308" y="387445"/>
                  </a:lnTo>
                  <a:lnTo>
                    <a:pt x="376142" y="373827"/>
                  </a:lnTo>
                  <a:lnTo>
                    <a:pt x="394671" y="366594"/>
                  </a:lnTo>
                  <a:lnTo>
                    <a:pt x="427962" y="352663"/>
                  </a:lnTo>
                  <a:lnTo>
                    <a:pt x="463214" y="336881"/>
                  </a:lnTo>
                  <a:lnTo>
                    <a:pt x="500682" y="319250"/>
                  </a:lnTo>
                  <a:lnTo>
                    <a:pt x="540374" y="299892"/>
                  </a:lnTo>
                  <a:lnTo>
                    <a:pt x="582047" y="279056"/>
                  </a:lnTo>
                  <a:lnTo>
                    <a:pt x="625237" y="257118"/>
                  </a:lnTo>
                  <a:lnTo>
                    <a:pt x="669301" y="234552"/>
                  </a:lnTo>
                  <a:lnTo>
                    <a:pt x="713492" y="211895"/>
                  </a:lnTo>
                  <a:lnTo>
                    <a:pt x="757047" y="189694"/>
                  </a:lnTo>
                  <a:lnTo>
                    <a:pt x="799280" y="168449"/>
                  </a:lnTo>
                  <a:lnTo>
                    <a:pt x="839661" y="148571"/>
                  </a:lnTo>
                  <a:lnTo>
                    <a:pt x="877872" y="130353"/>
                  </a:lnTo>
                  <a:lnTo>
                    <a:pt x="913837" y="113957"/>
                  </a:lnTo>
                  <a:lnTo>
                    <a:pt x="947729" y="99423"/>
                  </a:lnTo>
                  <a:lnTo>
                    <a:pt x="958487" y="95042"/>
                  </a:lnTo>
                  <a:lnTo>
                    <a:pt x="998046" y="80153"/>
                  </a:lnTo>
                  <a:lnTo>
                    <a:pt x="1036450" y="67930"/>
                  </a:lnTo>
                  <a:lnTo>
                    <a:pt x="1075450" y="57953"/>
                  </a:lnTo>
                  <a:lnTo>
                    <a:pt x="1116762" y="49761"/>
                  </a:lnTo>
                  <a:lnTo>
                    <a:pt x="1161417" y="43003"/>
                  </a:lnTo>
                  <a:lnTo>
                    <a:pt x="1208970" y="37486"/>
                  </a:lnTo>
                  <a:lnTo>
                    <a:pt x="1256640" y="33168"/>
                  </a:lnTo>
                  <a:lnTo>
                    <a:pt x="1299185" y="30087"/>
                  </a:lnTo>
                  <a:lnTo>
                    <a:pt x="1330656" y="28224"/>
                  </a:lnTo>
                  <a:lnTo>
                    <a:pt x="1347858" y="27375"/>
                  </a:lnTo>
                  <a:lnTo>
                    <a:pt x="1352972" y="27161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81" y="69"/>
                  </a:lnTo>
                  <a:lnTo>
                    <a:pt x="1340388" y="570"/>
                  </a:lnTo>
                  <a:lnTo>
                    <a:pt x="1315414" y="1926"/>
                  </a:lnTo>
                  <a:lnTo>
                    <a:pt x="1277330" y="4433"/>
                  </a:lnTo>
                  <a:lnTo>
                    <a:pt x="1231268" y="8183"/>
                  </a:lnTo>
                  <a:lnTo>
                    <a:pt x="1183153" y="13148"/>
                  </a:lnTo>
                  <a:lnTo>
                    <a:pt x="1136977" y="19318"/>
                  </a:lnTo>
                  <a:lnTo>
                    <a:pt x="1094179" y="26812"/>
                  </a:lnTo>
                  <a:lnTo>
                    <a:pt x="1054298" y="35912"/>
                  </a:lnTo>
                  <a:lnTo>
                    <a:pt x="1015849" y="47036"/>
                  </a:lnTo>
                  <a:lnTo>
                    <a:pt x="977015" y="60654"/>
                  </a:lnTo>
                  <a:lnTo>
                    <a:pt x="958487" y="67887"/>
                  </a:lnTo>
                  <a:lnTo>
                    <a:pt x="925195" y="81818"/>
                  </a:lnTo>
                  <a:lnTo>
                    <a:pt x="889944" y="97600"/>
                  </a:lnTo>
                  <a:lnTo>
                    <a:pt x="852475" y="115231"/>
                  </a:lnTo>
                  <a:lnTo>
                    <a:pt x="812783" y="134589"/>
                  </a:lnTo>
                  <a:lnTo>
                    <a:pt x="771110" y="155425"/>
                  </a:lnTo>
                  <a:lnTo>
                    <a:pt x="727920" y="177363"/>
                  </a:lnTo>
                  <a:lnTo>
                    <a:pt x="683856" y="199929"/>
                  </a:lnTo>
                  <a:lnTo>
                    <a:pt x="639666" y="222586"/>
                  </a:lnTo>
                  <a:lnTo>
                    <a:pt x="596111" y="244787"/>
                  </a:lnTo>
                  <a:lnTo>
                    <a:pt x="553877" y="266032"/>
                  </a:lnTo>
                  <a:lnTo>
                    <a:pt x="513496" y="285910"/>
                  </a:lnTo>
                  <a:lnTo>
                    <a:pt x="475285" y="304128"/>
                  </a:lnTo>
                  <a:lnTo>
                    <a:pt x="439320" y="320525"/>
                  </a:lnTo>
                  <a:lnTo>
                    <a:pt x="405429" y="335058"/>
                  </a:lnTo>
                  <a:lnTo>
                    <a:pt x="394671" y="339439"/>
                  </a:lnTo>
                  <a:lnTo>
                    <a:pt x="355112" y="354328"/>
                  </a:lnTo>
                  <a:lnTo>
                    <a:pt x="316707" y="366551"/>
                  </a:lnTo>
                  <a:lnTo>
                    <a:pt x="277707" y="376528"/>
                  </a:lnTo>
                  <a:lnTo>
                    <a:pt x="236396" y="384720"/>
                  </a:lnTo>
                  <a:lnTo>
                    <a:pt x="191740" y="391478"/>
                  </a:lnTo>
                  <a:lnTo>
                    <a:pt x="144187" y="396995"/>
                  </a:lnTo>
                  <a:lnTo>
                    <a:pt x="96517" y="401313"/>
                  </a:lnTo>
                  <a:lnTo>
                    <a:pt x="53972" y="404394"/>
                  </a:lnTo>
                  <a:lnTo>
                    <a:pt x="22501" y="406257"/>
                  </a:lnTo>
                  <a:lnTo>
                    <a:pt x="5299" y="407106"/>
                  </a:lnTo>
                  <a:lnTo>
                    <a:pt x="185" y="407320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3" name="pg153"/>
            <p:cNvSpPr/>
            <p:nvPr/>
          </p:nvSpPr>
          <p:spPr>
            <a:xfrm>
              <a:off x="1404410" y="6120504"/>
              <a:ext cx="1353158" cy="108620"/>
            </a:xfrm>
            <a:custGeom>
              <a:avLst/>
              <a:pathLst>
                <a:path w="1353158" h="108620">
                  <a:moveTo>
                    <a:pt x="0" y="108620"/>
                  </a:moveTo>
                  <a:lnTo>
                    <a:pt x="1812" y="108606"/>
                  </a:lnTo>
                  <a:lnTo>
                    <a:pt x="13018" y="108503"/>
                  </a:lnTo>
                  <a:lnTo>
                    <a:pt x="38423" y="108227"/>
                  </a:lnTo>
                  <a:lnTo>
                    <a:pt x="77041" y="107716"/>
                  </a:lnTo>
                  <a:lnTo>
                    <a:pt x="123573" y="106952"/>
                  </a:lnTo>
                  <a:lnTo>
                    <a:pt x="172007" y="105943"/>
                  </a:lnTo>
                  <a:lnTo>
                    <a:pt x="218364" y="104689"/>
                  </a:lnTo>
                  <a:lnTo>
                    <a:pt x="261284" y="103164"/>
                  </a:lnTo>
                  <a:lnTo>
                    <a:pt x="301312" y="101310"/>
                  </a:lnTo>
                  <a:lnTo>
                    <a:pt x="340001" y="99039"/>
                  </a:lnTo>
                  <a:lnTo>
                    <a:pt x="379204" y="96256"/>
                  </a:lnTo>
                  <a:lnTo>
                    <a:pt x="394671" y="95042"/>
                  </a:lnTo>
                  <a:lnTo>
                    <a:pt x="429713" y="92104"/>
                  </a:lnTo>
                  <a:lnTo>
                    <a:pt x="466940" y="88756"/>
                  </a:lnTo>
                  <a:lnTo>
                    <a:pt x="506627" y="85002"/>
                  </a:lnTo>
                  <a:lnTo>
                    <a:pt x="548744" y="80872"/>
                  </a:lnTo>
                  <a:lnTo>
                    <a:pt x="592962" y="76431"/>
                  </a:lnTo>
                  <a:lnTo>
                    <a:pt x="638689" y="71772"/>
                  </a:lnTo>
                  <a:lnTo>
                    <a:pt x="685136" y="67009"/>
                  </a:lnTo>
                  <a:lnTo>
                    <a:pt x="731418" y="62270"/>
                  </a:lnTo>
                  <a:lnTo>
                    <a:pt x="776673" y="57679"/>
                  </a:lnTo>
                  <a:lnTo>
                    <a:pt x="820174" y="53343"/>
                  </a:lnTo>
                  <a:lnTo>
                    <a:pt x="861421" y="49346"/>
                  </a:lnTo>
                  <a:lnTo>
                    <a:pt x="900190" y="45739"/>
                  </a:lnTo>
                  <a:lnTo>
                    <a:pt x="936564" y="42543"/>
                  </a:lnTo>
                  <a:lnTo>
                    <a:pt x="958487" y="40732"/>
                  </a:lnTo>
                  <a:lnTo>
                    <a:pt x="998317" y="37735"/>
                  </a:lnTo>
                  <a:lnTo>
                    <a:pt x="1036989" y="35279"/>
                  </a:lnTo>
                  <a:lnTo>
                    <a:pt x="1076291" y="33276"/>
                  </a:lnTo>
                  <a:lnTo>
                    <a:pt x="1117967" y="31634"/>
                  </a:lnTo>
                  <a:lnTo>
                    <a:pt x="1163046" y="30281"/>
                  </a:lnTo>
                  <a:lnTo>
                    <a:pt x="1211005" y="29180"/>
                  </a:lnTo>
                  <a:lnTo>
                    <a:pt x="1258901" y="28321"/>
                  </a:lnTo>
                  <a:lnTo>
                    <a:pt x="1301294" y="27714"/>
                  </a:lnTo>
                  <a:lnTo>
                    <a:pt x="1332172" y="27352"/>
                  </a:lnTo>
                  <a:lnTo>
                    <a:pt x="1348551" y="27193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5" y="14"/>
                  </a:lnTo>
                  <a:lnTo>
                    <a:pt x="1340139" y="116"/>
                  </a:lnTo>
                  <a:lnTo>
                    <a:pt x="1314734" y="393"/>
                  </a:lnTo>
                  <a:lnTo>
                    <a:pt x="1276116" y="904"/>
                  </a:lnTo>
                  <a:lnTo>
                    <a:pt x="1229584" y="1667"/>
                  </a:lnTo>
                  <a:lnTo>
                    <a:pt x="1181151" y="2676"/>
                  </a:lnTo>
                  <a:lnTo>
                    <a:pt x="1134794" y="3930"/>
                  </a:lnTo>
                  <a:lnTo>
                    <a:pt x="1091873" y="5455"/>
                  </a:lnTo>
                  <a:lnTo>
                    <a:pt x="1051846" y="7310"/>
                  </a:lnTo>
                  <a:lnTo>
                    <a:pt x="1013157" y="9581"/>
                  </a:lnTo>
                  <a:lnTo>
                    <a:pt x="973953" y="12364"/>
                  </a:lnTo>
                  <a:lnTo>
                    <a:pt x="958487" y="13577"/>
                  </a:lnTo>
                  <a:lnTo>
                    <a:pt x="923444" y="16515"/>
                  </a:lnTo>
                  <a:lnTo>
                    <a:pt x="886218" y="19863"/>
                  </a:lnTo>
                  <a:lnTo>
                    <a:pt x="846530" y="23618"/>
                  </a:lnTo>
                  <a:lnTo>
                    <a:pt x="804413" y="27747"/>
                  </a:lnTo>
                  <a:lnTo>
                    <a:pt x="760195" y="32188"/>
                  </a:lnTo>
                  <a:lnTo>
                    <a:pt x="714468" y="36848"/>
                  </a:lnTo>
                  <a:lnTo>
                    <a:pt x="668021" y="41610"/>
                  </a:lnTo>
                  <a:lnTo>
                    <a:pt x="621739" y="46349"/>
                  </a:lnTo>
                  <a:lnTo>
                    <a:pt x="576484" y="50941"/>
                  </a:lnTo>
                  <a:lnTo>
                    <a:pt x="532983" y="55276"/>
                  </a:lnTo>
                  <a:lnTo>
                    <a:pt x="491737" y="59274"/>
                  </a:lnTo>
                  <a:lnTo>
                    <a:pt x="452967" y="62881"/>
                  </a:lnTo>
                  <a:lnTo>
                    <a:pt x="416593" y="66077"/>
                  </a:lnTo>
                  <a:lnTo>
                    <a:pt x="394671" y="67887"/>
                  </a:lnTo>
                  <a:lnTo>
                    <a:pt x="354840" y="70884"/>
                  </a:lnTo>
                  <a:lnTo>
                    <a:pt x="316168" y="73341"/>
                  </a:lnTo>
                  <a:lnTo>
                    <a:pt x="276866" y="75343"/>
                  </a:lnTo>
                  <a:lnTo>
                    <a:pt x="235190" y="76985"/>
                  </a:lnTo>
                  <a:lnTo>
                    <a:pt x="190111" y="78338"/>
                  </a:lnTo>
                  <a:lnTo>
                    <a:pt x="142153" y="79440"/>
                  </a:lnTo>
                  <a:lnTo>
                    <a:pt x="94256" y="80298"/>
                  </a:lnTo>
                  <a:lnTo>
                    <a:pt x="51863" y="80906"/>
                  </a:lnTo>
                  <a:lnTo>
                    <a:pt x="20986" y="81267"/>
                  </a:lnTo>
                  <a:lnTo>
                    <a:pt x="4606" y="81427"/>
                  </a:lnTo>
                  <a:lnTo>
                    <a:pt x="0" y="81465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1404410" y="2237320"/>
              <a:ext cx="1353158" cy="3693098"/>
            </a:xfrm>
            <a:custGeom>
              <a:avLst/>
              <a:pathLst>
                <a:path w="1353158" h="3693098">
                  <a:moveTo>
                    <a:pt x="0" y="3693098"/>
                  </a:moveTo>
                  <a:lnTo>
                    <a:pt x="619" y="3692888"/>
                  </a:lnTo>
                  <a:lnTo>
                    <a:pt x="4621" y="3691382"/>
                  </a:lnTo>
                  <a:lnTo>
                    <a:pt x="14429" y="3687225"/>
                  </a:lnTo>
                  <a:lnTo>
                    <a:pt x="31228" y="3679152"/>
                  </a:lnTo>
                  <a:lnTo>
                    <a:pt x="54810" y="3666213"/>
                  </a:lnTo>
                  <a:lnTo>
                    <a:pt x="83771" y="3647907"/>
                  </a:lnTo>
                  <a:lnTo>
                    <a:pt x="116063" y="3624146"/>
                  </a:lnTo>
                  <a:lnTo>
                    <a:pt x="149627" y="3595057"/>
                  </a:lnTo>
                  <a:lnTo>
                    <a:pt x="182860" y="3560752"/>
                  </a:lnTo>
                  <a:lnTo>
                    <a:pt x="214792" y="3521131"/>
                  </a:lnTo>
                  <a:lnTo>
                    <a:pt x="245050" y="3475778"/>
                  </a:lnTo>
                  <a:lnTo>
                    <a:pt x="273715" y="3423927"/>
                  </a:lnTo>
                  <a:lnTo>
                    <a:pt x="301171" y="3364477"/>
                  </a:lnTo>
                  <a:lnTo>
                    <a:pt x="327978" y="3296064"/>
                  </a:lnTo>
                  <a:lnTo>
                    <a:pt x="354760" y="3217212"/>
                  </a:lnTo>
                  <a:lnTo>
                    <a:pt x="382111" y="3126649"/>
                  </a:lnTo>
                  <a:lnTo>
                    <a:pt x="394671" y="3082107"/>
                  </a:lnTo>
                  <a:lnTo>
                    <a:pt x="411081" y="3021530"/>
                  </a:lnTo>
                  <a:lnTo>
                    <a:pt x="427929" y="2956864"/>
                  </a:lnTo>
                  <a:lnTo>
                    <a:pt x="445269" y="2888026"/>
                  </a:lnTo>
                  <a:lnTo>
                    <a:pt x="463142" y="2814987"/>
                  </a:lnTo>
                  <a:lnTo>
                    <a:pt x="481572" y="2737780"/>
                  </a:lnTo>
                  <a:lnTo>
                    <a:pt x="500568" y="2656505"/>
                  </a:lnTo>
                  <a:lnTo>
                    <a:pt x="520123" y="2571332"/>
                  </a:lnTo>
                  <a:lnTo>
                    <a:pt x="540213" y="2482504"/>
                  </a:lnTo>
                  <a:lnTo>
                    <a:pt x="560802" y="2390338"/>
                  </a:lnTo>
                  <a:lnTo>
                    <a:pt x="581837" y="2295222"/>
                  </a:lnTo>
                  <a:lnTo>
                    <a:pt x="603255" y="2197609"/>
                  </a:lnTo>
                  <a:lnTo>
                    <a:pt x="624978" y="2098012"/>
                  </a:lnTo>
                  <a:lnTo>
                    <a:pt x="646922" y="1996991"/>
                  </a:lnTo>
                  <a:lnTo>
                    <a:pt x="668995" y="1895140"/>
                  </a:lnTo>
                  <a:lnTo>
                    <a:pt x="691102" y="1793076"/>
                  </a:lnTo>
                  <a:lnTo>
                    <a:pt x="713144" y="1691420"/>
                  </a:lnTo>
                  <a:lnTo>
                    <a:pt x="735029" y="1590784"/>
                  </a:lnTo>
                  <a:lnTo>
                    <a:pt x="756665" y="1491752"/>
                  </a:lnTo>
                  <a:lnTo>
                    <a:pt x="777970" y="1394871"/>
                  </a:lnTo>
                  <a:lnTo>
                    <a:pt x="798871" y="1300635"/>
                  </a:lnTo>
                  <a:lnTo>
                    <a:pt x="819309" y="1209479"/>
                  </a:lnTo>
                  <a:lnTo>
                    <a:pt x="839234" y="1121768"/>
                  </a:lnTo>
                  <a:lnTo>
                    <a:pt x="858615" y="1037796"/>
                  </a:lnTo>
                  <a:lnTo>
                    <a:pt x="877433" y="957783"/>
                  </a:lnTo>
                  <a:lnTo>
                    <a:pt x="895687" y="881878"/>
                  </a:lnTo>
                  <a:lnTo>
                    <a:pt x="913389" y="810157"/>
                  </a:lnTo>
                  <a:lnTo>
                    <a:pt x="930570" y="742635"/>
                  </a:lnTo>
                  <a:lnTo>
                    <a:pt x="947273" y="679265"/>
                  </a:lnTo>
                  <a:lnTo>
                    <a:pt x="958487" y="638145"/>
                  </a:lnTo>
                  <a:lnTo>
                    <a:pt x="986246" y="542108"/>
                  </a:lnTo>
                  <a:lnTo>
                    <a:pt x="1013216" y="458136"/>
                  </a:lnTo>
                  <a:lnTo>
                    <a:pt x="1039934" y="385226"/>
                  </a:lnTo>
                  <a:lnTo>
                    <a:pt x="1067023" y="321942"/>
                  </a:lnTo>
                  <a:lnTo>
                    <a:pt x="1095087" y="266841"/>
                  </a:lnTo>
                  <a:lnTo>
                    <a:pt x="1124599" y="218693"/>
                  </a:lnTo>
                  <a:lnTo>
                    <a:pt x="1155796" y="176576"/>
                  </a:lnTo>
                  <a:lnTo>
                    <a:pt x="1188529" y="139919"/>
                  </a:lnTo>
                  <a:lnTo>
                    <a:pt x="1222106" y="108489"/>
                  </a:lnTo>
                  <a:lnTo>
                    <a:pt x="1255202" y="82321"/>
                  </a:lnTo>
                  <a:lnTo>
                    <a:pt x="1285923" y="61563"/>
                  </a:lnTo>
                  <a:lnTo>
                    <a:pt x="1312142" y="46254"/>
                  </a:lnTo>
                  <a:lnTo>
                    <a:pt x="1332086" y="36093"/>
                  </a:lnTo>
                  <a:lnTo>
                    <a:pt x="1344963" y="30325"/>
                  </a:lnTo>
                  <a:lnTo>
                    <a:pt x="1351334" y="27798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2538" y="210"/>
                  </a:lnTo>
                  <a:lnTo>
                    <a:pt x="1348537" y="1715"/>
                  </a:lnTo>
                  <a:lnTo>
                    <a:pt x="1338728" y="5872"/>
                  </a:lnTo>
                  <a:lnTo>
                    <a:pt x="1321929" y="13945"/>
                  </a:lnTo>
                  <a:lnTo>
                    <a:pt x="1298347" y="26884"/>
                  </a:lnTo>
                  <a:lnTo>
                    <a:pt x="1269386" y="45190"/>
                  </a:lnTo>
                  <a:lnTo>
                    <a:pt x="1237095" y="68952"/>
                  </a:lnTo>
                  <a:lnTo>
                    <a:pt x="1203530" y="98040"/>
                  </a:lnTo>
                  <a:lnTo>
                    <a:pt x="1170297" y="132345"/>
                  </a:lnTo>
                  <a:lnTo>
                    <a:pt x="1138365" y="171966"/>
                  </a:lnTo>
                  <a:lnTo>
                    <a:pt x="1108107" y="217319"/>
                  </a:lnTo>
                  <a:lnTo>
                    <a:pt x="1079442" y="269170"/>
                  </a:lnTo>
                  <a:lnTo>
                    <a:pt x="1051986" y="328620"/>
                  </a:lnTo>
                  <a:lnTo>
                    <a:pt x="1025180" y="397033"/>
                  </a:lnTo>
                  <a:lnTo>
                    <a:pt x="998397" y="475885"/>
                  </a:lnTo>
                  <a:lnTo>
                    <a:pt x="971046" y="566448"/>
                  </a:lnTo>
                  <a:lnTo>
                    <a:pt x="958487" y="610990"/>
                  </a:lnTo>
                  <a:lnTo>
                    <a:pt x="942076" y="671567"/>
                  </a:lnTo>
                  <a:lnTo>
                    <a:pt x="925228" y="736233"/>
                  </a:lnTo>
                  <a:lnTo>
                    <a:pt x="907888" y="805071"/>
                  </a:lnTo>
                  <a:lnTo>
                    <a:pt x="890015" y="878110"/>
                  </a:lnTo>
                  <a:lnTo>
                    <a:pt x="871585" y="955317"/>
                  </a:lnTo>
                  <a:lnTo>
                    <a:pt x="852589" y="1036592"/>
                  </a:lnTo>
                  <a:lnTo>
                    <a:pt x="833035" y="1121766"/>
                  </a:lnTo>
                  <a:lnTo>
                    <a:pt x="812944" y="1210594"/>
                  </a:lnTo>
                  <a:lnTo>
                    <a:pt x="792355" y="1302759"/>
                  </a:lnTo>
                  <a:lnTo>
                    <a:pt x="771320" y="1397875"/>
                  </a:lnTo>
                  <a:lnTo>
                    <a:pt x="749903" y="1495488"/>
                  </a:lnTo>
                  <a:lnTo>
                    <a:pt x="728179" y="1595085"/>
                  </a:lnTo>
                  <a:lnTo>
                    <a:pt x="706235" y="1696106"/>
                  </a:lnTo>
                  <a:lnTo>
                    <a:pt x="684162" y="1797957"/>
                  </a:lnTo>
                  <a:lnTo>
                    <a:pt x="662056" y="1900021"/>
                  </a:lnTo>
                  <a:lnTo>
                    <a:pt x="640013" y="2001677"/>
                  </a:lnTo>
                  <a:lnTo>
                    <a:pt x="618128" y="2102313"/>
                  </a:lnTo>
                  <a:lnTo>
                    <a:pt x="596492" y="2201346"/>
                  </a:lnTo>
                  <a:lnTo>
                    <a:pt x="575187" y="2298227"/>
                  </a:lnTo>
                  <a:lnTo>
                    <a:pt x="554286" y="2392462"/>
                  </a:lnTo>
                  <a:lnTo>
                    <a:pt x="533848" y="2483618"/>
                  </a:lnTo>
                  <a:lnTo>
                    <a:pt x="513923" y="2571329"/>
                  </a:lnTo>
                  <a:lnTo>
                    <a:pt x="494542" y="2655301"/>
                  </a:lnTo>
                  <a:lnTo>
                    <a:pt x="475724" y="2735314"/>
                  </a:lnTo>
                  <a:lnTo>
                    <a:pt x="457470" y="2811219"/>
                  </a:lnTo>
                  <a:lnTo>
                    <a:pt x="439768" y="2882940"/>
                  </a:lnTo>
                  <a:lnTo>
                    <a:pt x="422588" y="2950462"/>
                  </a:lnTo>
                  <a:lnTo>
                    <a:pt x="405884" y="3013833"/>
                  </a:lnTo>
                  <a:lnTo>
                    <a:pt x="394671" y="3054952"/>
                  </a:lnTo>
                  <a:lnTo>
                    <a:pt x="366911" y="3150990"/>
                  </a:lnTo>
                  <a:lnTo>
                    <a:pt x="339941" y="3234961"/>
                  </a:lnTo>
                  <a:lnTo>
                    <a:pt x="313224" y="3307871"/>
                  </a:lnTo>
                  <a:lnTo>
                    <a:pt x="286134" y="3371155"/>
                  </a:lnTo>
                  <a:lnTo>
                    <a:pt x="258071" y="3426256"/>
                  </a:lnTo>
                  <a:lnTo>
                    <a:pt x="228558" y="3474405"/>
                  </a:lnTo>
                  <a:lnTo>
                    <a:pt x="197361" y="3516521"/>
                  </a:lnTo>
                  <a:lnTo>
                    <a:pt x="164629" y="3553178"/>
                  </a:lnTo>
                  <a:lnTo>
                    <a:pt x="131051" y="3584608"/>
                  </a:lnTo>
                  <a:lnTo>
                    <a:pt x="97955" y="3610777"/>
                  </a:lnTo>
                  <a:lnTo>
                    <a:pt x="67234" y="3631534"/>
                  </a:lnTo>
                  <a:lnTo>
                    <a:pt x="41015" y="3646843"/>
                  </a:lnTo>
                  <a:lnTo>
                    <a:pt x="21071" y="3657004"/>
                  </a:lnTo>
                  <a:lnTo>
                    <a:pt x="8194" y="3662773"/>
                  </a:lnTo>
                  <a:lnTo>
                    <a:pt x="1823" y="3665299"/>
                  </a:lnTo>
                  <a:lnTo>
                    <a:pt x="0" y="3665943"/>
                  </a:lnTo>
                  <a:close/>
                </a:path>
              </a:pathLst>
            </a:custGeom>
            <a:solidFill>
              <a:srgbClr val="4CAF5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1404410" y="6147659"/>
              <a:ext cx="1353158" cy="190085"/>
            </a:xfrm>
            <a:custGeom>
              <a:avLst/>
              <a:pathLst>
                <a:path w="1353158" h="190085">
                  <a:moveTo>
                    <a:pt x="0" y="190085"/>
                  </a:moveTo>
                  <a:lnTo>
                    <a:pt x="1808" y="190057"/>
                  </a:lnTo>
                  <a:lnTo>
                    <a:pt x="12986" y="189853"/>
                  </a:lnTo>
                  <a:lnTo>
                    <a:pt x="38337" y="189301"/>
                  </a:lnTo>
                  <a:lnTo>
                    <a:pt x="76886" y="188281"/>
                  </a:lnTo>
                  <a:lnTo>
                    <a:pt x="123360" y="186758"/>
                  </a:lnTo>
                  <a:lnTo>
                    <a:pt x="171753" y="184744"/>
                  </a:lnTo>
                  <a:lnTo>
                    <a:pt x="218087" y="182241"/>
                  </a:lnTo>
                  <a:lnTo>
                    <a:pt x="260992" y="179198"/>
                  </a:lnTo>
                  <a:lnTo>
                    <a:pt x="301001" y="175498"/>
                  </a:lnTo>
                  <a:lnTo>
                    <a:pt x="339659" y="170967"/>
                  </a:lnTo>
                  <a:lnTo>
                    <a:pt x="378815" y="165417"/>
                  </a:lnTo>
                  <a:lnTo>
                    <a:pt x="394671" y="162930"/>
                  </a:lnTo>
                  <a:lnTo>
                    <a:pt x="429469" y="157096"/>
                  </a:lnTo>
                  <a:lnTo>
                    <a:pt x="466419" y="150454"/>
                  </a:lnTo>
                  <a:lnTo>
                    <a:pt x="505795" y="143009"/>
                  </a:lnTo>
                  <a:lnTo>
                    <a:pt x="547572" y="134822"/>
                  </a:lnTo>
                  <a:lnTo>
                    <a:pt x="591435" y="126017"/>
                  </a:lnTo>
                  <a:lnTo>
                    <a:pt x="636810" y="116774"/>
                  </a:lnTo>
                  <a:lnTo>
                    <a:pt x="682929" y="107317"/>
                  </a:lnTo>
                  <a:lnTo>
                    <a:pt x="728927" y="97895"/>
                  </a:lnTo>
                  <a:lnTo>
                    <a:pt x="773956" y="88751"/>
                  </a:lnTo>
                  <a:lnTo>
                    <a:pt x="817293" y="80100"/>
                  </a:lnTo>
                  <a:lnTo>
                    <a:pt x="858430" y="72107"/>
                  </a:lnTo>
                  <a:lnTo>
                    <a:pt x="897129" y="64879"/>
                  </a:lnTo>
                  <a:lnTo>
                    <a:pt x="933447" y="58461"/>
                  </a:lnTo>
                  <a:lnTo>
                    <a:pt x="958487" y="54310"/>
                  </a:lnTo>
                  <a:lnTo>
                    <a:pt x="998283" y="48321"/>
                  </a:lnTo>
                  <a:lnTo>
                    <a:pt x="1036921" y="43411"/>
                  </a:lnTo>
                  <a:lnTo>
                    <a:pt x="1076184" y="39408"/>
                  </a:lnTo>
                  <a:lnTo>
                    <a:pt x="1117814" y="36124"/>
                  </a:lnTo>
                  <a:lnTo>
                    <a:pt x="1162839" y="33419"/>
                  </a:lnTo>
                  <a:lnTo>
                    <a:pt x="1210746" y="31215"/>
                  </a:lnTo>
                  <a:lnTo>
                    <a:pt x="1258615" y="29497"/>
                  </a:lnTo>
                  <a:lnTo>
                    <a:pt x="1301029" y="28280"/>
                  </a:lnTo>
                  <a:lnTo>
                    <a:pt x="1331982" y="27554"/>
                  </a:lnTo>
                  <a:lnTo>
                    <a:pt x="1348467" y="2723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9" y="28"/>
                  </a:lnTo>
                  <a:lnTo>
                    <a:pt x="1340171" y="232"/>
                  </a:lnTo>
                  <a:lnTo>
                    <a:pt x="1314821" y="784"/>
                  </a:lnTo>
                  <a:lnTo>
                    <a:pt x="1276271" y="1804"/>
                  </a:lnTo>
                  <a:lnTo>
                    <a:pt x="1229798" y="3327"/>
                  </a:lnTo>
                  <a:lnTo>
                    <a:pt x="1181404" y="5341"/>
                  </a:lnTo>
                  <a:lnTo>
                    <a:pt x="1135070" y="7844"/>
                  </a:lnTo>
                  <a:lnTo>
                    <a:pt x="1092166" y="10887"/>
                  </a:lnTo>
                  <a:lnTo>
                    <a:pt x="1052157" y="14587"/>
                  </a:lnTo>
                  <a:lnTo>
                    <a:pt x="1013498" y="19118"/>
                  </a:lnTo>
                  <a:lnTo>
                    <a:pt x="974343" y="24668"/>
                  </a:lnTo>
                  <a:lnTo>
                    <a:pt x="958487" y="27155"/>
                  </a:lnTo>
                  <a:lnTo>
                    <a:pt x="923688" y="32989"/>
                  </a:lnTo>
                  <a:lnTo>
                    <a:pt x="886738" y="39631"/>
                  </a:lnTo>
                  <a:lnTo>
                    <a:pt x="847362" y="47076"/>
                  </a:lnTo>
                  <a:lnTo>
                    <a:pt x="805585" y="55263"/>
                  </a:lnTo>
                  <a:lnTo>
                    <a:pt x="761722" y="64068"/>
                  </a:lnTo>
                  <a:lnTo>
                    <a:pt x="716348" y="73311"/>
                  </a:lnTo>
                  <a:lnTo>
                    <a:pt x="670229" y="82768"/>
                  </a:lnTo>
                  <a:lnTo>
                    <a:pt x="624230" y="92190"/>
                  </a:lnTo>
                  <a:lnTo>
                    <a:pt x="579201" y="101334"/>
                  </a:lnTo>
                  <a:lnTo>
                    <a:pt x="535865" y="109985"/>
                  </a:lnTo>
                  <a:lnTo>
                    <a:pt x="494728" y="117977"/>
                  </a:lnTo>
                  <a:lnTo>
                    <a:pt x="456028" y="125206"/>
                  </a:lnTo>
                  <a:lnTo>
                    <a:pt x="419710" y="131624"/>
                  </a:lnTo>
                  <a:lnTo>
                    <a:pt x="394671" y="135775"/>
                  </a:lnTo>
                  <a:lnTo>
                    <a:pt x="354874" y="141764"/>
                  </a:lnTo>
                  <a:lnTo>
                    <a:pt x="316237" y="146674"/>
                  </a:lnTo>
                  <a:lnTo>
                    <a:pt x="276973" y="150677"/>
                  </a:lnTo>
                  <a:lnTo>
                    <a:pt x="235343" y="153961"/>
                  </a:lnTo>
                  <a:lnTo>
                    <a:pt x="190318" y="156666"/>
                  </a:lnTo>
                  <a:lnTo>
                    <a:pt x="142411" y="158870"/>
                  </a:lnTo>
                  <a:lnTo>
                    <a:pt x="94543" y="160588"/>
                  </a:lnTo>
                  <a:lnTo>
                    <a:pt x="52128" y="161805"/>
                  </a:lnTo>
                  <a:lnTo>
                    <a:pt x="21175" y="162531"/>
                  </a:lnTo>
                  <a:lnTo>
                    <a:pt x="4691" y="162853"/>
                  </a:lnTo>
                  <a:lnTo>
                    <a:pt x="0" y="16293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1404410" y="4979988"/>
              <a:ext cx="1353158" cy="1276291"/>
            </a:xfrm>
            <a:custGeom>
              <a:avLst/>
              <a:pathLst>
                <a:path w="1353158" h="1276291">
                  <a:moveTo>
                    <a:pt x="0" y="1276291"/>
                  </a:moveTo>
                  <a:lnTo>
                    <a:pt x="1518" y="1276110"/>
                  </a:lnTo>
                  <a:lnTo>
                    <a:pt x="10990" y="1274806"/>
                  </a:lnTo>
                  <a:lnTo>
                    <a:pt x="32840" y="1271257"/>
                  </a:lnTo>
                  <a:lnTo>
                    <a:pt x="66935" y="1264630"/>
                  </a:lnTo>
                  <a:lnTo>
                    <a:pt x="109343" y="1254588"/>
                  </a:lnTo>
                  <a:lnTo>
                    <a:pt x="154879" y="1241173"/>
                  </a:lnTo>
                  <a:lnTo>
                    <a:pt x="199530" y="1224464"/>
                  </a:lnTo>
                  <a:lnTo>
                    <a:pt x="241366" y="1204284"/>
                  </a:lnTo>
                  <a:lnTo>
                    <a:pt x="280246" y="1180069"/>
                  </a:lnTo>
                  <a:lnTo>
                    <a:pt x="317133" y="1150870"/>
                  </a:lnTo>
                  <a:lnTo>
                    <a:pt x="353504" y="1115474"/>
                  </a:lnTo>
                  <a:lnTo>
                    <a:pt x="390858" y="1072768"/>
                  </a:lnTo>
                  <a:lnTo>
                    <a:pt x="394671" y="1068101"/>
                  </a:lnTo>
                  <a:lnTo>
                    <a:pt x="420783" y="1034869"/>
                  </a:lnTo>
                  <a:lnTo>
                    <a:pt x="448065" y="998121"/>
                  </a:lnTo>
                  <a:lnTo>
                    <a:pt x="476684" y="957811"/>
                  </a:lnTo>
                  <a:lnTo>
                    <a:pt x="506707" y="914022"/>
                  </a:lnTo>
                  <a:lnTo>
                    <a:pt x="538104" y="866988"/>
                  </a:lnTo>
                  <a:lnTo>
                    <a:pt x="570751" y="817094"/>
                  </a:lnTo>
                  <a:lnTo>
                    <a:pt x="604436" y="764876"/>
                  </a:lnTo>
                  <a:lnTo>
                    <a:pt x="638870" y="711002"/>
                  </a:lnTo>
                  <a:lnTo>
                    <a:pt x="673709" y="656238"/>
                  </a:lnTo>
                  <a:lnTo>
                    <a:pt x="708579" y="601406"/>
                  </a:lnTo>
                  <a:lnTo>
                    <a:pt x="743104" y="547330"/>
                  </a:lnTo>
                  <a:lnTo>
                    <a:pt x="776933" y="494791"/>
                  </a:lnTo>
                  <a:lnTo>
                    <a:pt x="809768" y="444475"/>
                  </a:lnTo>
                  <a:lnTo>
                    <a:pt x="841382" y="396940"/>
                  </a:lnTo>
                  <a:lnTo>
                    <a:pt x="871635" y="352598"/>
                  </a:lnTo>
                  <a:lnTo>
                    <a:pt x="900483" y="311706"/>
                  </a:lnTo>
                  <a:lnTo>
                    <a:pt x="927976" y="274372"/>
                  </a:lnTo>
                  <a:lnTo>
                    <a:pt x="954265" y="240570"/>
                  </a:lnTo>
                  <a:lnTo>
                    <a:pt x="958487" y="235344"/>
                  </a:lnTo>
                  <a:lnTo>
                    <a:pt x="996005" y="191876"/>
                  </a:lnTo>
                  <a:lnTo>
                    <a:pt x="1032410" y="155797"/>
                  </a:lnTo>
                  <a:lnTo>
                    <a:pt x="1069176" y="126038"/>
                  </a:lnTo>
                  <a:lnTo>
                    <a:pt x="1107802" y="101376"/>
                  </a:lnTo>
                  <a:lnTo>
                    <a:pt x="1149328" y="80827"/>
                  </a:lnTo>
                  <a:lnTo>
                    <a:pt x="1193751" y="63786"/>
                  </a:lnTo>
                  <a:lnTo>
                    <a:pt x="1239347" y="50042"/>
                  </a:lnTo>
                  <a:lnTo>
                    <a:pt x="1282293" y="39660"/>
                  </a:lnTo>
                  <a:lnTo>
                    <a:pt x="1317434" y="32700"/>
                  </a:lnTo>
                  <a:lnTo>
                    <a:pt x="1340584" y="28875"/>
                  </a:lnTo>
                  <a:lnTo>
                    <a:pt x="1351159" y="2739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39" y="181"/>
                  </a:lnTo>
                  <a:lnTo>
                    <a:pt x="1342167" y="1485"/>
                  </a:lnTo>
                  <a:lnTo>
                    <a:pt x="1320317" y="5033"/>
                  </a:lnTo>
                  <a:lnTo>
                    <a:pt x="1286222" y="11660"/>
                  </a:lnTo>
                  <a:lnTo>
                    <a:pt x="1243815" y="21702"/>
                  </a:lnTo>
                  <a:lnTo>
                    <a:pt x="1198278" y="35117"/>
                  </a:lnTo>
                  <a:lnTo>
                    <a:pt x="1153627" y="51826"/>
                  </a:lnTo>
                  <a:lnTo>
                    <a:pt x="1111791" y="72006"/>
                  </a:lnTo>
                  <a:lnTo>
                    <a:pt x="1072911" y="96221"/>
                  </a:lnTo>
                  <a:lnTo>
                    <a:pt x="1036024" y="125420"/>
                  </a:lnTo>
                  <a:lnTo>
                    <a:pt x="999653" y="160816"/>
                  </a:lnTo>
                  <a:lnTo>
                    <a:pt x="962299" y="203522"/>
                  </a:lnTo>
                  <a:lnTo>
                    <a:pt x="958487" y="208189"/>
                  </a:lnTo>
                  <a:lnTo>
                    <a:pt x="932374" y="241421"/>
                  </a:lnTo>
                  <a:lnTo>
                    <a:pt x="905092" y="278169"/>
                  </a:lnTo>
                  <a:lnTo>
                    <a:pt x="876473" y="318480"/>
                  </a:lnTo>
                  <a:lnTo>
                    <a:pt x="846450" y="362268"/>
                  </a:lnTo>
                  <a:lnTo>
                    <a:pt x="815053" y="409302"/>
                  </a:lnTo>
                  <a:lnTo>
                    <a:pt x="782406" y="459196"/>
                  </a:lnTo>
                  <a:lnTo>
                    <a:pt x="748721" y="511414"/>
                  </a:lnTo>
                  <a:lnTo>
                    <a:pt x="714288" y="565288"/>
                  </a:lnTo>
                  <a:lnTo>
                    <a:pt x="679448" y="620052"/>
                  </a:lnTo>
                  <a:lnTo>
                    <a:pt x="644578" y="674885"/>
                  </a:lnTo>
                  <a:lnTo>
                    <a:pt x="610053" y="728960"/>
                  </a:lnTo>
                  <a:lnTo>
                    <a:pt x="576224" y="781499"/>
                  </a:lnTo>
                  <a:lnTo>
                    <a:pt x="543389" y="831816"/>
                  </a:lnTo>
                  <a:lnTo>
                    <a:pt x="511775" y="879351"/>
                  </a:lnTo>
                  <a:lnTo>
                    <a:pt x="481522" y="923692"/>
                  </a:lnTo>
                  <a:lnTo>
                    <a:pt x="452675" y="964584"/>
                  </a:lnTo>
                  <a:lnTo>
                    <a:pt x="425181" y="1001918"/>
                  </a:lnTo>
                  <a:lnTo>
                    <a:pt x="398892" y="1035720"/>
                  </a:lnTo>
                  <a:lnTo>
                    <a:pt x="394671" y="1040946"/>
                  </a:lnTo>
                  <a:lnTo>
                    <a:pt x="357152" y="1084415"/>
                  </a:lnTo>
                  <a:lnTo>
                    <a:pt x="320747" y="1120494"/>
                  </a:lnTo>
                  <a:lnTo>
                    <a:pt x="283981" y="1150253"/>
                  </a:lnTo>
                  <a:lnTo>
                    <a:pt x="245355" y="1174915"/>
                  </a:lnTo>
                  <a:lnTo>
                    <a:pt x="203829" y="1195464"/>
                  </a:lnTo>
                  <a:lnTo>
                    <a:pt x="159406" y="1212504"/>
                  </a:lnTo>
                  <a:lnTo>
                    <a:pt x="113811" y="1226248"/>
                  </a:lnTo>
                  <a:lnTo>
                    <a:pt x="70864" y="1236631"/>
                  </a:lnTo>
                  <a:lnTo>
                    <a:pt x="35723" y="1243591"/>
                  </a:lnTo>
                  <a:lnTo>
                    <a:pt x="12574" y="1247415"/>
                  </a:lnTo>
                  <a:lnTo>
                    <a:pt x="1998" y="1248894"/>
                  </a:lnTo>
                  <a:lnTo>
                    <a:pt x="0" y="124913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1404410" y="6174814"/>
              <a:ext cx="1353158" cy="190085"/>
            </a:xfrm>
            <a:custGeom>
              <a:avLst/>
              <a:pathLst>
                <a:path w="1353158" h="190085">
                  <a:moveTo>
                    <a:pt x="0" y="190085"/>
                  </a:moveTo>
                  <a:lnTo>
                    <a:pt x="1808" y="190057"/>
                  </a:lnTo>
                  <a:lnTo>
                    <a:pt x="12986" y="189853"/>
                  </a:lnTo>
                  <a:lnTo>
                    <a:pt x="38337" y="189301"/>
                  </a:lnTo>
                  <a:lnTo>
                    <a:pt x="76886" y="188281"/>
                  </a:lnTo>
                  <a:lnTo>
                    <a:pt x="123360" y="186758"/>
                  </a:lnTo>
                  <a:lnTo>
                    <a:pt x="171753" y="184744"/>
                  </a:lnTo>
                  <a:lnTo>
                    <a:pt x="218087" y="182241"/>
                  </a:lnTo>
                  <a:lnTo>
                    <a:pt x="260992" y="179198"/>
                  </a:lnTo>
                  <a:lnTo>
                    <a:pt x="301001" y="175498"/>
                  </a:lnTo>
                  <a:lnTo>
                    <a:pt x="339659" y="170967"/>
                  </a:lnTo>
                  <a:lnTo>
                    <a:pt x="378815" y="165417"/>
                  </a:lnTo>
                  <a:lnTo>
                    <a:pt x="394671" y="162930"/>
                  </a:lnTo>
                  <a:lnTo>
                    <a:pt x="429469" y="157096"/>
                  </a:lnTo>
                  <a:lnTo>
                    <a:pt x="466419" y="150454"/>
                  </a:lnTo>
                  <a:lnTo>
                    <a:pt x="505795" y="143009"/>
                  </a:lnTo>
                  <a:lnTo>
                    <a:pt x="547572" y="134822"/>
                  </a:lnTo>
                  <a:lnTo>
                    <a:pt x="591435" y="126017"/>
                  </a:lnTo>
                  <a:lnTo>
                    <a:pt x="636810" y="116774"/>
                  </a:lnTo>
                  <a:lnTo>
                    <a:pt x="682929" y="107317"/>
                  </a:lnTo>
                  <a:lnTo>
                    <a:pt x="728927" y="97895"/>
                  </a:lnTo>
                  <a:lnTo>
                    <a:pt x="773956" y="88751"/>
                  </a:lnTo>
                  <a:lnTo>
                    <a:pt x="817293" y="80100"/>
                  </a:lnTo>
                  <a:lnTo>
                    <a:pt x="858430" y="72107"/>
                  </a:lnTo>
                  <a:lnTo>
                    <a:pt x="897129" y="64879"/>
                  </a:lnTo>
                  <a:lnTo>
                    <a:pt x="933447" y="58461"/>
                  </a:lnTo>
                  <a:lnTo>
                    <a:pt x="958487" y="54310"/>
                  </a:lnTo>
                  <a:lnTo>
                    <a:pt x="998283" y="48321"/>
                  </a:lnTo>
                  <a:lnTo>
                    <a:pt x="1036921" y="43411"/>
                  </a:lnTo>
                  <a:lnTo>
                    <a:pt x="1076184" y="39408"/>
                  </a:lnTo>
                  <a:lnTo>
                    <a:pt x="1117814" y="36124"/>
                  </a:lnTo>
                  <a:lnTo>
                    <a:pt x="1162839" y="33419"/>
                  </a:lnTo>
                  <a:lnTo>
                    <a:pt x="1210746" y="31215"/>
                  </a:lnTo>
                  <a:lnTo>
                    <a:pt x="1258615" y="29497"/>
                  </a:lnTo>
                  <a:lnTo>
                    <a:pt x="1301029" y="28280"/>
                  </a:lnTo>
                  <a:lnTo>
                    <a:pt x="1331982" y="27554"/>
                  </a:lnTo>
                  <a:lnTo>
                    <a:pt x="1348467" y="27232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9" y="28"/>
                  </a:lnTo>
                  <a:lnTo>
                    <a:pt x="1340171" y="232"/>
                  </a:lnTo>
                  <a:lnTo>
                    <a:pt x="1314821" y="784"/>
                  </a:lnTo>
                  <a:lnTo>
                    <a:pt x="1276271" y="1804"/>
                  </a:lnTo>
                  <a:lnTo>
                    <a:pt x="1229798" y="3327"/>
                  </a:lnTo>
                  <a:lnTo>
                    <a:pt x="1181404" y="5341"/>
                  </a:lnTo>
                  <a:lnTo>
                    <a:pt x="1135070" y="7844"/>
                  </a:lnTo>
                  <a:lnTo>
                    <a:pt x="1092166" y="10887"/>
                  </a:lnTo>
                  <a:lnTo>
                    <a:pt x="1052157" y="14587"/>
                  </a:lnTo>
                  <a:lnTo>
                    <a:pt x="1013498" y="19118"/>
                  </a:lnTo>
                  <a:lnTo>
                    <a:pt x="974343" y="24668"/>
                  </a:lnTo>
                  <a:lnTo>
                    <a:pt x="958487" y="27155"/>
                  </a:lnTo>
                  <a:lnTo>
                    <a:pt x="923688" y="32989"/>
                  </a:lnTo>
                  <a:lnTo>
                    <a:pt x="886738" y="39631"/>
                  </a:lnTo>
                  <a:lnTo>
                    <a:pt x="847362" y="47076"/>
                  </a:lnTo>
                  <a:lnTo>
                    <a:pt x="805585" y="55263"/>
                  </a:lnTo>
                  <a:lnTo>
                    <a:pt x="761722" y="64068"/>
                  </a:lnTo>
                  <a:lnTo>
                    <a:pt x="716348" y="73311"/>
                  </a:lnTo>
                  <a:lnTo>
                    <a:pt x="670229" y="82768"/>
                  </a:lnTo>
                  <a:lnTo>
                    <a:pt x="624230" y="92190"/>
                  </a:lnTo>
                  <a:lnTo>
                    <a:pt x="579201" y="101334"/>
                  </a:lnTo>
                  <a:lnTo>
                    <a:pt x="535865" y="109985"/>
                  </a:lnTo>
                  <a:lnTo>
                    <a:pt x="494728" y="117977"/>
                  </a:lnTo>
                  <a:lnTo>
                    <a:pt x="456028" y="125206"/>
                  </a:lnTo>
                  <a:lnTo>
                    <a:pt x="419710" y="131624"/>
                  </a:lnTo>
                  <a:lnTo>
                    <a:pt x="394671" y="135775"/>
                  </a:lnTo>
                  <a:lnTo>
                    <a:pt x="354874" y="141764"/>
                  </a:lnTo>
                  <a:lnTo>
                    <a:pt x="316237" y="146674"/>
                  </a:lnTo>
                  <a:lnTo>
                    <a:pt x="276973" y="150677"/>
                  </a:lnTo>
                  <a:lnTo>
                    <a:pt x="235343" y="153961"/>
                  </a:lnTo>
                  <a:lnTo>
                    <a:pt x="190318" y="156666"/>
                  </a:lnTo>
                  <a:lnTo>
                    <a:pt x="142411" y="158870"/>
                  </a:lnTo>
                  <a:lnTo>
                    <a:pt x="94543" y="160588"/>
                  </a:lnTo>
                  <a:lnTo>
                    <a:pt x="52128" y="161805"/>
                  </a:lnTo>
                  <a:lnTo>
                    <a:pt x="21175" y="162531"/>
                  </a:lnTo>
                  <a:lnTo>
                    <a:pt x="4691" y="162853"/>
                  </a:lnTo>
                  <a:lnTo>
                    <a:pt x="0" y="162930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1404410" y="5007144"/>
              <a:ext cx="1353158" cy="1276291"/>
            </a:xfrm>
            <a:custGeom>
              <a:avLst/>
              <a:pathLst>
                <a:path w="1353158" h="1276291">
                  <a:moveTo>
                    <a:pt x="0" y="1276291"/>
                  </a:moveTo>
                  <a:lnTo>
                    <a:pt x="1518" y="1276110"/>
                  </a:lnTo>
                  <a:lnTo>
                    <a:pt x="10990" y="1274806"/>
                  </a:lnTo>
                  <a:lnTo>
                    <a:pt x="32840" y="1271257"/>
                  </a:lnTo>
                  <a:lnTo>
                    <a:pt x="66935" y="1264630"/>
                  </a:lnTo>
                  <a:lnTo>
                    <a:pt x="109343" y="1254588"/>
                  </a:lnTo>
                  <a:lnTo>
                    <a:pt x="154879" y="1241173"/>
                  </a:lnTo>
                  <a:lnTo>
                    <a:pt x="199530" y="1224464"/>
                  </a:lnTo>
                  <a:lnTo>
                    <a:pt x="241366" y="1204284"/>
                  </a:lnTo>
                  <a:lnTo>
                    <a:pt x="280246" y="1180069"/>
                  </a:lnTo>
                  <a:lnTo>
                    <a:pt x="317133" y="1150870"/>
                  </a:lnTo>
                  <a:lnTo>
                    <a:pt x="353504" y="1115474"/>
                  </a:lnTo>
                  <a:lnTo>
                    <a:pt x="390858" y="1072768"/>
                  </a:lnTo>
                  <a:lnTo>
                    <a:pt x="394671" y="1068101"/>
                  </a:lnTo>
                  <a:lnTo>
                    <a:pt x="420783" y="1034869"/>
                  </a:lnTo>
                  <a:lnTo>
                    <a:pt x="448065" y="998121"/>
                  </a:lnTo>
                  <a:lnTo>
                    <a:pt x="476684" y="957811"/>
                  </a:lnTo>
                  <a:lnTo>
                    <a:pt x="506707" y="914022"/>
                  </a:lnTo>
                  <a:lnTo>
                    <a:pt x="538104" y="866988"/>
                  </a:lnTo>
                  <a:lnTo>
                    <a:pt x="570751" y="817094"/>
                  </a:lnTo>
                  <a:lnTo>
                    <a:pt x="604436" y="764876"/>
                  </a:lnTo>
                  <a:lnTo>
                    <a:pt x="638870" y="711002"/>
                  </a:lnTo>
                  <a:lnTo>
                    <a:pt x="673709" y="656238"/>
                  </a:lnTo>
                  <a:lnTo>
                    <a:pt x="708579" y="601406"/>
                  </a:lnTo>
                  <a:lnTo>
                    <a:pt x="743104" y="547330"/>
                  </a:lnTo>
                  <a:lnTo>
                    <a:pt x="776933" y="494791"/>
                  </a:lnTo>
                  <a:lnTo>
                    <a:pt x="809768" y="444475"/>
                  </a:lnTo>
                  <a:lnTo>
                    <a:pt x="841382" y="396940"/>
                  </a:lnTo>
                  <a:lnTo>
                    <a:pt x="871635" y="352598"/>
                  </a:lnTo>
                  <a:lnTo>
                    <a:pt x="900483" y="311706"/>
                  </a:lnTo>
                  <a:lnTo>
                    <a:pt x="927976" y="274372"/>
                  </a:lnTo>
                  <a:lnTo>
                    <a:pt x="954265" y="240570"/>
                  </a:lnTo>
                  <a:lnTo>
                    <a:pt x="958487" y="235344"/>
                  </a:lnTo>
                  <a:lnTo>
                    <a:pt x="996005" y="191876"/>
                  </a:lnTo>
                  <a:lnTo>
                    <a:pt x="1032410" y="155797"/>
                  </a:lnTo>
                  <a:lnTo>
                    <a:pt x="1069176" y="126038"/>
                  </a:lnTo>
                  <a:lnTo>
                    <a:pt x="1107802" y="101376"/>
                  </a:lnTo>
                  <a:lnTo>
                    <a:pt x="1149328" y="80827"/>
                  </a:lnTo>
                  <a:lnTo>
                    <a:pt x="1193751" y="63786"/>
                  </a:lnTo>
                  <a:lnTo>
                    <a:pt x="1239347" y="50042"/>
                  </a:lnTo>
                  <a:lnTo>
                    <a:pt x="1282293" y="39660"/>
                  </a:lnTo>
                  <a:lnTo>
                    <a:pt x="1317434" y="32700"/>
                  </a:lnTo>
                  <a:lnTo>
                    <a:pt x="1340584" y="28875"/>
                  </a:lnTo>
                  <a:lnTo>
                    <a:pt x="1351159" y="2739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39" y="181"/>
                  </a:lnTo>
                  <a:lnTo>
                    <a:pt x="1342167" y="1485"/>
                  </a:lnTo>
                  <a:lnTo>
                    <a:pt x="1320317" y="5033"/>
                  </a:lnTo>
                  <a:lnTo>
                    <a:pt x="1286222" y="11660"/>
                  </a:lnTo>
                  <a:lnTo>
                    <a:pt x="1243815" y="21702"/>
                  </a:lnTo>
                  <a:lnTo>
                    <a:pt x="1198278" y="35117"/>
                  </a:lnTo>
                  <a:lnTo>
                    <a:pt x="1153627" y="51826"/>
                  </a:lnTo>
                  <a:lnTo>
                    <a:pt x="1111791" y="72006"/>
                  </a:lnTo>
                  <a:lnTo>
                    <a:pt x="1072911" y="96221"/>
                  </a:lnTo>
                  <a:lnTo>
                    <a:pt x="1036024" y="125420"/>
                  </a:lnTo>
                  <a:lnTo>
                    <a:pt x="999653" y="160816"/>
                  </a:lnTo>
                  <a:lnTo>
                    <a:pt x="962299" y="203522"/>
                  </a:lnTo>
                  <a:lnTo>
                    <a:pt x="958487" y="208189"/>
                  </a:lnTo>
                  <a:lnTo>
                    <a:pt x="932374" y="241421"/>
                  </a:lnTo>
                  <a:lnTo>
                    <a:pt x="905092" y="278169"/>
                  </a:lnTo>
                  <a:lnTo>
                    <a:pt x="876473" y="318480"/>
                  </a:lnTo>
                  <a:lnTo>
                    <a:pt x="846450" y="362268"/>
                  </a:lnTo>
                  <a:lnTo>
                    <a:pt x="815053" y="409302"/>
                  </a:lnTo>
                  <a:lnTo>
                    <a:pt x="782406" y="459196"/>
                  </a:lnTo>
                  <a:lnTo>
                    <a:pt x="748721" y="511414"/>
                  </a:lnTo>
                  <a:lnTo>
                    <a:pt x="714288" y="565288"/>
                  </a:lnTo>
                  <a:lnTo>
                    <a:pt x="679448" y="620052"/>
                  </a:lnTo>
                  <a:lnTo>
                    <a:pt x="644578" y="674885"/>
                  </a:lnTo>
                  <a:lnTo>
                    <a:pt x="610053" y="728960"/>
                  </a:lnTo>
                  <a:lnTo>
                    <a:pt x="576224" y="781499"/>
                  </a:lnTo>
                  <a:lnTo>
                    <a:pt x="543389" y="831816"/>
                  </a:lnTo>
                  <a:lnTo>
                    <a:pt x="511775" y="879351"/>
                  </a:lnTo>
                  <a:lnTo>
                    <a:pt x="481522" y="923692"/>
                  </a:lnTo>
                  <a:lnTo>
                    <a:pt x="452675" y="964584"/>
                  </a:lnTo>
                  <a:lnTo>
                    <a:pt x="425181" y="1001918"/>
                  </a:lnTo>
                  <a:lnTo>
                    <a:pt x="398892" y="1035720"/>
                  </a:lnTo>
                  <a:lnTo>
                    <a:pt x="394671" y="1040946"/>
                  </a:lnTo>
                  <a:lnTo>
                    <a:pt x="357152" y="1084415"/>
                  </a:lnTo>
                  <a:lnTo>
                    <a:pt x="320747" y="1120494"/>
                  </a:lnTo>
                  <a:lnTo>
                    <a:pt x="283981" y="1150253"/>
                  </a:lnTo>
                  <a:lnTo>
                    <a:pt x="245355" y="1174915"/>
                  </a:lnTo>
                  <a:lnTo>
                    <a:pt x="203829" y="1195464"/>
                  </a:lnTo>
                  <a:lnTo>
                    <a:pt x="159406" y="1212504"/>
                  </a:lnTo>
                  <a:lnTo>
                    <a:pt x="113811" y="1226248"/>
                  </a:lnTo>
                  <a:lnTo>
                    <a:pt x="70864" y="1236631"/>
                  </a:lnTo>
                  <a:lnTo>
                    <a:pt x="35723" y="1243591"/>
                  </a:lnTo>
                  <a:lnTo>
                    <a:pt x="12574" y="1247415"/>
                  </a:lnTo>
                  <a:lnTo>
                    <a:pt x="1998" y="1248894"/>
                  </a:lnTo>
                  <a:lnTo>
                    <a:pt x="0" y="124913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1404410" y="5034299"/>
              <a:ext cx="1353158" cy="1276291"/>
            </a:xfrm>
            <a:custGeom>
              <a:avLst/>
              <a:pathLst>
                <a:path w="1353158" h="1276291">
                  <a:moveTo>
                    <a:pt x="0" y="1276291"/>
                  </a:moveTo>
                  <a:lnTo>
                    <a:pt x="1518" y="1276110"/>
                  </a:lnTo>
                  <a:lnTo>
                    <a:pt x="10990" y="1274806"/>
                  </a:lnTo>
                  <a:lnTo>
                    <a:pt x="32840" y="1271257"/>
                  </a:lnTo>
                  <a:lnTo>
                    <a:pt x="66935" y="1264630"/>
                  </a:lnTo>
                  <a:lnTo>
                    <a:pt x="109343" y="1254588"/>
                  </a:lnTo>
                  <a:lnTo>
                    <a:pt x="154879" y="1241173"/>
                  </a:lnTo>
                  <a:lnTo>
                    <a:pt x="199530" y="1224464"/>
                  </a:lnTo>
                  <a:lnTo>
                    <a:pt x="241366" y="1204284"/>
                  </a:lnTo>
                  <a:lnTo>
                    <a:pt x="280246" y="1180069"/>
                  </a:lnTo>
                  <a:lnTo>
                    <a:pt x="317133" y="1150870"/>
                  </a:lnTo>
                  <a:lnTo>
                    <a:pt x="353504" y="1115474"/>
                  </a:lnTo>
                  <a:lnTo>
                    <a:pt x="390858" y="1072768"/>
                  </a:lnTo>
                  <a:lnTo>
                    <a:pt x="394671" y="1068101"/>
                  </a:lnTo>
                  <a:lnTo>
                    <a:pt x="420783" y="1034869"/>
                  </a:lnTo>
                  <a:lnTo>
                    <a:pt x="448065" y="998121"/>
                  </a:lnTo>
                  <a:lnTo>
                    <a:pt x="476684" y="957811"/>
                  </a:lnTo>
                  <a:lnTo>
                    <a:pt x="506707" y="914022"/>
                  </a:lnTo>
                  <a:lnTo>
                    <a:pt x="538104" y="866988"/>
                  </a:lnTo>
                  <a:lnTo>
                    <a:pt x="570751" y="817094"/>
                  </a:lnTo>
                  <a:lnTo>
                    <a:pt x="604436" y="764876"/>
                  </a:lnTo>
                  <a:lnTo>
                    <a:pt x="638870" y="711002"/>
                  </a:lnTo>
                  <a:lnTo>
                    <a:pt x="673709" y="656238"/>
                  </a:lnTo>
                  <a:lnTo>
                    <a:pt x="708579" y="601406"/>
                  </a:lnTo>
                  <a:lnTo>
                    <a:pt x="743104" y="547330"/>
                  </a:lnTo>
                  <a:lnTo>
                    <a:pt x="776933" y="494791"/>
                  </a:lnTo>
                  <a:lnTo>
                    <a:pt x="809768" y="444475"/>
                  </a:lnTo>
                  <a:lnTo>
                    <a:pt x="841382" y="396940"/>
                  </a:lnTo>
                  <a:lnTo>
                    <a:pt x="871635" y="352598"/>
                  </a:lnTo>
                  <a:lnTo>
                    <a:pt x="900483" y="311706"/>
                  </a:lnTo>
                  <a:lnTo>
                    <a:pt x="927976" y="274372"/>
                  </a:lnTo>
                  <a:lnTo>
                    <a:pt x="954265" y="240570"/>
                  </a:lnTo>
                  <a:lnTo>
                    <a:pt x="958487" y="235344"/>
                  </a:lnTo>
                  <a:lnTo>
                    <a:pt x="996005" y="191876"/>
                  </a:lnTo>
                  <a:lnTo>
                    <a:pt x="1032410" y="155797"/>
                  </a:lnTo>
                  <a:lnTo>
                    <a:pt x="1069176" y="126038"/>
                  </a:lnTo>
                  <a:lnTo>
                    <a:pt x="1107802" y="101376"/>
                  </a:lnTo>
                  <a:lnTo>
                    <a:pt x="1149328" y="80827"/>
                  </a:lnTo>
                  <a:lnTo>
                    <a:pt x="1193751" y="63786"/>
                  </a:lnTo>
                  <a:lnTo>
                    <a:pt x="1239347" y="50042"/>
                  </a:lnTo>
                  <a:lnTo>
                    <a:pt x="1282293" y="39660"/>
                  </a:lnTo>
                  <a:lnTo>
                    <a:pt x="1317434" y="32700"/>
                  </a:lnTo>
                  <a:lnTo>
                    <a:pt x="1340584" y="28875"/>
                  </a:lnTo>
                  <a:lnTo>
                    <a:pt x="1351159" y="2739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39" y="181"/>
                  </a:lnTo>
                  <a:lnTo>
                    <a:pt x="1342167" y="1485"/>
                  </a:lnTo>
                  <a:lnTo>
                    <a:pt x="1320317" y="5033"/>
                  </a:lnTo>
                  <a:lnTo>
                    <a:pt x="1286222" y="11660"/>
                  </a:lnTo>
                  <a:lnTo>
                    <a:pt x="1243815" y="21702"/>
                  </a:lnTo>
                  <a:lnTo>
                    <a:pt x="1198278" y="35117"/>
                  </a:lnTo>
                  <a:lnTo>
                    <a:pt x="1153627" y="51826"/>
                  </a:lnTo>
                  <a:lnTo>
                    <a:pt x="1111791" y="72006"/>
                  </a:lnTo>
                  <a:lnTo>
                    <a:pt x="1072911" y="96221"/>
                  </a:lnTo>
                  <a:lnTo>
                    <a:pt x="1036024" y="125420"/>
                  </a:lnTo>
                  <a:lnTo>
                    <a:pt x="999653" y="160816"/>
                  </a:lnTo>
                  <a:lnTo>
                    <a:pt x="962299" y="203522"/>
                  </a:lnTo>
                  <a:lnTo>
                    <a:pt x="958487" y="208189"/>
                  </a:lnTo>
                  <a:lnTo>
                    <a:pt x="932374" y="241421"/>
                  </a:lnTo>
                  <a:lnTo>
                    <a:pt x="905092" y="278169"/>
                  </a:lnTo>
                  <a:lnTo>
                    <a:pt x="876473" y="318480"/>
                  </a:lnTo>
                  <a:lnTo>
                    <a:pt x="846450" y="362268"/>
                  </a:lnTo>
                  <a:lnTo>
                    <a:pt x="815053" y="409302"/>
                  </a:lnTo>
                  <a:lnTo>
                    <a:pt x="782406" y="459196"/>
                  </a:lnTo>
                  <a:lnTo>
                    <a:pt x="748721" y="511414"/>
                  </a:lnTo>
                  <a:lnTo>
                    <a:pt x="714288" y="565288"/>
                  </a:lnTo>
                  <a:lnTo>
                    <a:pt x="679448" y="620052"/>
                  </a:lnTo>
                  <a:lnTo>
                    <a:pt x="644578" y="674885"/>
                  </a:lnTo>
                  <a:lnTo>
                    <a:pt x="610053" y="728960"/>
                  </a:lnTo>
                  <a:lnTo>
                    <a:pt x="576224" y="781499"/>
                  </a:lnTo>
                  <a:lnTo>
                    <a:pt x="543389" y="831816"/>
                  </a:lnTo>
                  <a:lnTo>
                    <a:pt x="511775" y="879351"/>
                  </a:lnTo>
                  <a:lnTo>
                    <a:pt x="481522" y="923692"/>
                  </a:lnTo>
                  <a:lnTo>
                    <a:pt x="452675" y="964584"/>
                  </a:lnTo>
                  <a:lnTo>
                    <a:pt x="425181" y="1001918"/>
                  </a:lnTo>
                  <a:lnTo>
                    <a:pt x="398892" y="1035720"/>
                  </a:lnTo>
                  <a:lnTo>
                    <a:pt x="394671" y="1040946"/>
                  </a:lnTo>
                  <a:lnTo>
                    <a:pt x="357152" y="1084415"/>
                  </a:lnTo>
                  <a:lnTo>
                    <a:pt x="320747" y="1120494"/>
                  </a:lnTo>
                  <a:lnTo>
                    <a:pt x="283981" y="1150253"/>
                  </a:lnTo>
                  <a:lnTo>
                    <a:pt x="245355" y="1174915"/>
                  </a:lnTo>
                  <a:lnTo>
                    <a:pt x="203829" y="1195464"/>
                  </a:lnTo>
                  <a:lnTo>
                    <a:pt x="159406" y="1212504"/>
                  </a:lnTo>
                  <a:lnTo>
                    <a:pt x="113811" y="1226248"/>
                  </a:lnTo>
                  <a:lnTo>
                    <a:pt x="70864" y="1236631"/>
                  </a:lnTo>
                  <a:lnTo>
                    <a:pt x="35723" y="1243591"/>
                  </a:lnTo>
                  <a:lnTo>
                    <a:pt x="12574" y="1247415"/>
                  </a:lnTo>
                  <a:lnTo>
                    <a:pt x="1998" y="1248894"/>
                  </a:lnTo>
                  <a:lnTo>
                    <a:pt x="0" y="1249136"/>
                  </a:lnTo>
                  <a:close/>
                </a:path>
              </a:pathLst>
            </a:custGeom>
            <a:solidFill>
              <a:srgbClr val="FFC107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1404410" y="6364900"/>
              <a:ext cx="1353158" cy="54310"/>
            </a:xfrm>
            <a:custGeom>
              <a:avLst/>
              <a:pathLst>
                <a:path w="1353158" h="54310">
                  <a:moveTo>
                    <a:pt x="0" y="54310"/>
                  </a:moveTo>
                  <a:lnTo>
                    <a:pt x="1814" y="54305"/>
                  </a:lnTo>
                  <a:lnTo>
                    <a:pt x="13027" y="54271"/>
                  </a:lnTo>
                  <a:lnTo>
                    <a:pt x="38449" y="54179"/>
                  </a:lnTo>
                  <a:lnTo>
                    <a:pt x="77087" y="54008"/>
                  </a:lnTo>
                  <a:lnTo>
                    <a:pt x="123637" y="53754"/>
                  </a:lnTo>
                  <a:lnTo>
                    <a:pt x="172082" y="53417"/>
                  </a:lnTo>
                  <a:lnTo>
                    <a:pt x="218446" y="52999"/>
                  </a:lnTo>
                  <a:lnTo>
                    <a:pt x="261371" y="52490"/>
                  </a:lnTo>
                  <a:lnTo>
                    <a:pt x="301404" y="51871"/>
                  </a:lnTo>
                  <a:lnTo>
                    <a:pt x="340102" y="51114"/>
                  </a:lnTo>
                  <a:lnTo>
                    <a:pt x="379320" y="50185"/>
                  </a:lnTo>
                  <a:lnTo>
                    <a:pt x="394671" y="49784"/>
                  </a:lnTo>
                  <a:lnTo>
                    <a:pt x="429787" y="48802"/>
                  </a:lnTo>
                  <a:lnTo>
                    <a:pt x="467097" y="47684"/>
                  </a:lnTo>
                  <a:lnTo>
                    <a:pt x="506879" y="46429"/>
                  </a:lnTo>
                  <a:lnTo>
                    <a:pt x="549099" y="45049"/>
                  </a:lnTo>
                  <a:lnTo>
                    <a:pt x="593425" y="43565"/>
                  </a:lnTo>
                  <a:lnTo>
                    <a:pt x="639259" y="42008"/>
                  </a:lnTo>
                  <a:lnTo>
                    <a:pt x="685804" y="40417"/>
                  </a:lnTo>
                  <a:lnTo>
                    <a:pt x="732172" y="38834"/>
                  </a:lnTo>
                  <a:lnTo>
                    <a:pt x="777495" y="37302"/>
                  </a:lnTo>
                  <a:lnTo>
                    <a:pt x="821045" y="35856"/>
                  </a:lnTo>
                  <a:lnTo>
                    <a:pt x="862324" y="34523"/>
                  </a:lnTo>
                  <a:lnTo>
                    <a:pt x="901114" y="33321"/>
                  </a:lnTo>
                  <a:lnTo>
                    <a:pt x="937505" y="32257"/>
                  </a:lnTo>
                  <a:lnTo>
                    <a:pt x="958487" y="31680"/>
                  </a:lnTo>
                  <a:lnTo>
                    <a:pt x="998328" y="30681"/>
                  </a:lnTo>
                  <a:lnTo>
                    <a:pt x="1037009" y="29862"/>
                  </a:lnTo>
                  <a:lnTo>
                    <a:pt x="1076322" y="29195"/>
                  </a:lnTo>
                  <a:lnTo>
                    <a:pt x="1118013" y="28647"/>
                  </a:lnTo>
                  <a:lnTo>
                    <a:pt x="1163107" y="28196"/>
                  </a:lnTo>
                  <a:lnTo>
                    <a:pt x="1211081" y="27829"/>
                  </a:lnTo>
                  <a:lnTo>
                    <a:pt x="1258986" y="27543"/>
                  </a:lnTo>
                  <a:lnTo>
                    <a:pt x="1301373" y="27341"/>
                  </a:lnTo>
                  <a:lnTo>
                    <a:pt x="1332228" y="27220"/>
                  </a:lnTo>
                  <a:lnTo>
                    <a:pt x="1348576" y="27167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343" y="4"/>
                  </a:lnTo>
                  <a:lnTo>
                    <a:pt x="1340130" y="38"/>
                  </a:lnTo>
                  <a:lnTo>
                    <a:pt x="1314708" y="131"/>
                  </a:lnTo>
                  <a:lnTo>
                    <a:pt x="1276070" y="301"/>
                  </a:lnTo>
                  <a:lnTo>
                    <a:pt x="1229520" y="556"/>
                  </a:lnTo>
                  <a:lnTo>
                    <a:pt x="1181075" y="892"/>
                  </a:lnTo>
                  <a:lnTo>
                    <a:pt x="1134711" y="1311"/>
                  </a:lnTo>
                  <a:lnTo>
                    <a:pt x="1091787" y="1819"/>
                  </a:lnTo>
                  <a:lnTo>
                    <a:pt x="1051753" y="2438"/>
                  </a:lnTo>
                  <a:lnTo>
                    <a:pt x="1013055" y="3195"/>
                  </a:lnTo>
                  <a:lnTo>
                    <a:pt x="973838" y="4124"/>
                  </a:lnTo>
                  <a:lnTo>
                    <a:pt x="958487" y="4525"/>
                  </a:lnTo>
                  <a:lnTo>
                    <a:pt x="923370" y="5507"/>
                  </a:lnTo>
                  <a:lnTo>
                    <a:pt x="886060" y="6626"/>
                  </a:lnTo>
                  <a:lnTo>
                    <a:pt x="846278" y="7880"/>
                  </a:lnTo>
                  <a:lnTo>
                    <a:pt x="804058" y="9261"/>
                  </a:lnTo>
                  <a:lnTo>
                    <a:pt x="759732" y="10745"/>
                  </a:lnTo>
                  <a:lnTo>
                    <a:pt x="713898" y="12302"/>
                  </a:lnTo>
                  <a:lnTo>
                    <a:pt x="667353" y="13893"/>
                  </a:lnTo>
                  <a:lnTo>
                    <a:pt x="620985" y="15475"/>
                  </a:lnTo>
                  <a:lnTo>
                    <a:pt x="575662" y="17007"/>
                  </a:lnTo>
                  <a:lnTo>
                    <a:pt x="532112" y="18454"/>
                  </a:lnTo>
                  <a:lnTo>
                    <a:pt x="490833" y="19786"/>
                  </a:lnTo>
                  <a:lnTo>
                    <a:pt x="452043" y="20988"/>
                  </a:lnTo>
                  <a:lnTo>
                    <a:pt x="415652" y="22052"/>
                  </a:lnTo>
                  <a:lnTo>
                    <a:pt x="394671" y="22629"/>
                  </a:lnTo>
                  <a:lnTo>
                    <a:pt x="354830" y="23628"/>
                  </a:lnTo>
                  <a:lnTo>
                    <a:pt x="316148" y="24447"/>
                  </a:lnTo>
                  <a:lnTo>
                    <a:pt x="276835" y="25115"/>
                  </a:lnTo>
                  <a:lnTo>
                    <a:pt x="235144" y="25662"/>
                  </a:lnTo>
                  <a:lnTo>
                    <a:pt x="190050" y="26113"/>
                  </a:lnTo>
                  <a:lnTo>
                    <a:pt x="142076" y="26480"/>
                  </a:lnTo>
                  <a:lnTo>
                    <a:pt x="94171" y="26766"/>
                  </a:lnTo>
                  <a:lnTo>
                    <a:pt x="51784" y="26969"/>
                  </a:lnTo>
                  <a:lnTo>
                    <a:pt x="20930" y="27089"/>
                  </a:lnTo>
                  <a:lnTo>
                    <a:pt x="4581" y="27142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1404410" y="5061454"/>
              <a:ext cx="1353158" cy="1330601"/>
            </a:xfrm>
            <a:custGeom>
              <a:avLst/>
              <a:pathLst>
                <a:path w="1353158" h="1330601">
                  <a:moveTo>
                    <a:pt x="0" y="1330601"/>
                  </a:moveTo>
                  <a:lnTo>
                    <a:pt x="1497" y="1330415"/>
                  </a:lnTo>
                  <a:lnTo>
                    <a:pt x="10844" y="1329074"/>
                  </a:lnTo>
                  <a:lnTo>
                    <a:pt x="32434" y="1325423"/>
                  </a:lnTo>
                  <a:lnTo>
                    <a:pt x="66189" y="1318599"/>
                  </a:lnTo>
                  <a:lnTo>
                    <a:pt x="108273" y="1308247"/>
                  </a:lnTo>
                  <a:lnTo>
                    <a:pt x="153572" y="1294406"/>
                  </a:lnTo>
                  <a:lnTo>
                    <a:pt x="198077" y="1277160"/>
                  </a:lnTo>
                  <a:lnTo>
                    <a:pt x="239825" y="1256341"/>
                  </a:lnTo>
                  <a:lnTo>
                    <a:pt x="278625" y="1231381"/>
                  </a:lnTo>
                  <a:lnTo>
                    <a:pt x="315396" y="1201319"/>
                  </a:lnTo>
                  <a:lnTo>
                    <a:pt x="351580" y="1164916"/>
                  </a:lnTo>
                  <a:lnTo>
                    <a:pt x="388669" y="1121002"/>
                  </a:lnTo>
                  <a:lnTo>
                    <a:pt x="394671" y="1113360"/>
                  </a:lnTo>
                  <a:lnTo>
                    <a:pt x="420392" y="1079218"/>
                  </a:lnTo>
                  <a:lnTo>
                    <a:pt x="447246" y="1041516"/>
                  </a:lnTo>
                  <a:lnTo>
                    <a:pt x="475394" y="1000203"/>
                  </a:lnTo>
                  <a:lnTo>
                    <a:pt x="504906" y="955361"/>
                  </a:lnTo>
                  <a:lnTo>
                    <a:pt x="535756" y="907211"/>
                  </a:lnTo>
                  <a:lnTo>
                    <a:pt x="567831" y="856130"/>
                  </a:lnTo>
                  <a:lnTo>
                    <a:pt x="600936" y="802641"/>
                  </a:lnTo>
                  <a:lnTo>
                    <a:pt x="634799" y="747399"/>
                  </a:lnTo>
                  <a:lnTo>
                    <a:pt x="669097" y="691160"/>
                  </a:lnTo>
                  <a:lnTo>
                    <a:pt x="703474" y="634741"/>
                  </a:lnTo>
                  <a:lnTo>
                    <a:pt x="737569" y="578968"/>
                  </a:lnTo>
                  <a:lnTo>
                    <a:pt x="771040" y="524629"/>
                  </a:lnTo>
                  <a:lnTo>
                    <a:pt x="803592" y="472428"/>
                  </a:lnTo>
                  <a:lnTo>
                    <a:pt x="834994" y="422948"/>
                  </a:lnTo>
                  <a:lnTo>
                    <a:pt x="865096" y="376631"/>
                  </a:lnTo>
                  <a:lnTo>
                    <a:pt x="893834" y="333765"/>
                  </a:lnTo>
                  <a:lnTo>
                    <a:pt x="921237" y="294492"/>
                  </a:lnTo>
                  <a:lnTo>
                    <a:pt x="947425" y="258815"/>
                  </a:lnTo>
                  <a:lnTo>
                    <a:pt x="958487" y="244396"/>
                  </a:lnTo>
                  <a:lnTo>
                    <a:pt x="995830" y="199235"/>
                  </a:lnTo>
                  <a:lnTo>
                    <a:pt x="1032063" y="161716"/>
                  </a:lnTo>
                  <a:lnTo>
                    <a:pt x="1068639" y="130742"/>
                  </a:lnTo>
                  <a:lnTo>
                    <a:pt x="1107039" y="105052"/>
                  </a:lnTo>
                  <a:lnTo>
                    <a:pt x="1148299" y="83628"/>
                  </a:lnTo>
                  <a:lnTo>
                    <a:pt x="1192448" y="65840"/>
                  </a:lnTo>
                  <a:lnTo>
                    <a:pt x="1237838" y="51461"/>
                  </a:lnTo>
                  <a:lnTo>
                    <a:pt x="1280761" y="40552"/>
                  </a:lnTo>
                  <a:lnTo>
                    <a:pt x="1316150" y="33182"/>
                  </a:lnTo>
                  <a:lnTo>
                    <a:pt x="1339777" y="29076"/>
                  </a:lnTo>
                  <a:lnTo>
                    <a:pt x="1350870" y="27445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660" y="186"/>
                  </a:lnTo>
                  <a:lnTo>
                    <a:pt x="1342313" y="1527"/>
                  </a:lnTo>
                  <a:lnTo>
                    <a:pt x="1320723" y="5178"/>
                  </a:lnTo>
                  <a:lnTo>
                    <a:pt x="1286968" y="12002"/>
                  </a:lnTo>
                  <a:lnTo>
                    <a:pt x="1244884" y="22354"/>
                  </a:lnTo>
                  <a:lnTo>
                    <a:pt x="1199586" y="36195"/>
                  </a:lnTo>
                  <a:lnTo>
                    <a:pt x="1155080" y="53440"/>
                  </a:lnTo>
                  <a:lnTo>
                    <a:pt x="1113332" y="74260"/>
                  </a:lnTo>
                  <a:lnTo>
                    <a:pt x="1074532" y="99220"/>
                  </a:lnTo>
                  <a:lnTo>
                    <a:pt x="1037762" y="129281"/>
                  </a:lnTo>
                  <a:lnTo>
                    <a:pt x="1001577" y="165685"/>
                  </a:lnTo>
                  <a:lnTo>
                    <a:pt x="964488" y="209598"/>
                  </a:lnTo>
                  <a:lnTo>
                    <a:pt x="958487" y="217241"/>
                  </a:lnTo>
                  <a:lnTo>
                    <a:pt x="932765" y="251383"/>
                  </a:lnTo>
                  <a:lnTo>
                    <a:pt x="905911" y="289085"/>
                  </a:lnTo>
                  <a:lnTo>
                    <a:pt x="877763" y="330397"/>
                  </a:lnTo>
                  <a:lnTo>
                    <a:pt x="848252" y="375240"/>
                  </a:lnTo>
                  <a:lnTo>
                    <a:pt x="817401" y="423389"/>
                  </a:lnTo>
                  <a:lnTo>
                    <a:pt x="785326" y="474470"/>
                  </a:lnTo>
                  <a:lnTo>
                    <a:pt x="752222" y="527960"/>
                  </a:lnTo>
                  <a:lnTo>
                    <a:pt x="718358" y="583202"/>
                  </a:lnTo>
                  <a:lnTo>
                    <a:pt x="684060" y="639441"/>
                  </a:lnTo>
                  <a:lnTo>
                    <a:pt x="649683" y="695860"/>
                  </a:lnTo>
                  <a:lnTo>
                    <a:pt x="615588" y="751633"/>
                  </a:lnTo>
                  <a:lnTo>
                    <a:pt x="582117" y="805972"/>
                  </a:lnTo>
                  <a:lnTo>
                    <a:pt x="549565" y="858173"/>
                  </a:lnTo>
                  <a:lnTo>
                    <a:pt x="518163" y="907652"/>
                  </a:lnTo>
                  <a:lnTo>
                    <a:pt x="488061" y="953970"/>
                  </a:lnTo>
                  <a:lnTo>
                    <a:pt x="459323" y="996835"/>
                  </a:lnTo>
                  <a:lnTo>
                    <a:pt x="431920" y="1036109"/>
                  </a:lnTo>
                  <a:lnTo>
                    <a:pt x="405732" y="1071786"/>
                  </a:lnTo>
                  <a:lnTo>
                    <a:pt x="394671" y="1086205"/>
                  </a:lnTo>
                  <a:lnTo>
                    <a:pt x="357327" y="1131365"/>
                  </a:lnTo>
                  <a:lnTo>
                    <a:pt x="321094" y="1168884"/>
                  </a:lnTo>
                  <a:lnTo>
                    <a:pt x="284518" y="1199859"/>
                  </a:lnTo>
                  <a:lnTo>
                    <a:pt x="246118" y="1225549"/>
                  </a:lnTo>
                  <a:lnTo>
                    <a:pt x="204858" y="1246973"/>
                  </a:lnTo>
                  <a:lnTo>
                    <a:pt x="160709" y="1264760"/>
                  </a:lnTo>
                  <a:lnTo>
                    <a:pt x="115319" y="1279140"/>
                  </a:lnTo>
                  <a:lnTo>
                    <a:pt x="72396" y="1290049"/>
                  </a:lnTo>
                  <a:lnTo>
                    <a:pt x="37008" y="1297419"/>
                  </a:lnTo>
                  <a:lnTo>
                    <a:pt x="13380" y="1301524"/>
                  </a:lnTo>
                  <a:lnTo>
                    <a:pt x="2288" y="1303156"/>
                  </a:lnTo>
                  <a:lnTo>
                    <a:pt x="0" y="1303446"/>
                  </a:lnTo>
                  <a:close/>
                </a:path>
              </a:pathLst>
            </a:custGeom>
            <a:solidFill>
              <a:srgbClr val="FF9800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1404410" y="5767487"/>
              <a:ext cx="1353158" cy="678878"/>
            </a:xfrm>
            <a:custGeom>
              <a:avLst/>
              <a:pathLst>
                <a:path w="1353158" h="678878">
                  <a:moveTo>
                    <a:pt x="0" y="678878"/>
                  </a:moveTo>
                  <a:lnTo>
                    <a:pt x="1720" y="678770"/>
                  </a:lnTo>
                  <a:lnTo>
                    <a:pt x="12387" y="677995"/>
                  </a:lnTo>
                  <a:lnTo>
                    <a:pt x="36700" y="675893"/>
                  </a:lnTo>
                  <a:lnTo>
                    <a:pt x="73954" y="672001"/>
                  </a:lnTo>
                  <a:lnTo>
                    <a:pt x="119277" y="666161"/>
                  </a:lnTo>
                  <a:lnTo>
                    <a:pt x="166887" y="658418"/>
                  </a:lnTo>
                  <a:lnTo>
                    <a:pt x="212770" y="648793"/>
                  </a:lnTo>
                  <a:lnTo>
                    <a:pt x="255377" y="637117"/>
                  </a:lnTo>
                  <a:lnTo>
                    <a:pt x="295037" y="622978"/>
                  </a:lnTo>
                  <a:lnTo>
                    <a:pt x="333130" y="605741"/>
                  </a:lnTo>
                  <a:lnTo>
                    <a:pt x="371408" y="584675"/>
                  </a:lnTo>
                  <a:lnTo>
                    <a:pt x="394671" y="570257"/>
                  </a:lnTo>
                  <a:lnTo>
                    <a:pt x="425833" y="549444"/>
                  </a:lnTo>
                  <a:lnTo>
                    <a:pt x="458699" y="526029"/>
                  </a:lnTo>
                  <a:lnTo>
                    <a:pt x="493501" y="500003"/>
                  </a:lnTo>
                  <a:lnTo>
                    <a:pt x="530275" y="471500"/>
                  </a:lnTo>
                  <a:lnTo>
                    <a:pt x="568866" y="440812"/>
                  </a:lnTo>
                  <a:lnTo>
                    <a:pt x="608938" y="408389"/>
                  </a:lnTo>
                  <a:lnTo>
                    <a:pt x="650007" y="374819"/>
                  </a:lnTo>
                  <a:lnTo>
                    <a:pt x="691480" y="340786"/>
                  </a:lnTo>
                  <a:lnTo>
                    <a:pt x="732725" y="307013"/>
                  </a:lnTo>
                  <a:lnTo>
                    <a:pt x="773133" y="274202"/>
                  </a:lnTo>
                  <a:lnTo>
                    <a:pt x="812183" y="242974"/>
                  </a:lnTo>
                  <a:lnTo>
                    <a:pt x="849492" y="213819"/>
                  </a:lnTo>
                  <a:lnTo>
                    <a:pt x="884854" y="187075"/>
                  </a:lnTo>
                  <a:lnTo>
                    <a:pt x="918251" y="162919"/>
                  </a:lnTo>
                  <a:lnTo>
                    <a:pt x="949858" y="141381"/>
                  </a:lnTo>
                  <a:lnTo>
                    <a:pt x="958487" y="135775"/>
                  </a:lnTo>
                  <a:lnTo>
                    <a:pt x="997623" y="112188"/>
                  </a:lnTo>
                  <a:lnTo>
                    <a:pt x="1035613" y="92781"/>
                  </a:lnTo>
                  <a:lnTo>
                    <a:pt x="1074146" y="76905"/>
                  </a:lnTo>
                  <a:lnTo>
                    <a:pt x="1114894" y="63845"/>
                  </a:lnTo>
                  <a:lnTo>
                    <a:pt x="1158895" y="53048"/>
                  </a:lnTo>
                  <a:lnTo>
                    <a:pt x="1205811" y="44204"/>
                  </a:lnTo>
                  <a:lnTo>
                    <a:pt x="1253105" y="37235"/>
                  </a:lnTo>
                  <a:lnTo>
                    <a:pt x="1295837" y="32197"/>
                  </a:lnTo>
                  <a:lnTo>
                    <a:pt x="1328184" y="29078"/>
                  </a:lnTo>
                  <a:lnTo>
                    <a:pt x="1346658" y="27594"/>
                  </a:lnTo>
                  <a:lnTo>
                    <a:pt x="1352792" y="27176"/>
                  </a:lnTo>
                  <a:lnTo>
                    <a:pt x="1353158" y="27155"/>
                  </a:lnTo>
                  <a:lnTo>
                    <a:pt x="1353158" y="0"/>
                  </a:lnTo>
                  <a:lnTo>
                    <a:pt x="1351437" y="107"/>
                  </a:lnTo>
                  <a:lnTo>
                    <a:pt x="1340770" y="883"/>
                  </a:lnTo>
                  <a:lnTo>
                    <a:pt x="1316457" y="2984"/>
                  </a:lnTo>
                  <a:lnTo>
                    <a:pt x="1279203" y="6876"/>
                  </a:lnTo>
                  <a:lnTo>
                    <a:pt x="1233881" y="12716"/>
                  </a:lnTo>
                  <a:lnTo>
                    <a:pt x="1186270" y="20459"/>
                  </a:lnTo>
                  <a:lnTo>
                    <a:pt x="1140387" y="30085"/>
                  </a:lnTo>
                  <a:lnTo>
                    <a:pt x="1097780" y="41760"/>
                  </a:lnTo>
                  <a:lnTo>
                    <a:pt x="1058120" y="55899"/>
                  </a:lnTo>
                  <a:lnTo>
                    <a:pt x="1020027" y="73137"/>
                  </a:lnTo>
                  <a:lnTo>
                    <a:pt x="981750" y="94203"/>
                  </a:lnTo>
                  <a:lnTo>
                    <a:pt x="958487" y="108620"/>
                  </a:lnTo>
                  <a:lnTo>
                    <a:pt x="927324" y="129433"/>
                  </a:lnTo>
                  <a:lnTo>
                    <a:pt x="894458" y="152848"/>
                  </a:lnTo>
                  <a:lnTo>
                    <a:pt x="859656" y="178875"/>
                  </a:lnTo>
                  <a:lnTo>
                    <a:pt x="822882" y="207378"/>
                  </a:lnTo>
                  <a:lnTo>
                    <a:pt x="784291" y="238066"/>
                  </a:lnTo>
                  <a:lnTo>
                    <a:pt x="744219" y="270488"/>
                  </a:lnTo>
                  <a:lnTo>
                    <a:pt x="703150" y="304058"/>
                  </a:lnTo>
                  <a:lnTo>
                    <a:pt x="661677" y="338092"/>
                  </a:lnTo>
                  <a:lnTo>
                    <a:pt x="620432" y="371865"/>
                  </a:lnTo>
                  <a:lnTo>
                    <a:pt x="580024" y="404675"/>
                  </a:lnTo>
                  <a:lnTo>
                    <a:pt x="540975" y="435903"/>
                  </a:lnTo>
                  <a:lnTo>
                    <a:pt x="503665" y="465058"/>
                  </a:lnTo>
                  <a:lnTo>
                    <a:pt x="468303" y="491803"/>
                  </a:lnTo>
                  <a:lnTo>
                    <a:pt x="434906" y="515958"/>
                  </a:lnTo>
                  <a:lnTo>
                    <a:pt x="403299" y="537496"/>
                  </a:lnTo>
                  <a:lnTo>
                    <a:pt x="394671" y="543102"/>
                  </a:lnTo>
                  <a:lnTo>
                    <a:pt x="355534" y="566689"/>
                  </a:lnTo>
                  <a:lnTo>
                    <a:pt x="317544" y="586096"/>
                  </a:lnTo>
                  <a:lnTo>
                    <a:pt x="279011" y="601972"/>
                  </a:lnTo>
                  <a:lnTo>
                    <a:pt x="238264" y="615032"/>
                  </a:lnTo>
                  <a:lnTo>
                    <a:pt x="194262" y="625829"/>
                  </a:lnTo>
                  <a:lnTo>
                    <a:pt x="147346" y="634673"/>
                  </a:lnTo>
                  <a:lnTo>
                    <a:pt x="100053" y="641642"/>
                  </a:lnTo>
                  <a:lnTo>
                    <a:pt x="57320" y="646680"/>
                  </a:lnTo>
                  <a:lnTo>
                    <a:pt x="24973" y="649799"/>
                  </a:lnTo>
                  <a:lnTo>
                    <a:pt x="6499" y="651284"/>
                  </a:lnTo>
                  <a:lnTo>
                    <a:pt x="365" y="651701"/>
                  </a:lnTo>
                  <a:lnTo>
                    <a:pt x="0" y="651723"/>
                  </a:lnTo>
                  <a:close/>
                </a:path>
              </a:pathLst>
            </a:custGeom>
            <a:solidFill>
              <a:srgbClr val="F44336">
                <a:alpha val="49803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727831" y="6419211"/>
              <a:ext cx="676579" cy="27155"/>
            </a:xfrm>
            <a:custGeom>
              <a:avLst/>
              <a:pathLst>
                <a:path w="676579" h="27155">
                  <a:moveTo>
                    <a:pt x="0" y="0"/>
                  </a:moveTo>
                  <a:lnTo>
                    <a:pt x="676579" y="0"/>
                  </a:lnTo>
                  <a:lnTo>
                    <a:pt x="676579" y="27155"/>
                  </a:lnTo>
                  <a:lnTo>
                    <a:pt x="0" y="27155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727831" y="6364900"/>
              <a:ext cx="676579" cy="54310"/>
            </a:xfrm>
            <a:custGeom>
              <a:avLst/>
              <a:pathLst>
                <a:path w="676579" h="54310">
                  <a:moveTo>
                    <a:pt x="0" y="0"/>
                  </a:moveTo>
                  <a:lnTo>
                    <a:pt x="676579" y="0"/>
                  </a:lnTo>
                  <a:lnTo>
                    <a:pt x="676579" y="54310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727831" y="6229125"/>
              <a:ext cx="676579" cy="135775"/>
            </a:xfrm>
            <a:custGeom>
              <a:avLst/>
              <a:pathLst>
                <a:path w="676579" h="135775">
                  <a:moveTo>
                    <a:pt x="0" y="0"/>
                  </a:moveTo>
                  <a:lnTo>
                    <a:pt x="676579" y="0"/>
                  </a:lnTo>
                  <a:lnTo>
                    <a:pt x="676579" y="135775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727831" y="5903263"/>
              <a:ext cx="676579" cy="325861"/>
            </a:xfrm>
            <a:custGeom>
              <a:avLst/>
              <a:pathLst>
                <a:path w="676579" h="325861">
                  <a:moveTo>
                    <a:pt x="0" y="0"/>
                  </a:moveTo>
                  <a:lnTo>
                    <a:pt x="676579" y="0"/>
                  </a:lnTo>
                  <a:lnTo>
                    <a:pt x="676579" y="325861"/>
                  </a:lnTo>
                  <a:lnTo>
                    <a:pt x="0" y="325861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727831" y="2237320"/>
              <a:ext cx="676579" cy="3665943"/>
            </a:xfrm>
            <a:custGeom>
              <a:avLst/>
              <a:pathLst>
                <a:path w="676579" h="3665943">
                  <a:moveTo>
                    <a:pt x="0" y="0"/>
                  </a:moveTo>
                  <a:lnTo>
                    <a:pt x="676579" y="0"/>
                  </a:lnTo>
                  <a:lnTo>
                    <a:pt x="676579" y="3665943"/>
                  </a:lnTo>
                  <a:lnTo>
                    <a:pt x="0" y="3665943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727831" y="2128699"/>
              <a:ext cx="676579" cy="108620"/>
            </a:xfrm>
            <a:custGeom>
              <a:avLst/>
              <a:pathLst>
                <a:path w="676579" h="108620">
                  <a:moveTo>
                    <a:pt x="0" y="0"/>
                  </a:moveTo>
                  <a:lnTo>
                    <a:pt x="676579" y="0"/>
                  </a:lnTo>
                  <a:lnTo>
                    <a:pt x="676579" y="108620"/>
                  </a:lnTo>
                  <a:lnTo>
                    <a:pt x="0" y="108620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2757568" y="6392055"/>
              <a:ext cx="676579" cy="54310"/>
            </a:xfrm>
            <a:custGeom>
              <a:avLst/>
              <a:pathLst>
                <a:path w="676579" h="54310">
                  <a:moveTo>
                    <a:pt x="0" y="0"/>
                  </a:moveTo>
                  <a:lnTo>
                    <a:pt x="676579" y="0"/>
                  </a:lnTo>
                  <a:lnTo>
                    <a:pt x="676579" y="54310"/>
                  </a:lnTo>
                  <a:lnTo>
                    <a:pt x="0" y="54310"/>
                  </a:lnTo>
                  <a:close/>
                </a:path>
              </a:pathLst>
            </a:cu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2757568" y="6201969"/>
              <a:ext cx="676579" cy="190085"/>
            </a:xfrm>
            <a:custGeom>
              <a:avLst/>
              <a:pathLst>
                <a:path w="676579" h="190085">
                  <a:moveTo>
                    <a:pt x="0" y="0"/>
                  </a:moveTo>
                  <a:lnTo>
                    <a:pt x="676579" y="0"/>
                  </a:lnTo>
                  <a:lnTo>
                    <a:pt x="676579" y="190085"/>
                  </a:lnTo>
                  <a:lnTo>
                    <a:pt x="0" y="190085"/>
                  </a:lnTo>
                  <a:close/>
                </a:path>
              </a:pathLst>
            </a:cu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2757568" y="5794642"/>
              <a:ext cx="676579" cy="407327"/>
            </a:xfrm>
            <a:custGeom>
              <a:avLst/>
              <a:pathLst>
                <a:path w="676579" h="407327">
                  <a:moveTo>
                    <a:pt x="0" y="0"/>
                  </a:moveTo>
                  <a:lnTo>
                    <a:pt x="676579" y="0"/>
                  </a:lnTo>
                  <a:lnTo>
                    <a:pt x="676579" y="407327"/>
                  </a:lnTo>
                  <a:lnTo>
                    <a:pt x="0" y="407327"/>
                  </a:lnTo>
                  <a:close/>
                </a:path>
              </a:pathLst>
            </a:cu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2757568" y="5088609"/>
              <a:ext cx="676579" cy="706033"/>
            </a:xfrm>
            <a:custGeom>
              <a:avLst/>
              <a:pathLst>
                <a:path w="676579" h="706033">
                  <a:moveTo>
                    <a:pt x="0" y="0"/>
                  </a:moveTo>
                  <a:lnTo>
                    <a:pt x="676579" y="0"/>
                  </a:lnTo>
                  <a:lnTo>
                    <a:pt x="676579" y="706033"/>
                  </a:lnTo>
                  <a:lnTo>
                    <a:pt x="0" y="706033"/>
                  </a:lnTo>
                  <a:close/>
                </a:path>
              </a:pathLst>
            </a:cu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2757568" y="2264475"/>
              <a:ext cx="676579" cy="2824133"/>
            </a:xfrm>
            <a:custGeom>
              <a:avLst/>
              <a:pathLst>
                <a:path w="676579" h="2824133">
                  <a:moveTo>
                    <a:pt x="0" y="0"/>
                  </a:moveTo>
                  <a:lnTo>
                    <a:pt x="676579" y="0"/>
                  </a:lnTo>
                  <a:lnTo>
                    <a:pt x="676579" y="2824133"/>
                  </a:lnTo>
                  <a:lnTo>
                    <a:pt x="0" y="2824133"/>
                  </a:lnTo>
                  <a:close/>
                </a:path>
              </a:pathLst>
            </a:cu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2757568" y="2128699"/>
              <a:ext cx="676579" cy="135775"/>
            </a:xfrm>
            <a:custGeom>
              <a:avLst/>
              <a:pathLst>
                <a:path w="676579" h="135775">
                  <a:moveTo>
                    <a:pt x="0" y="0"/>
                  </a:moveTo>
                  <a:lnTo>
                    <a:pt x="676579" y="0"/>
                  </a:lnTo>
                  <a:lnTo>
                    <a:pt x="676579" y="135775"/>
                  </a:lnTo>
                  <a:lnTo>
                    <a:pt x="0" y="135775"/>
                  </a:lnTo>
                  <a:close/>
                </a:path>
              </a:pathLst>
            </a:cu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1038840" y="6440250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1038840" y="6399517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1038840" y="630447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964802" y="6010605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925814" y="4014703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1038840" y="2190472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3068577" y="6426673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3068577" y="6304474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2994539" y="5942717"/>
              <a:ext cx="202638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2955551" y="5386037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2955551" y="3620953"/>
              <a:ext cx="280612" cy="10576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65%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3068577" y="2204049"/>
              <a:ext cx="54561" cy="427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463181" y="6714662"/>
              <a:ext cx="1205879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493176" y="6871351"/>
              <a:ext cx="114588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first symptoms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2848778" y="6777510"/>
              <a:ext cx="494158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776779" y="3519161"/>
              <a:ext cx="425053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Level</a:t>
              </a:r>
            </a:p>
          </p:txBody>
        </p:sp>
        <p:sp>
          <p:nvSpPr>
            <p:cNvPr id="191" name="rc191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3785779" y="3764794"/>
              <a:ext cx="201456" cy="201456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3785779" y="3984250"/>
              <a:ext cx="201456" cy="201456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3785779" y="4203706"/>
              <a:ext cx="201456" cy="201456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3785779" y="4423162"/>
              <a:ext cx="201456" cy="201456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3785779" y="4642618"/>
              <a:ext cx="201456" cy="201456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3785779" y="4862074"/>
              <a:ext cx="201456" cy="201456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3" name="tx203"/>
            <p:cNvSpPr/>
            <p:nvPr/>
          </p:nvSpPr>
          <p:spPr>
            <a:xfrm>
              <a:off x="4084803" y="3812946"/>
              <a:ext cx="7546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4084803" y="4032402"/>
              <a:ext cx="340042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4084803" y="4221854"/>
              <a:ext cx="355808" cy="13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206" name="tx206"/>
            <p:cNvSpPr/>
            <p:nvPr/>
          </p:nvSpPr>
          <p:spPr>
            <a:xfrm>
              <a:off x="4084803" y="4471314"/>
              <a:ext cx="600908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207" name="tx207"/>
            <p:cNvSpPr/>
            <p:nvPr/>
          </p:nvSpPr>
          <p:spPr>
            <a:xfrm>
              <a:off x="4084803" y="4688964"/>
              <a:ext cx="450681" cy="1052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208" name="tx208"/>
            <p:cNvSpPr/>
            <p:nvPr/>
          </p:nvSpPr>
          <p:spPr>
            <a:xfrm>
              <a:off x="4084803" y="4910226"/>
              <a:ext cx="529580" cy="1034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209" name="tx209"/>
            <p:cNvSpPr/>
            <p:nvPr/>
          </p:nvSpPr>
          <p:spPr>
            <a:xfrm>
              <a:off x="520462" y="932419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210" name="tx210"/>
            <p:cNvSpPr/>
            <p:nvPr/>
          </p:nvSpPr>
          <p:spPr>
            <a:xfrm>
              <a:off x="520462" y="1154553"/>
              <a:ext cx="3861494" cy="1880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self-care of the EQ-5D-5L</a:t>
              </a:r>
            </a:p>
          </p:txBody>
        </p:sp>
        <p:sp>
          <p:nvSpPr>
            <p:cNvPr id="211" name="tx211"/>
            <p:cNvSpPr/>
            <p:nvPr/>
          </p:nvSpPr>
          <p:spPr>
            <a:xfrm>
              <a:off x="520462" y="1371331"/>
              <a:ext cx="3996828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 and today</a:t>
              </a:r>
            </a:p>
          </p:txBody>
        </p:sp>
        <p:sp>
          <p:nvSpPr>
            <p:cNvPr id="212" name="tx212"/>
            <p:cNvSpPr/>
            <p:nvPr/>
          </p:nvSpPr>
          <p:spPr>
            <a:xfrm>
              <a:off x="520462" y="1590787"/>
              <a:ext cx="739775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(N=159)</a:t>
              </a:r>
            </a:p>
          </p:txBody>
        </p:sp>
        <p:sp>
          <p:nvSpPr>
            <p:cNvPr id="213" name="tx213"/>
            <p:cNvSpPr/>
            <p:nvPr/>
          </p:nvSpPr>
          <p:spPr>
            <a:xfrm>
              <a:off x="3281740" y="7177960"/>
              <a:ext cx="423038" cy="1073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* &lt; 5%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2025-09-22T13:45:42Z</dcterms:modified>
  <cp:category/>
</cp:coreProperties>
</file>