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6400800"/>
            <a:chOff x="457200" y="914400"/>
            <a:chExt cx="4572000" cy="64008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2050472" y="2181568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2050472" y="2214544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2050472" y="5314263"/>
              <a:ext cx="1385454" cy="263805"/>
            </a:xfrm>
            <a:custGeom>
              <a:avLst/>
              <a:pathLst>
                <a:path w="1385454" h="263805">
                  <a:moveTo>
                    <a:pt x="0" y="32975"/>
                  </a:moveTo>
                  <a:lnTo>
                    <a:pt x="1783" y="33014"/>
                  </a:lnTo>
                  <a:lnTo>
                    <a:pt x="12831" y="33292"/>
                  </a:lnTo>
                  <a:lnTo>
                    <a:pt x="37983" y="34046"/>
                  </a:lnTo>
                  <a:lnTo>
                    <a:pt x="76450" y="35440"/>
                  </a:lnTo>
                  <a:lnTo>
                    <a:pt x="123145" y="37530"/>
                  </a:lnTo>
                  <a:lnTo>
                    <a:pt x="172091" y="40300"/>
                  </a:lnTo>
                  <a:lnTo>
                    <a:pt x="219185" y="43742"/>
                  </a:lnTo>
                  <a:lnTo>
                    <a:pt x="262884" y="47920"/>
                  </a:lnTo>
                  <a:lnTo>
                    <a:pt x="303576" y="52984"/>
                  </a:lnTo>
                  <a:lnTo>
                    <a:pt x="342715" y="59164"/>
                  </a:lnTo>
                  <a:lnTo>
                    <a:pt x="382121" y="66723"/>
                  </a:lnTo>
                  <a:lnTo>
                    <a:pt x="404090" y="71447"/>
                  </a:lnTo>
                  <a:lnTo>
                    <a:pt x="438999" y="79539"/>
                  </a:lnTo>
                  <a:lnTo>
                    <a:pt x="476018" y="88731"/>
                  </a:lnTo>
                  <a:lnTo>
                    <a:pt x="515420" y="99018"/>
                  </a:lnTo>
                  <a:lnTo>
                    <a:pt x="557196" y="110322"/>
                  </a:lnTo>
                  <a:lnTo>
                    <a:pt x="601059" y="122485"/>
                  </a:lnTo>
                  <a:lnTo>
                    <a:pt x="646475" y="135272"/>
                  </a:lnTo>
                  <a:lnTo>
                    <a:pt x="692720" y="148388"/>
                  </a:lnTo>
                  <a:lnTo>
                    <a:pt x="738966" y="161505"/>
                  </a:lnTo>
                  <a:lnTo>
                    <a:pt x="784382" y="174292"/>
                  </a:lnTo>
                  <a:lnTo>
                    <a:pt x="828246" y="186455"/>
                  </a:lnTo>
                  <a:lnTo>
                    <a:pt x="870022" y="197759"/>
                  </a:lnTo>
                  <a:lnTo>
                    <a:pt x="909425" y="208047"/>
                  </a:lnTo>
                  <a:lnTo>
                    <a:pt x="946444" y="217239"/>
                  </a:lnTo>
                  <a:lnTo>
                    <a:pt x="981363" y="225334"/>
                  </a:lnTo>
                  <a:lnTo>
                    <a:pt x="1021599" y="233720"/>
                  </a:lnTo>
                  <a:lnTo>
                    <a:pt x="1060658" y="240614"/>
                  </a:lnTo>
                  <a:lnTo>
                    <a:pt x="1100293" y="246249"/>
                  </a:lnTo>
                  <a:lnTo>
                    <a:pt x="1142233" y="250881"/>
                  </a:lnTo>
                  <a:lnTo>
                    <a:pt x="1187541" y="254707"/>
                  </a:lnTo>
                  <a:lnTo>
                    <a:pt x="1235827" y="257837"/>
                  </a:lnTo>
                  <a:lnTo>
                    <a:pt x="1284400" y="260298"/>
                  </a:lnTo>
                  <a:lnTo>
                    <a:pt x="1328085" y="262067"/>
                  </a:lnTo>
                  <a:lnTo>
                    <a:pt x="1360869" y="263154"/>
                  </a:lnTo>
                  <a:lnTo>
                    <a:pt x="1379287" y="263662"/>
                  </a:lnTo>
                  <a:lnTo>
                    <a:pt x="1385160" y="263799"/>
                  </a:lnTo>
                  <a:lnTo>
                    <a:pt x="1385454" y="263805"/>
                  </a:lnTo>
                  <a:lnTo>
                    <a:pt x="1385454" y="230830"/>
                  </a:lnTo>
                  <a:lnTo>
                    <a:pt x="1383670" y="230791"/>
                  </a:lnTo>
                  <a:lnTo>
                    <a:pt x="1372622" y="230513"/>
                  </a:lnTo>
                  <a:lnTo>
                    <a:pt x="1347471" y="229759"/>
                  </a:lnTo>
                  <a:lnTo>
                    <a:pt x="1309003" y="228365"/>
                  </a:lnTo>
                  <a:lnTo>
                    <a:pt x="1262309" y="226275"/>
                  </a:lnTo>
                  <a:lnTo>
                    <a:pt x="1213363" y="223505"/>
                  </a:lnTo>
                  <a:lnTo>
                    <a:pt x="1166269" y="220063"/>
                  </a:lnTo>
                  <a:lnTo>
                    <a:pt x="1122570" y="215885"/>
                  </a:lnTo>
                  <a:lnTo>
                    <a:pt x="1081877" y="210821"/>
                  </a:lnTo>
                  <a:lnTo>
                    <a:pt x="1042738" y="204640"/>
                  </a:lnTo>
                  <a:lnTo>
                    <a:pt x="1003332" y="197082"/>
                  </a:lnTo>
                  <a:lnTo>
                    <a:pt x="981363" y="192358"/>
                  </a:lnTo>
                  <a:lnTo>
                    <a:pt x="946454" y="184266"/>
                  </a:lnTo>
                  <a:lnTo>
                    <a:pt x="909435" y="175074"/>
                  </a:lnTo>
                  <a:lnTo>
                    <a:pt x="870033" y="164787"/>
                  </a:lnTo>
                  <a:lnTo>
                    <a:pt x="828258" y="153483"/>
                  </a:lnTo>
                  <a:lnTo>
                    <a:pt x="784395" y="141320"/>
                  </a:lnTo>
                  <a:lnTo>
                    <a:pt x="738979" y="128532"/>
                  </a:lnTo>
                  <a:lnTo>
                    <a:pt x="692733" y="115416"/>
                  </a:lnTo>
                  <a:lnTo>
                    <a:pt x="646488" y="102300"/>
                  </a:lnTo>
                  <a:lnTo>
                    <a:pt x="601071" y="89513"/>
                  </a:lnTo>
                  <a:lnTo>
                    <a:pt x="557208" y="77350"/>
                  </a:lnTo>
                  <a:lnTo>
                    <a:pt x="515432" y="66045"/>
                  </a:lnTo>
                  <a:lnTo>
                    <a:pt x="476029" y="55758"/>
                  </a:lnTo>
                  <a:lnTo>
                    <a:pt x="439009" y="46566"/>
                  </a:lnTo>
                  <a:lnTo>
                    <a:pt x="404090" y="38471"/>
                  </a:lnTo>
                  <a:lnTo>
                    <a:pt x="363854" y="30085"/>
                  </a:lnTo>
                  <a:lnTo>
                    <a:pt x="324796" y="23191"/>
                  </a:lnTo>
                  <a:lnTo>
                    <a:pt x="285161" y="17556"/>
                  </a:lnTo>
                  <a:lnTo>
                    <a:pt x="243220" y="12924"/>
                  </a:lnTo>
                  <a:lnTo>
                    <a:pt x="197913" y="9098"/>
                  </a:lnTo>
                  <a:lnTo>
                    <a:pt x="149627" y="5967"/>
                  </a:lnTo>
                  <a:lnTo>
                    <a:pt x="101054" y="3507"/>
                  </a:lnTo>
                  <a:lnTo>
                    <a:pt x="57368" y="1738"/>
                  </a:lnTo>
                  <a:lnTo>
                    <a:pt x="24585" y="651"/>
                  </a:lnTo>
                  <a:lnTo>
                    <a:pt x="6166" y="143"/>
                  </a:lnTo>
                  <a:lnTo>
                    <a:pt x="294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2050472" y="2247520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2050472" y="5347238"/>
              <a:ext cx="1385454" cy="263805"/>
            </a:xfrm>
            <a:custGeom>
              <a:avLst/>
              <a:pathLst>
                <a:path w="1385454" h="263805">
                  <a:moveTo>
                    <a:pt x="0" y="32975"/>
                  </a:moveTo>
                  <a:lnTo>
                    <a:pt x="1783" y="33014"/>
                  </a:lnTo>
                  <a:lnTo>
                    <a:pt x="12831" y="33292"/>
                  </a:lnTo>
                  <a:lnTo>
                    <a:pt x="37983" y="34046"/>
                  </a:lnTo>
                  <a:lnTo>
                    <a:pt x="76450" y="35440"/>
                  </a:lnTo>
                  <a:lnTo>
                    <a:pt x="123145" y="37530"/>
                  </a:lnTo>
                  <a:lnTo>
                    <a:pt x="172091" y="40300"/>
                  </a:lnTo>
                  <a:lnTo>
                    <a:pt x="219185" y="43742"/>
                  </a:lnTo>
                  <a:lnTo>
                    <a:pt x="262884" y="47920"/>
                  </a:lnTo>
                  <a:lnTo>
                    <a:pt x="303576" y="52984"/>
                  </a:lnTo>
                  <a:lnTo>
                    <a:pt x="342715" y="59164"/>
                  </a:lnTo>
                  <a:lnTo>
                    <a:pt x="382121" y="66723"/>
                  </a:lnTo>
                  <a:lnTo>
                    <a:pt x="404090" y="71447"/>
                  </a:lnTo>
                  <a:lnTo>
                    <a:pt x="438999" y="79539"/>
                  </a:lnTo>
                  <a:lnTo>
                    <a:pt x="476018" y="88731"/>
                  </a:lnTo>
                  <a:lnTo>
                    <a:pt x="515420" y="99018"/>
                  </a:lnTo>
                  <a:lnTo>
                    <a:pt x="557196" y="110322"/>
                  </a:lnTo>
                  <a:lnTo>
                    <a:pt x="601059" y="122485"/>
                  </a:lnTo>
                  <a:lnTo>
                    <a:pt x="646475" y="135272"/>
                  </a:lnTo>
                  <a:lnTo>
                    <a:pt x="692720" y="148388"/>
                  </a:lnTo>
                  <a:lnTo>
                    <a:pt x="738966" y="161505"/>
                  </a:lnTo>
                  <a:lnTo>
                    <a:pt x="784382" y="174292"/>
                  </a:lnTo>
                  <a:lnTo>
                    <a:pt x="828246" y="186455"/>
                  </a:lnTo>
                  <a:lnTo>
                    <a:pt x="870022" y="197759"/>
                  </a:lnTo>
                  <a:lnTo>
                    <a:pt x="909425" y="208047"/>
                  </a:lnTo>
                  <a:lnTo>
                    <a:pt x="946444" y="217239"/>
                  </a:lnTo>
                  <a:lnTo>
                    <a:pt x="981363" y="225334"/>
                  </a:lnTo>
                  <a:lnTo>
                    <a:pt x="1021599" y="233720"/>
                  </a:lnTo>
                  <a:lnTo>
                    <a:pt x="1060658" y="240614"/>
                  </a:lnTo>
                  <a:lnTo>
                    <a:pt x="1100293" y="246249"/>
                  </a:lnTo>
                  <a:lnTo>
                    <a:pt x="1142233" y="250881"/>
                  </a:lnTo>
                  <a:lnTo>
                    <a:pt x="1187541" y="254707"/>
                  </a:lnTo>
                  <a:lnTo>
                    <a:pt x="1235827" y="257837"/>
                  </a:lnTo>
                  <a:lnTo>
                    <a:pt x="1284400" y="260298"/>
                  </a:lnTo>
                  <a:lnTo>
                    <a:pt x="1328085" y="262067"/>
                  </a:lnTo>
                  <a:lnTo>
                    <a:pt x="1360869" y="263154"/>
                  </a:lnTo>
                  <a:lnTo>
                    <a:pt x="1379287" y="263662"/>
                  </a:lnTo>
                  <a:lnTo>
                    <a:pt x="1385160" y="263799"/>
                  </a:lnTo>
                  <a:lnTo>
                    <a:pt x="1385454" y="263805"/>
                  </a:lnTo>
                  <a:lnTo>
                    <a:pt x="1385454" y="230830"/>
                  </a:lnTo>
                  <a:lnTo>
                    <a:pt x="1383670" y="230791"/>
                  </a:lnTo>
                  <a:lnTo>
                    <a:pt x="1372622" y="230513"/>
                  </a:lnTo>
                  <a:lnTo>
                    <a:pt x="1347471" y="229759"/>
                  </a:lnTo>
                  <a:lnTo>
                    <a:pt x="1309003" y="228365"/>
                  </a:lnTo>
                  <a:lnTo>
                    <a:pt x="1262309" y="226275"/>
                  </a:lnTo>
                  <a:lnTo>
                    <a:pt x="1213363" y="223505"/>
                  </a:lnTo>
                  <a:lnTo>
                    <a:pt x="1166269" y="220063"/>
                  </a:lnTo>
                  <a:lnTo>
                    <a:pt x="1122570" y="215885"/>
                  </a:lnTo>
                  <a:lnTo>
                    <a:pt x="1081877" y="210821"/>
                  </a:lnTo>
                  <a:lnTo>
                    <a:pt x="1042738" y="204640"/>
                  </a:lnTo>
                  <a:lnTo>
                    <a:pt x="1003332" y="197082"/>
                  </a:lnTo>
                  <a:lnTo>
                    <a:pt x="981363" y="192358"/>
                  </a:lnTo>
                  <a:lnTo>
                    <a:pt x="946454" y="184266"/>
                  </a:lnTo>
                  <a:lnTo>
                    <a:pt x="909435" y="175074"/>
                  </a:lnTo>
                  <a:lnTo>
                    <a:pt x="870033" y="164787"/>
                  </a:lnTo>
                  <a:lnTo>
                    <a:pt x="828258" y="153483"/>
                  </a:lnTo>
                  <a:lnTo>
                    <a:pt x="784395" y="141320"/>
                  </a:lnTo>
                  <a:lnTo>
                    <a:pt x="738979" y="128532"/>
                  </a:lnTo>
                  <a:lnTo>
                    <a:pt x="692733" y="115416"/>
                  </a:lnTo>
                  <a:lnTo>
                    <a:pt x="646488" y="102300"/>
                  </a:lnTo>
                  <a:lnTo>
                    <a:pt x="601071" y="89513"/>
                  </a:lnTo>
                  <a:lnTo>
                    <a:pt x="557208" y="77350"/>
                  </a:lnTo>
                  <a:lnTo>
                    <a:pt x="515432" y="66045"/>
                  </a:lnTo>
                  <a:lnTo>
                    <a:pt x="476029" y="55758"/>
                  </a:lnTo>
                  <a:lnTo>
                    <a:pt x="439009" y="46566"/>
                  </a:lnTo>
                  <a:lnTo>
                    <a:pt x="404090" y="38471"/>
                  </a:lnTo>
                  <a:lnTo>
                    <a:pt x="363854" y="30085"/>
                  </a:lnTo>
                  <a:lnTo>
                    <a:pt x="324796" y="23191"/>
                  </a:lnTo>
                  <a:lnTo>
                    <a:pt x="285161" y="17556"/>
                  </a:lnTo>
                  <a:lnTo>
                    <a:pt x="243220" y="12924"/>
                  </a:lnTo>
                  <a:lnTo>
                    <a:pt x="197913" y="9098"/>
                  </a:lnTo>
                  <a:lnTo>
                    <a:pt x="149627" y="5967"/>
                  </a:lnTo>
                  <a:lnTo>
                    <a:pt x="101054" y="3507"/>
                  </a:lnTo>
                  <a:lnTo>
                    <a:pt x="57368" y="1738"/>
                  </a:lnTo>
                  <a:lnTo>
                    <a:pt x="24585" y="651"/>
                  </a:lnTo>
                  <a:lnTo>
                    <a:pt x="6166" y="143"/>
                  </a:lnTo>
                  <a:lnTo>
                    <a:pt x="294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2050472" y="2280496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2050472" y="2313471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2050472" y="2346447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2050472" y="2379423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2050472" y="2412398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2050472" y="2445374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2050472" y="6138656"/>
              <a:ext cx="1385454" cy="494635"/>
            </a:xfrm>
            <a:custGeom>
              <a:avLst/>
              <a:pathLst>
                <a:path w="1385454" h="494635">
                  <a:moveTo>
                    <a:pt x="0" y="32975"/>
                  </a:moveTo>
                  <a:lnTo>
                    <a:pt x="1749" y="33051"/>
                  </a:lnTo>
                  <a:lnTo>
                    <a:pt x="12597" y="33596"/>
                  </a:lnTo>
                  <a:lnTo>
                    <a:pt x="37341" y="35074"/>
                  </a:lnTo>
                  <a:lnTo>
                    <a:pt x="75297" y="37813"/>
                  </a:lnTo>
                  <a:lnTo>
                    <a:pt x="121532" y="41924"/>
                  </a:lnTo>
                  <a:lnTo>
                    <a:pt x="170162" y="47378"/>
                  </a:lnTo>
                  <a:lnTo>
                    <a:pt x="217073" y="54158"/>
                  </a:lnTo>
                  <a:lnTo>
                    <a:pt x="260652" y="62380"/>
                  </a:lnTo>
                  <a:lnTo>
                    <a:pt x="301211" y="72331"/>
                  </a:lnTo>
                  <a:lnTo>
                    <a:pt x="340134" y="84455"/>
                  </a:lnTo>
                  <a:lnTo>
                    <a:pt x="379203" y="99266"/>
                  </a:lnTo>
                  <a:lnTo>
                    <a:pt x="404090" y="109919"/>
                  </a:lnTo>
                  <a:lnTo>
                    <a:pt x="437409" y="125339"/>
                  </a:lnTo>
                  <a:lnTo>
                    <a:pt x="472639" y="142766"/>
                  </a:lnTo>
                  <a:lnTo>
                    <a:pt x="510036" y="162200"/>
                  </a:lnTo>
                  <a:lnTo>
                    <a:pt x="549618" y="183520"/>
                  </a:lnTo>
                  <a:lnTo>
                    <a:pt x="591172" y="206472"/>
                  </a:lnTo>
                  <a:lnTo>
                    <a:pt x="634272" y="230671"/>
                  </a:lnTo>
                  <a:lnTo>
                    <a:pt x="678318" y="255623"/>
                  </a:lnTo>
                  <a:lnTo>
                    <a:pt x="722605" y="280765"/>
                  </a:lnTo>
                  <a:lnTo>
                    <a:pt x="766397" y="305515"/>
                  </a:lnTo>
                  <a:lnTo>
                    <a:pt x="809016" y="329329"/>
                  </a:lnTo>
                  <a:lnTo>
                    <a:pt x="849919" y="351748"/>
                  </a:lnTo>
                  <a:lnTo>
                    <a:pt x="888749" y="372431"/>
                  </a:lnTo>
                  <a:lnTo>
                    <a:pt x="925374" y="391171"/>
                  </a:lnTo>
                  <a:lnTo>
                    <a:pt x="959894" y="407890"/>
                  </a:lnTo>
                  <a:lnTo>
                    <a:pt x="981363" y="417692"/>
                  </a:lnTo>
                  <a:lnTo>
                    <a:pt x="1021338" y="434363"/>
                  </a:lnTo>
                  <a:lnTo>
                    <a:pt x="1060141" y="448087"/>
                  </a:lnTo>
                  <a:lnTo>
                    <a:pt x="1099488" y="459319"/>
                  </a:lnTo>
                  <a:lnTo>
                    <a:pt x="1141081" y="468563"/>
                  </a:lnTo>
                  <a:lnTo>
                    <a:pt x="1185984" y="476209"/>
                  </a:lnTo>
                  <a:lnTo>
                    <a:pt x="1233875" y="482476"/>
                  </a:lnTo>
                  <a:lnTo>
                    <a:pt x="1282208" y="487422"/>
                  </a:lnTo>
                  <a:lnTo>
                    <a:pt x="1325994" y="491007"/>
                  </a:lnTo>
                  <a:lnTo>
                    <a:pt x="1359304" y="493238"/>
                  </a:lnTo>
                  <a:lnTo>
                    <a:pt x="1378506" y="494310"/>
                  </a:lnTo>
                  <a:lnTo>
                    <a:pt x="1385027" y="494618"/>
                  </a:lnTo>
                  <a:lnTo>
                    <a:pt x="1385454" y="494635"/>
                  </a:lnTo>
                  <a:lnTo>
                    <a:pt x="1385454" y="461660"/>
                  </a:lnTo>
                  <a:lnTo>
                    <a:pt x="1383705" y="461584"/>
                  </a:lnTo>
                  <a:lnTo>
                    <a:pt x="1372856" y="461039"/>
                  </a:lnTo>
                  <a:lnTo>
                    <a:pt x="1348112" y="459561"/>
                  </a:lnTo>
                  <a:lnTo>
                    <a:pt x="1310156" y="456822"/>
                  </a:lnTo>
                  <a:lnTo>
                    <a:pt x="1263921" y="452711"/>
                  </a:lnTo>
                  <a:lnTo>
                    <a:pt x="1215292" y="447257"/>
                  </a:lnTo>
                  <a:lnTo>
                    <a:pt x="1168381" y="440476"/>
                  </a:lnTo>
                  <a:lnTo>
                    <a:pt x="1124801" y="432255"/>
                  </a:lnTo>
                  <a:lnTo>
                    <a:pt x="1084243" y="422304"/>
                  </a:lnTo>
                  <a:lnTo>
                    <a:pt x="1045320" y="410180"/>
                  </a:lnTo>
                  <a:lnTo>
                    <a:pt x="1006251" y="395369"/>
                  </a:lnTo>
                  <a:lnTo>
                    <a:pt x="981363" y="384716"/>
                  </a:lnTo>
                  <a:lnTo>
                    <a:pt x="948045" y="369296"/>
                  </a:lnTo>
                  <a:lnTo>
                    <a:pt x="912815" y="351869"/>
                  </a:lnTo>
                  <a:lnTo>
                    <a:pt x="875418" y="332435"/>
                  </a:lnTo>
                  <a:lnTo>
                    <a:pt x="835835" y="311114"/>
                  </a:lnTo>
                  <a:lnTo>
                    <a:pt x="794281" y="288163"/>
                  </a:lnTo>
                  <a:lnTo>
                    <a:pt x="751182" y="263964"/>
                  </a:lnTo>
                  <a:lnTo>
                    <a:pt x="707135" y="239012"/>
                  </a:lnTo>
                  <a:lnTo>
                    <a:pt x="662849" y="213870"/>
                  </a:lnTo>
                  <a:lnTo>
                    <a:pt x="619057" y="189119"/>
                  </a:lnTo>
                  <a:lnTo>
                    <a:pt x="576438" y="165305"/>
                  </a:lnTo>
                  <a:lnTo>
                    <a:pt x="535535" y="142887"/>
                  </a:lnTo>
                  <a:lnTo>
                    <a:pt x="496704" y="122204"/>
                  </a:lnTo>
                  <a:lnTo>
                    <a:pt x="460079" y="103464"/>
                  </a:lnTo>
                  <a:lnTo>
                    <a:pt x="425559" y="86745"/>
                  </a:lnTo>
                  <a:lnTo>
                    <a:pt x="404090" y="76943"/>
                  </a:lnTo>
                  <a:lnTo>
                    <a:pt x="364115" y="60272"/>
                  </a:lnTo>
                  <a:lnTo>
                    <a:pt x="325313" y="46548"/>
                  </a:lnTo>
                  <a:lnTo>
                    <a:pt x="285966" y="35316"/>
                  </a:lnTo>
                  <a:lnTo>
                    <a:pt x="244373" y="26072"/>
                  </a:lnTo>
                  <a:lnTo>
                    <a:pt x="199469" y="18426"/>
                  </a:lnTo>
                  <a:lnTo>
                    <a:pt x="151578" y="12159"/>
                  </a:lnTo>
                  <a:lnTo>
                    <a:pt x="103246" y="7213"/>
                  </a:lnTo>
                  <a:lnTo>
                    <a:pt x="59459" y="3628"/>
                  </a:lnTo>
                  <a:lnTo>
                    <a:pt x="26149" y="1397"/>
                  </a:lnTo>
                  <a:lnTo>
                    <a:pt x="6948" y="325"/>
                  </a:lnTo>
                  <a:lnTo>
                    <a:pt x="426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2050472" y="5775923"/>
              <a:ext cx="1385454" cy="395708"/>
            </a:xfrm>
            <a:custGeom>
              <a:avLst/>
              <a:pathLst>
                <a:path w="1385454" h="395708">
                  <a:moveTo>
                    <a:pt x="0" y="32975"/>
                  </a:moveTo>
                  <a:lnTo>
                    <a:pt x="1766" y="33035"/>
                  </a:lnTo>
                  <a:lnTo>
                    <a:pt x="12715" y="33468"/>
                  </a:lnTo>
                  <a:lnTo>
                    <a:pt x="37665" y="34641"/>
                  </a:lnTo>
                  <a:lnTo>
                    <a:pt x="75880" y="36813"/>
                  </a:lnTo>
                  <a:lnTo>
                    <a:pt x="122348" y="40070"/>
                  </a:lnTo>
                  <a:lnTo>
                    <a:pt x="171138" y="44389"/>
                  </a:lnTo>
                  <a:lnTo>
                    <a:pt x="218143" y="49758"/>
                  </a:lnTo>
                  <a:lnTo>
                    <a:pt x="261783" y="56271"/>
                  </a:lnTo>
                  <a:lnTo>
                    <a:pt x="302409" y="64160"/>
                  </a:lnTo>
                  <a:lnTo>
                    <a:pt x="341440" y="73780"/>
                  </a:lnTo>
                  <a:lnTo>
                    <a:pt x="380678" y="85538"/>
                  </a:lnTo>
                  <a:lnTo>
                    <a:pt x="404090" y="93431"/>
                  </a:lnTo>
                  <a:lnTo>
                    <a:pt x="438175" y="105835"/>
                  </a:lnTo>
                  <a:lnTo>
                    <a:pt x="474265" y="119889"/>
                  </a:lnTo>
                  <a:lnTo>
                    <a:pt x="512625" y="135589"/>
                  </a:lnTo>
                  <a:lnTo>
                    <a:pt x="553261" y="152826"/>
                  </a:lnTo>
                  <a:lnTo>
                    <a:pt x="595926" y="171379"/>
                  </a:lnTo>
                  <a:lnTo>
                    <a:pt x="640144" y="190914"/>
                  </a:lnTo>
                  <a:lnTo>
                    <a:pt x="685256" y="211008"/>
                  </a:lnTo>
                  <a:lnTo>
                    <a:pt x="730499" y="231183"/>
                  </a:lnTo>
                  <a:lnTo>
                    <a:pt x="775092" y="250953"/>
                  </a:lnTo>
                  <a:lnTo>
                    <a:pt x="818331" y="269872"/>
                  </a:lnTo>
                  <a:lnTo>
                    <a:pt x="859675" y="287573"/>
                  </a:lnTo>
                  <a:lnTo>
                    <a:pt x="898798" y="303797"/>
                  </a:lnTo>
                  <a:lnTo>
                    <a:pt x="935620" y="318399"/>
                  </a:lnTo>
                  <a:lnTo>
                    <a:pt x="970320" y="331342"/>
                  </a:lnTo>
                  <a:lnTo>
                    <a:pt x="981363" y="335253"/>
                  </a:lnTo>
                  <a:lnTo>
                    <a:pt x="1021470" y="348392"/>
                  </a:lnTo>
                  <a:lnTo>
                    <a:pt x="1060402" y="359200"/>
                  </a:lnTo>
                  <a:lnTo>
                    <a:pt x="1099895" y="368041"/>
                  </a:lnTo>
                  <a:lnTo>
                    <a:pt x="1141664" y="375312"/>
                  </a:lnTo>
                  <a:lnTo>
                    <a:pt x="1186772" y="381322"/>
                  </a:lnTo>
                  <a:lnTo>
                    <a:pt x="1234863" y="386244"/>
                  </a:lnTo>
                  <a:lnTo>
                    <a:pt x="1283318" y="390120"/>
                  </a:lnTo>
                  <a:lnTo>
                    <a:pt x="1327056" y="392918"/>
                  </a:lnTo>
                  <a:lnTo>
                    <a:pt x="1360103" y="394648"/>
                  </a:lnTo>
                  <a:lnTo>
                    <a:pt x="1378909" y="395468"/>
                  </a:lnTo>
                  <a:lnTo>
                    <a:pt x="1385098" y="395697"/>
                  </a:lnTo>
                  <a:lnTo>
                    <a:pt x="1385454" y="395708"/>
                  </a:lnTo>
                  <a:lnTo>
                    <a:pt x="1385454" y="362733"/>
                  </a:lnTo>
                  <a:lnTo>
                    <a:pt x="1383687" y="362672"/>
                  </a:lnTo>
                  <a:lnTo>
                    <a:pt x="1372738" y="362240"/>
                  </a:lnTo>
                  <a:lnTo>
                    <a:pt x="1347788" y="361067"/>
                  </a:lnTo>
                  <a:lnTo>
                    <a:pt x="1309574" y="358895"/>
                  </a:lnTo>
                  <a:lnTo>
                    <a:pt x="1263106" y="355637"/>
                  </a:lnTo>
                  <a:lnTo>
                    <a:pt x="1214315" y="351318"/>
                  </a:lnTo>
                  <a:lnTo>
                    <a:pt x="1167311" y="345950"/>
                  </a:lnTo>
                  <a:lnTo>
                    <a:pt x="1123671" y="339437"/>
                  </a:lnTo>
                  <a:lnTo>
                    <a:pt x="1083045" y="331548"/>
                  </a:lnTo>
                  <a:lnTo>
                    <a:pt x="1044014" y="321928"/>
                  </a:lnTo>
                  <a:lnTo>
                    <a:pt x="1004775" y="310170"/>
                  </a:lnTo>
                  <a:lnTo>
                    <a:pt x="981363" y="302277"/>
                  </a:lnTo>
                  <a:lnTo>
                    <a:pt x="947279" y="289872"/>
                  </a:lnTo>
                  <a:lnTo>
                    <a:pt x="911189" y="275819"/>
                  </a:lnTo>
                  <a:lnTo>
                    <a:pt x="872828" y="260119"/>
                  </a:lnTo>
                  <a:lnTo>
                    <a:pt x="832192" y="242882"/>
                  </a:lnTo>
                  <a:lnTo>
                    <a:pt x="789528" y="224329"/>
                  </a:lnTo>
                  <a:lnTo>
                    <a:pt x="745310" y="204793"/>
                  </a:lnTo>
                  <a:lnTo>
                    <a:pt x="700197" y="184699"/>
                  </a:lnTo>
                  <a:lnTo>
                    <a:pt x="654954" y="164524"/>
                  </a:lnTo>
                  <a:lnTo>
                    <a:pt x="610362" y="144755"/>
                  </a:lnTo>
                  <a:lnTo>
                    <a:pt x="567122" y="125836"/>
                  </a:lnTo>
                  <a:lnTo>
                    <a:pt x="525778" y="108135"/>
                  </a:lnTo>
                  <a:lnTo>
                    <a:pt x="486656" y="91910"/>
                  </a:lnTo>
                  <a:lnTo>
                    <a:pt x="449834" y="77309"/>
                  </a:lnTo>
                  <a:lnTo>
                    <a:pt x="415133" y="64366"/>
                  </a:lnTo>
                  <a:lnTo>
                    <a:pt x="404090" y="60455"/>
                  </a:lnTo>
                  <a:lnTo>
                    <a:pt x="363983" y="47316"/>
                  </a:lnTo>
                  <a:lnTo>
                    <a:pt x="325051" y="36507"/>
                  </a:lnTo>
                  <a:lnTo>
                    <a:pt x="285558" y="27667"/>
                  </a:lnTo>
                  <a:lnTo>
                    <a:pt x="243790" y="20396"/>
                  </a:lnTo>
                  <a:lnTo>
                    <a:pt x="198682" y="14386"/>
                  </a:lnTo>
                  <a:lnTo>
                    <a:pt x="150591" y="9464"/>
                  </a:lnTo>
                  <a:lnTo>
                    <a:pt x="102135" y="5588"/>
                  </a:lnTo>
                  <a:lnTo>
                    <a:pt x="58397" y="2789"/>
                  </a:lnTo>
                  <a:lnTo>
                    <a:pt x="25351" y="1060"/>
                  </a:lnTo>
                  <a:lnTo>
                    <a:pt x="6545" y="240"/>
                  </a:lnTo>
                  <a:lnTo>
                    <a:pt x="355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2050472" y="2478350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2050472" y="2511326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2050472" y="2544301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2050472" y="5380214"/>
              <a:ext cx="1385454" cy="263805"/>
            </a:xfrm>
            <a:custGeom>
              <a:avLst/>
              <a:pathLst>
                <a:path w="1385454" h="263805">
                  <a:moveTo>
                    <a:pt x="0" y="32975"/>
                  </a:moveTo>
                  <a:lnTo>
                    <a:pt x="1783" y="33014"/>
                  </a:lnTo>
                  <a:lnTo>
                    <a:pt x="12831" y="33292"/>
                  </a:lnTo>
                  <a:lnTo>
                    <a:pt x="37983" y="34046"/>
                  </a:lnTo>
                  <a:lnTo>
                    <a:pt x="76450" y="35440"/>
                  </a:lnTo>
                  <a:lnTo>
                    <a:pt x="123145" y="37530"/>
                  </a:lnTo>
                  <a:lnTo>
                    <a:pt x="172091" y="40300"/>
                  </a:lnTo>
                  <a:lnTo>
                    <a:pt x="219185" y="43742"/>
                  </a:lnTo>
                  <a:lnTo>
                    <a:pt x="262884" y="47920"/>
                  </a:lnTo>
                  <a:lnTo>
                    <a:pt x="303576" y="52984"/>
                  </a:lnTo>
                  <a:lnTo>
                    <a:pt x="342715" y="59164"/>
                  </a:lnTo>
                  <a:lnTo>
                    <a:pt x="382121" y="66723"/>
                  </a:lnTo>
                  <a:lnTo>
                    <a:pt x="404090" y="71447"/>
                  </a:lnTo>
                  <a:lnTo>
                    <a:pt x="438999" y="79539"/>
                  </a:lnTo>
                  <a:lnTo>
                    <a:pt x="476018" y="88731"/>
                  </a:lnTo>
                  <a:lnTo>
                    <a:pt x="515420" y="99018"/>
                  </a:lnTo>
                  <a:lnTo>
                    <a:pt x="557196" y="110322"/>
                  </a:lnTo>
                  <a:lnTo>
                    <a:pt x="601059" y="122485"/>
                  </a:lnTo>
                  <a:lnTo>
                    <a:pt x="646475" y="135272"/>
                  </a:lnTo>
                  <a:lnTo>
                    <a:pt x="692720" y="148388"/>
                  </a:lnTo>
                  <a:lnTo>
                    <a:pt x="738966" y="161505"/>
                  </a:lnTo>
                  <a:lnTo>
                    <a:pt x="784382" y="174292"/>
                  </a:lnTo>
                  <a:lnTo>
                    <a:pt x="828246" y="186455"/>
                  </a:lnTo>
                  <a:lnTo>
                    <a:pt x="870022" y="197759"/>
                  </a:lnTo>
                  <a:lnTo>
                    <a:pt x="909425" y="208047"/>
                  </a:lnTo>
                  <a:lnTo>
                    <a:pt x="946444" y="217239"/>
                  </a:lnTo>
                  <a:lnTo>
                    <a:pt x="981363" y="225334"/>
                  </a:lnTo>
                  <a:lnTo>
                    <a:pt x="1021599" y="233720"/>
                  </a:lnTo>
                  <a:lnTo>
                    <a:pt x="1060658" y="240614"/>
                  </a:lnTo>
                  <a:lnTo>
                    <a:pt x="1100293" y="246249"/>
                  </a:lnTo>
                  <a:lnTo>
                    <a:pt x="1142233" y="250881"/>
                  </a:lnTo>
                  <a:lnTo>
                    <a:pt x="1187541" y="254707"/>
                  </a:lnTo>
                  <a:lnTo>
                    <a:pt x="1235827" y="257837"/>
                  </a:lnTo>
                  <a:lnTo>
                    <a:pt x="1284400" y="260298"/>
                  </a:lnTo>
                  <a:lnTo>
                    <a:pt x="1328085" y="262067"/>
                  </a:lnTo>
                  <a:lnTo>
                    <a:pt x="1360869" y="263154"/>
                  </a:lnTo>
                  <a:lnTo>
                    <a:pt x="1379287" y="263662"/>
                  </a:lnTo>
                  <a:lnTo>
                    <a:pt x="1385160" y="263799"/>
                  </a:lnTo>
                  <a:lnTo>
                    <a:pt x="1385454" y="263805"/>
                  </a:lnTo>
                  <a:lnTo>
                    <a:pt x="1385454" y="230830"/>
                  </a:lnTo>
                  <a:lnTo>
                    <a:pt x="1383670" y="230791"/>
                  </a:lnTo>
                  <a:lnTo>
                    <a:pt x="1372622" y="230513"/>
                  </a:lnTo>
                  <a:lnTo>
                    <a:pt x="1347471" y="229759"/>
                  </a:lnTo>
                  <a:lnTo>
                    <a:pt x="1309003" y="228365"/>
                  </a:lnTo>
                  <a:lnTo>
                    <a:pt x="1262309" y="226275"/>
                  </a:lnTo>
                  <a:lnTo>
                    <a:pt x="1213363" y="223505"/>
                  </a:lnTo>
                  <a:lnTo>
                    <a:pt x="1166269" y="220063"/>
                  </a:lnTo>
                  <a:lnTo>
                    <a:pt x="1122570" y="215885"/>
                  </a:lnTo>
                  <a:lnTo>
                    <a:pt x="1081877" y="210821"/>
                  </a:lnTo>
                  <a:lnTo>
                    <a:pt x="1042738" y="204640"/>
                  </a:lnTo>
                  <a:lnTo>
                    <a:pt x="1003332" y="197082"/>
                  </a:lnTo>
                  <a:lnTo>
                    <a:pt x="981363" y="192358"/>
                  </a:lnTo>
                  <a:lnTo>
                    <a:pt x="946454" y="184266"/>
                  </a:lnTo>
                  <a:lnTo>
                    <a:pt x="909435" y="175074"/>
                  </a:lnTo>
                  <a:lnTo>
                    <a:pt x="870033" y="164787"/>
                  </a:lnTo>
                  <a:lnTo>
                    <a:pt x="828258" y="153483"/>
                  </a:lnTo>
                  <a:lnTo>
                    <a:pt x="784395" y="141320"/>
                  </a:lnTo>
                  <a:lnTo>
                    <a:pt x="738979" y="128532"/>
                  </a:lnTo>
                  <a:lnTo>
                    <a:pt x="692733" y="115416"/>
                  </a:lnTo>
                  <a:lnTo>
                    <a:pt x="646488" y="102300"/>
                  </a:lnTo>
                  <a:lnTo>
                    <a:pt x="601071" y="89513"/>
                  </a:lnTo>
                  <a:lnTo>
                    <a:pt x="557208" y="77350"/>
                  </a:lnTo>
                  <a:lnTo>
                    <a:pt x="515432" y="66045"/>
                  </a:lnTo>
                  <a:lnTo>
                    <a:pt x="476029" y="55758"/>
                  </a:lnTo>
                  <a:lnTo>
                    <a:pt x="439009" y="46566"/>
                  </a:lnTo>
                  <a:lnTo>
                    <a:pt x="404090" y="38471"/>
                  </a:lnTo>
                  <a:lnTo>
                    <a:pt x="363854" y="30085"/>
                  </a:lnTo>
                  <a:lnTo>
                    <a:pt x="324796" y="23191"/>
                  </a:lnTo>
                  <a:lnTo>
                    <a:pt x="285161" y="17556"/>
                  </a:lnTo>
                  <a:lnTo>
                    <a:pt x="243220" y="12924"/>
                  </a:lnTo>
                  <a:lnTo>
                    <a:pt x="197913" y="9098"/>
                  </a:lnTo>
                  <a:lnTo>
                    <a:pt x="149627" y="5967"/>
                  </a:lnTo>
                  <a:lnTo>
                    <a:pt x="101054" y="3507"/>
                  </a:lnTo>
                  <a:lnTo>
                    <a:pt x="57368" y="1738"/>
                  </a:lnTo>
                  <a:lnTo>
                    <a:pt x="24585" y="651"/>
                  </a:lnTo>
                  <a:lnTo>
                    <a:pt x="6166" y="143"/>
                  </a:lnTo>
                  <a:lnTo>
                    <a:pt x="294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2050472" y="6171632"/>
              <a:ext cx="1385454" cy="494635"/>
            </a:xfrm>
            <a:custGeom>
              <a:avLst/>
              <a:pathLst>
                <a:path w="1385454" h="494635">
                  <a:moveTo>
                    <a:pt x="0" y="32975"/>
                  </a:moveTo>
                  <a:lnTo>
                    <a:pt x="1749" y="33051"/>
                  </a:lnTo>
                  <a:lnTo>
                    <a:pt x="12597" y="33596"/>
                  </a:lnTo>
                  <a:lnTo>
                    <a:pt x="37341" y="35074"/>
                  </a:lnTo>
                  <a:lnTo>
                    <a:pt x="75297" y="37813"/>
                  </a:lnTo>
                  <a:lnTo>
                    <a:pt x="121532" y="41924"/>
                  </a:lnTo>
                  <a:lnTo>
                    <a:pt x="170162" y="47378"/>
                  </a:lnTo>
                  <a:lnTo>
                    <a:pt x="217073" y="54158"/>
                  </a:lnTo>
                  <a:lnTo>
                    <a:pt x="260652" y="62380"/>
                  </a:lnTo>
                  <a:lnTo>
                    <a:pt x="301211" y="72331"/>
                  </a:lnTo>
                  <a:lnTo>
                    <a:pt x="340134" y="84455"/>
                  </a:lnTo>
                  <a:lnTo>
                    <a:pt x="379203" y="99266"/>
                  </a:lnTo>
                  <a:lnTo>
                    <a:pt x="404090" y="109919"/>
                  </a:lnTo>
                  <a:lnTo>
                    <a:pt x="437409" y="125339"/>
                  </a:lnTo>
                  <a:lnTo>
                    <a:pt x="472639" y="142766"/>
                  </a:lnTo>
                  <a:lnTo>
                    <a:pt x="510036" y="162200"/>
                  </a:lnTo>
                  <a:lnTo>
                    <a:pt x="549618" y="183520"/>
                  </a:lnTo>
                  <a:lnTo>
                    <a:pt x="591172" y="206472"/>
                  </a:lnTo>
                  <a:lnTo>
                    <a:pt x="634272" y="230671"/>
                  </a:lnTo>
                  <a:lnTo>
                    <a:pt x="678318" y="255623"/>
                  </a:lnTo>
                  <a:lnTo>
                    <a:pt x="722605" y="280765"/>
                  </a:lnTo>
                  <a:lnTo>
                    <a:pt x="766397" y="305515"/>
                  </a:lnTo>
                  <a:lnTo>
                    <a:pt x="809016" y="329329"/>
                  </a:lnTo>
                  <a:lnTo>
                    <a:pt x="849919" y="351748"/>
                  </a:lnTo>
                  <a:lnTo>
                    <a:pt x="888749" y="372431"/>
                  </a:lnTo>
                  <a:lnTo>
                    <a:pt x="925374" y="391171"/>
                  </a:lnTo>
                  <a:lnTo>
                    <a:pt x="959894" y="407890"/>
                  </a:lnTo>
                  <a:lnTo>
                    <a:pt x="981363" y="417692"/>
                  </a:lnTo>
                  <a:lnTo>
                    <a:pt x="1021338" y="434363"/>
                  </a:lnTo>
                  <a:lnTo>
                    <a:pt x="1060141" y="448087"/>
                  </a:lnTo>
                  <a:lnTo>
                    <a:pt x="1099488" y="459319"/>
                  </a:lnTo>
                  <a:lnTo>
                    <a:pt x="1141081" y="468563"/>
                  </a:lnTo>
                  <a:lnTo>
                    <a:pt x="1185984" y="476209"/>
                  </a:lnTo>
                  <a:lnTo>
                    <a:pt x="1233875" y="482476"/>
                  </a:lnTo>
                  <a:lnTo>
                    <a:pt x="1282208" y="487422"/>
                  </a:lnTo>
                  <a:lnTo>
                    <a:pt x="1325994" y="491007"/>
                  </a:lnTo>
                  <a:lnTo>
                    <a:pt x="1359304" y="493238"/>
                  </a:lnTo>
                  <a:lnTo>
                    <a:pt x="1378506" y="494310"/>
                  </a:lnTo>
                  <a:lnTo>
                    <a:pt x="1385027" y="494618"/>
                  </a:lnTo>
                  <a:lnTo>
                    <a:pt x="1385454" y="494635"/>
                  </a:lnTo>
                  <a:lnTo>
                    <a:pt x="1385454" y="461660"/>
                  </a:lnTo>
                  <a:lnTo>
                    <a:pt x="1383705" y="461584"/>
                  </a:lnTo>
                  <a:lnTo>
                    <a:pt x="1372856" y="461039"/>
                  </a:lnTo>
                  <a:lnTo>
                    <a:pt x="1348112" y="459561"/>
                  </a:lnTo>
                  <a:lnTo>
                    <a:pt x="1310156" y="456822"/>
                  </a:lnTo>
                  <a:lnTo>
                    <a:pt x="1263921" y="452711"/>
                  </a:lnTo>
                  <a:lnTo>
                    <a:pt x="1215292" y="447257"/>
                  </a:lnTo>
                  <a:lnTo>
                    <a:pt x="1168381" y="440476"/>
                  </a:lnTo>
                  <a:lnTo>
                    <a:pt x="1124801" y="432255"/>
                  </a:lnTo>
                  <a:lnTo>
                    <a:pt x="1084243" y="422304"/>
                  </a:lnTo>
                  <a:lnTo>
                    <a:pt x="1045320" y="410180"/>
                  </a:lnTo>
                  <a:lnTo>
                    <a:pt x="1006251" y="395369"/>
                  </a:lnTo>
                  <a:lnTo>
                    <a:pt x="981363" y="384716"/>
                  </a:lnTo>
                  <a:lnTo>
                    <a:pt x="948045" y="369296"/>
                  </a:lnTo>
                  <a:lnTo>
                    <a:pt x="912815" y="351869"/>
                  </a:lnTo>
                  <a:lnTo>
                    <a:pt x="875418" y="332435"/>
                  </a:lnTo>
                  <a:lnTo>
                    <a:pt x="835835" y="311114"/>
                  </a:lnTo>
                  <a:lnTo>
                    <a:pt x="794281" y="288163"/>
                  </a:lnTo>
                  <a:lnTo>
                    <a:pt x="751182" y="263964"/>
                  </a:lnTo>
                  <a:lnTo>
                    <a:pt x="707135" y="239012"/>
                  </a:lnTo>
                  <a:lnTo>
                    <a:pt x="662849" y="213870"/>
                  </a:lnTo>
                  <a:lnTo>
                    <a:pt x="619057" y="189119"/>
                  </a:lnTo>
                  <a:lnTo>
                    <a:pt x="576438" y="165305"/>
                  </a:lnTo>
                  <a:lnTo>
                    <a:pt x="535535" y="142887"/>
                  </a:lnTo>
                  <a:lnTo>
                    <a:pt x="496704" y="122204"/>
                  </a:lnTo>
                  <a:lnTo>
                    <a:pt x="460079" y="103464"/>
                  </a:lnTo>
                  <a:lnTo>
                    <a:pt x="425559" y="86745"/>
                  </a:lnTo>
                  <a:lnTo>
                    <a:pt x="404090" y="76943"/>
                  </a:lnTo>
                  <a:lnTo>
                    <a:pt x="364115" y="60272"/>
                  </a:lnTo>
                  <a:lnTo>
                    <a:pt x="325313" y="46548"/>
                  </a:lnTo>
                  <a:lnTo>
                    <a:pt x="285966" y="35316"/>
                  </a:lnTo>
                  <a:lnTo>
                    <a:pt x="244373" y="26072"/>
                  </a:lnTo>
                  <a:lnTo>
                    <a:pt x="199469" y="18426"/>
                  </a:lnTo>
                  <a:lnTo>
                    <a:pt x="151578" y="12159"/>
                  </a:lnTo>
                  <a:lnTo>
                    <a:pt x="103246" y="7213"/>
                  </a:lnTo>
                  <a:lnTo>
                    <a:pt x="59459" y="3628"/>
                  </a:lnTo>
                  <a:lnTo>
                    <a:pt x="26149" y="1397"/>
                  </a:lnTo>
                  <a:lnTo>
                    <a:pt x="6948" y="325"/>
                  </a:lnTo>
                  <a:lnTo>
                    <a:pt x="426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050472" y="2577277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2050472" y="2610253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50472" y="2643229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2050472" y="2676204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2050472" y="2709180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2050472" y="5808899"/>
              <a:ext cx="1385454" cy="395708"/>
            </a:xfrm>
            <a:custGeom>
              <a:avLst/>
              <a:pathLst>
                <a:path w="1385454" h="395708">
                  <a:moveTo>
                    <a:pt x="0" y="32975"/>
                  </a:moveTo>
                  <a:lnTo>
                    <a:pt x="1766" y="33035"/>
                  </a:lnTo>
                  <a:lnTo>
                    <a:pt x="12715" y="33468"/>
                  </a:lnTo>
                  <a:lnTo>
                    <a:pt x="37665" y="34641"/>
                  </a:lnTo>
                  <a:lnTo>
                    <a:pt x="75880" y="36813"/>
                  </a:lnTo>
                  <a:lnTo>
                    <a:pt x="122348" y="40070"/>
                  </a:lnTo>
                  <a:lnTo>
                    <a:pt x="171138" y="44389"/>
                  </a:lnTo>
                  <a:lnTo>
                    <a:pt x="218143" y="49758"/>
                  </a:lnTo>
                  <a:lnTo>
                    <a:pt x="261783" y="56271"/>
                  </a:lnTo>
                  <a:lnTo>
                    <a:pt x="302409" y="64160"/>
                  </a:lnTo>
                  <a:lnTo>
                    <a:pt x="341440" y="73780"/>
                  </a:lnTo>
                  <a:lnTo>
                    <a:pt x="380678" y="85538"/>
                  </a:lnTo>
                  <a:lnTo>
                    <a:pt x="404090" y="93431"/>
                  </a:lnTo>
                  <a:lnTo>
                    <a:pt x="438175" y="105835"/>
                  </a:lnTo>
                  <a:lnTo>
                    <a:pt x="474265" y="119889"/>
                  </a:lnTo>
                  <a:lnTo>
                    <a:pt x="512625" y="135589"/>
                  </a:lnTo>
                  <a:lnTo>
                    <a:pt x="553261" y="152826"/>
                  </a:lnTo>
                  <a:lnTo>
                    <a:pt x="595926" y="171379"/>
                  </a:lnTo>
                  <a:lnTo>
                    <a:pt x="640144" y="190914"/>
                  </a:lnTo>
                  <a:lnTo>
                    <a:pt x="685256" y="211008"/>
                  </a:lnTo>
                  <a:lnTo>
                    <a:pt x="730499" y="231183"/>
                  </a:lnTo>
                  <a:lnTo>
                    <a:pt x="775092" y="250953"/>
                  </a:lnTo>
                  <a:lnTo>
                    <a:pt x="818331" y="269872"/>
                  </a:lnTo>
                  <a:lnTo>
                    <a:pt x="859675" y="287573"/>
                  </a:lnTo>
                  <a:lnTo>
                    <a:pt x="898798" y="303797"/>
                  </a:lnTo>
                  <a:lnTo>
                    <a:pt x="935620" y="318399"/>
                  </a:lnTo>
                  <a:lnTo>
                    <a:pt x="970320" y="331342"/>
                  </a:lnTo>
                  <a:lnTo>
                    <a:pt x="981363" y="335253"/>
                  </a:lnTo>
                  <a:lnTo>
                    <a:pt x="1021470" y="348392"/>
                  </a:lnTo>
                  <a:lnTo>
                    <a:pt x="1060402" y="359200"/>
                  </a:lnTo>
                  <a:lnTo>
                    <a:pt x="1099895" y="368041"/>
                  </a:lnTo>
                  <a:lnTo>
                    <a:pt x="1141664" y="375312"/>
                  </a:lnTo>
                  <a:lnTo>
                    <a:pt x="1186772" y="381322"/>
                  </a:lnTo>
                  <a:lnTo>
                    <a:pt x="1234863" y="386244"/>
                  </a:lnTo>
                  <a:lnTo>
                    <a:pt x="1283318" y="390120"/>
                  </a:lnTo>
                  <a:lnTo>
                    <a:pt x="1327056" y="392918"/>
                  </a:lnTo>
                  <a:lnTo>
                    <a:pt x="1360103" y="394648"/>
                  </a:lnTo>
                  <a:lnTo>
                    <a:pt x="1378909" y="395468"/>
                  </a:lnTo>
                  <a:lnTo>
                    <a:pt x="1385098" y="395697"/>
                  </a:lnTo>
                  <a:lnTo>
                    <a:pt x="1385454" y="395708"/>
                  </a:lnTo>
                  <a:lnTo>
                    <a:pt x="1385454" y="362733"/>
                  </a:lnTo>
                  <a:lnTo>
                    <a:pt x="1383687" y="362672"/>
                  </a:lnTo>
                  <a:lnTo>
                    <a:pt x="1372738" y="362240"/>
                  </a:lnTo>
                  <a:lnTo>
                    <a:pt x="1347788" y="361067"/>
                  </a:lnTo>
                  <a:lnTo>
                    <a:pt x="1309574" y="358895"/>
                  </a:lnTo>
                  <a:lnTo>
                    <a:pt x="1263106" y="355637"/>
                  </a:lnTo>
                  <a:lnTo>
                    <a:pt x="1214315" y="351318"/>
                  </a:lnTo>
                  <a:lnTo>
                    <a:pt x="1167311" y="345950"/>
                  </a:lnTo>
                  <a:lnTo>
                    <a:pt x="1123671" y="339437"/>
                  </a:lnTo>
                  <a:lnTo>
                    <a:pt x="1083045" y="331548"/>
                  </a:lnTo>
                  <a:lnTo>
                    <a:pt x="1044014" y="321928"/>
                  </a:lnTo>
                  <a:lnTo>
                    <a:pt x="1004775" y="310170"/>
                  </a:lnTo>
                  <a:lnTo>
                    <a:pt x="981363" y="302277"/>
                  </a:lnTo>
                  <a:lnTo>
                    <a:pt x="947279" y="289872"/>
                  </a:lnTo>
                  <a:lnTo>
                    <a:pt x="911189" y="275819"/>
                  </a:lnTo>
                  <a:lnTo>
                    <a:pt x="872828" y="260119"/>
                  </a:lnTo>
                  <a:lnTo>
                    <a:pt x="832192" y="242882"/>
                  </a:lnTo>
                  <a:lnTo>
                    <a:pt x="789528" y="224329"/>
                  </a:lnTo>
                  <a:lnTo>
                    <a:pt x="745310" y="204793"/>
                  </a:lnTo>
                  <a:lnTo>
                    <a:pt x="700197" y="184699"/>
                  </a:lnTo>
                  <a:lnTo>
                    <a:pt x="654954" y="164524"/>
                  </a:lnTo>
                  <a:lnTo>
                    <a:pt x="610362" y="144755"/>
                  </a:lnTo>
                  <a:lnTo>
                    <a:pt x="567122" y="125836"/>
                  </a:lnTo>
                  <a:lnTo>
                    <a:pt x="525778" y="108135"/>
                  </a:lnTo>
                  <a:lnTo>
                    <a:pt x="486656" y="91910"/>
                  </a:lnTo>
                  <a:lnTo>
                    <a:pt x="449834" y="77309"/>
                  </a:lnTo>
                  <a:lnTo>
                    <a:pt x="415133" y="64366"/>
                  </a:lnTo>
                  <a:lnTo>
                    <a:pt x="404090" y="60455"/>
                  </a:lnTo>
                  <a:lnTo>
                    <a:pt x="363983" y="47316"/>
                  </a:lnTo>
                  <a:lnTo>
                    <a:pt x="325051" y="36507"/>
                  </a:lnTo>
                  <a:lnTo>
                    <a:pt x="285558" y="27667"/>
                  </a:lnTo>
                  <a:lnTo>
                    <a:pt x="243790" y="20396"/>
                  </a:lnTo>
                  <a:lnTo>
                    <a:pt x="198682" y="14386"/>
                  </a:lnTo>
                  <a:lnTo>
                    <a:pt x="150591" y="9464"/>
                  </a:lnTo>
                  <a:lnTo>
                    <a:pt x="102135" y="5588"/>
                  </a:lnTo>
                  <a:lnTo>
                    <a:pt x="58397" y="2789"/>
                  </a:lnTo>
                  <a:lnTo>
                    <a:pt x="25351" y="1060"/>
                  </a:lnTo>
                  <a:lnTo>
                    <a:pt x="6545" y="240"/>
                  </a:lnTo>
                  <a:lnTo>
                    <a:pt x="355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2050472" y="2742156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2050472" y="5841874"/>
              <a:ext cx="1385454" cy="395708"/>
            </a:xfrm>
            <a:custGeom>
              <a:avLst/>
              <a:pathLst>
                <a:path w="1385454" h="395708">
                  <a:moveTo>
                    <a:pt x="0" y="32975"/>
                  </a:moveTo>
                  <a:lnTo>
                    <a:pt x="1766" y="33035"/>
                  </a:lnTo>
                  <a:lnTo>
                    <a:pt x="12715" y="33468"/>
                  </a:lnTo>
                  <a:lnTo>
                    <a:pt x="37665" y="34641"/>
                  </a:lnTo>
                  <a:lnTo>
                    <a:pt x="75880" y="36813"/>
                  </a:lnTo>
                  <a:lnTo>
                    <a:pt x="122348" y="40070"/>
                  </a:lnTo>
                  <a:lnTo>
                    <a:pt x="171138" y="44389"/>
                  </a:lnTo>
                  <a:lnTo>
                    <a:pt x="218143" y="49758"/>
                  </a:lnTo>
                  <a:lnTo>
                    <a:pt x="261783" y="56271"/>
                  </a:lnTo>
                  <a:lnTo>
                    <a:pt x="302409" y="64160"/>
                  </a:lnTo>
                  <a:lnTo>
                    <a:pt x="341440" y="73780"/>
                  </a:lnTo>
                  <a:lnTo>
                    <a:pt x="380678" y="85538"/>
                  </a:lnTo>
                  <a:lnTo>
                    <a:pt x="404090" y="93431"/>
                  </a:lnTo>
                  <a:lnTo>
                    <a:pt x="438175" y="105835"/>
                  </a:lnTo>
                  <a:lnTo>
                    <a:pt x="474265" y="119889"/>
                  </a:lnTo>
                  <a:lnTo>
                    <a:pt x="512625" y="135589"/>
                  </a:lnTo>
                  <a:lnTo>
                    <a:pt x="553261" y="152826"/>
                  </a:lnTo>
                  <a:lnTo>
                    <a:pt x="595926" y="171379"/>
                  </a:lnTo>
                  <a:lnTo>
                    <a:pt x="640144" y="190914"/>
                  </a:lnTo>
                  <a:lnTo>
                    <a:pt x="685256" y="211008"/>
                  </a:lnTo>
                  <a:lnTo>
                    <a:pt x="730499" y="231183"/>
                  </a:lnTo>
                  <a:lnTo>
                    <a:pt x="775092" y="250953"/>
                  </a:lnTo>
                  <a:lnTo>
                    <a:pt x="818331" y="269872"/>
                  </a:lnTo>
                  <a:lnTo>
                    <a:pt x="859675" y="287573"/>
                  </a:lnTo>
                  <a:lnTo>
                    <a:pt x="898798" y="303797"/>
                  </a:lnTo>
                  <a:lnTo>
                    <a:pt x="935620" y="318399"/>
                  </a:lnTo>
                  <a:lnTo>
                    <a:pt x="970320" y="331342"/>
                  </a:lnTo>
                  <a:lnTo>
                    <a:pt x="981363" y="335253"/>
                  </a:lnTo>
                  <a:lnTo>
                    <a:pt x="1021470" y="348392"/>
                  </a:lnTo>
                  <a:lnTo>
                    <a:pt x="1060402" y="359200"/>
                  </a:lnTo>
                  <a:lnTo>
                    <a:pt x="1099895" y="368041"/>
                  </a:lnTo>
                  <a:lnTo>
                    <a:pt x="1141664" y="375312"/>
                  </a:lnTo>
                  <a:lnTo>
                    <a:pt x="1186772" y="381322"/>
                  </a:lnTo>
                  <a:lnTo>
                    <a:pt x="1234863" y="386244"/>
                  </a:lnTo>
                  <a:lnTo>
                    <a:pt x="1283318" y="390120"/>
                  </a:lnTo>
                  <a:lnTo>
                    <a:pt x="1327056" y="392918"/>
                  </a:lnTo>
                  <a:lnTo>
                    <a:pt x="1360103" y="394648"/>
                  </a:lnTo>
                  <a:lnTo>
                    <a:pt x="1378909" y="395468"/>
                  </a:lnTo>
                  <a:lnTo>
                    <a:pt x="1385098" y="395697"/>
                  </a:lnTo>
                  <a:lnTo>
                    <a:pt x="1385454" y="395708"/>
                  </a:lnTo>
                  <a:lnTo>
                    <a:pt x="1385454" y="362733"/>
                  </a:lnTo>
                  <a:lnTo>
                    <a:pt x="1383687" y="362672"/>
                  </a:lnTo>
                  <a:lnTo>
                    <a:pt x="1372738" y="362240"/>
                  </a:lnTo>
                  <a:lnTo>
                    <a:pt x="1347788" y="361067"/>
                  </a:lnTo>
                  <a:lnTo>
                    <a:pt x="1309574" y="358895"/>
                  </a:lnTo>
                  <a:lnTo>
                    <a:pt x="1263106" y="355637"/>
                  </a:lnTo>
                  <a:lnTo>
                    <a:pt x="1214315" y="351318"/>
                  </a:lnTo>
                  <a:lnTo>
                    <a:pt x="1167311" y="345950"/>
                  </a:lnTo>
                  <a:lnTo>
                    <a:pt x="1123671" y="339437"/>
                  </a:lnTo>
                  <a:lnTo>
                    <a:pt x="1083045" y="331548"/>
                  </a:lnTo>
                  <a:lnTo>
                    <a:pt x="1044014" y="321928"/>
                  </a:lnTo>
                  <a:lnTo>
                    <a:pt x="1004775" y="310170"/>
                  </a:lnTo>
                  <a:lnTo>
                    <a:pt x="981363" y="302277"/>
                  </a:lnTo>
                  <a:lnTo>
                    <a:pt x="947279" y="289872"/>
                  </a:lnTo>
                  <a:lnTo>
                    <a:pt x="911189" y="275819"/>
                  </a:lnTo>
                  <a:lnTo>
                    <a:pt x="872828" y="260119"/>
                  </a:lnTo>
                  <a:lnTo>
                    <a:pt x="832192" y="242882"/>
                  </a:lnTo>
                  <a:lnTo>
                    <a:pt x="789528" y="224329"/>
                  </a:lnTo>
                  <a:lnTo>
                    <a:pt x="745310" y="204793"/>
                  </a:lnTo>
                  <a:lnTo>
                    <a:pt x="700197" y="184699"/>
                  </a:lnTo>
                  <a:lnTo>
                    <a:pt x="654954" y="164524"/>
                  </a:lnTo>
                  <a:lnTo>
                    <a:pt x="610362" y="144755"/>
                  </a:lnTo>
                  <a:lnTo>
                    <a:pt x="567122" y="125836"/>
                  </a:lnTo>
                  <a:lnTo>
                    <a:pt x="525778" y="108135"/>
                  </a:lnTo>
                  <a:lnTo>
                    <a:pt x="486656" y="91910"/>
                  </a:lnTo>
                  <a:lnTo>
                    <a:pt x="449834" y="77309"/>
                  </a:lnTo>
                  <a:lnTo>
                    <a:pt x="415133" y="64366"/>
                  </a:lnTo>
                  <a:lnTo>
                    <a:pt x="404090" y="60455"/>
                  </a:lnTo>
                  <a:lnTo>
                    <a:pt x="363983" y="47316"/>
                  </a:lnTo>
                  <a:lnTo>
                    <a:pt x="325051" y="36507"/>
                  </a:lnTo>
                  <a:lnTo>
                    <a:pt x="285558" y="27667"/>
                  </a:lnTo>
                  <a:lnTo>
                    <a:pt x="243790" y="20396"/>
                  </a:lnTo>
                  <a:lnTo>
                    <a:pt x="198682" y="14386"/>
                  </a:lnTo>
                  <a:lnTo>
                    <a:pt x="150591" y="9464"/>
                  </a:lnTo>
                  <a:lnTo>
                    <a:pt x="102135" y="5588"/>
                  </a:lnTo>
                  <a:lnTo>
                    <a:pt x="58397" y="2789"/>
                  </a:lnTo>
                  <a:lnTo>
                    <a:pt x="25351" y="1060"/>
                  </a:lnTo>
                  <a:lnTo>
                    <a:pt x="6545" y="240"/>
                  </a:lnTo>
                  <a:lnTo>
                    <a:pt x="355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2050472" y="2775131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2050472" y="2808107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2050472" y="2841083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2050472" y="2874059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2050472" y="2907034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2050472" y="5413190"/>
              <a:ext cx="1385454" cy="263805"/>
            </a:xfrm>
            <a:custGeom>
              <a:avLst/>
              <a:pathLst>
                <a:path w="1385454" h="263805">
                  <a:moveTo>
                    <a:pt x="0" y="32975"/>
                  </a:moveTo>
                  <a:lnTo>
                    <a:pt x="1783" y="33014"/>
                  </a:lnTo>
                  <a:lnTo>
                    <a:pt x="12831" y="33292"/>
                  </a:lnTo>
                  <a:lnTo>
                    <a:pt x="37983" y="34046"/>
                  </a:lnTo>
                  <a:lnTo>
                    <a:pt x="76450" y="35440"/>
                  </a:lnTo>
                  <a:lnTo>
                    <a:pt x="123145" y="37530"/>
                  </a:lnTo>
                  <a:lnTo>
                    <a:pt x="172091" y="40300"/>
                  </a:lnTo>
                  <a:lnTo>
                    <a:pt x="219185" y="43742"/>
                  </a:lnTo>
                  <a:lnTo>
                    <a:pt x="262884" y="47920"/>
                  </a:lnTo>
                  <a:lnTo>
                    <a:pt x="303576" y="52984"/>
                  </a:lnTo>
                  <a:lnTo>
                    <a:pt x="342715" y="59164"/>
                  </a:lnTo>
                  <a:lnTo>
                    <a:pt x="382121" y="66723"/>
                  </a:lnTo>
                  <a:lnTo>
                    <a:pt x="404090" y="71447"/>
                  </a:lnTo>
                  <a:lnTo>
                    <a:pt x="438999" y="79539"/>
                  </a:lnTo>
                  <a:lnTo>
                    <a:pt x="476018" y="88731"/>
                  </a:lnTo>
                  <a:lnTo>
                    <a:pt x="515420" y="99018"/>
                  </a:lnTo>
                  <a:lnTo>
                    <a:pt x="557196" y="110322"/>
                  </a:lnTo>
                  <a:lnTo>
                    <a:pt x="601059" y="122485"/>
                  </a:lnTo>
                  <a:lnTo>
                    <a:pt x="646475" y="135272"/>
                  </a:lnTo>
                  <a:lnTo>
                    <a:pt x="692720" y="148388"/>
                  </a:lnTo>
                  <a:lnTo>
                    <a:pt x="738966" y="161505"/>
                  </a:lnTo>
                  <a:lnTo>
                    <a:pt x="784382" y="174292"/>
                  </a:lnTo>
                  <a:lnTo>
                    <a:pt x="828246" y="186455"/>
                  </a:lnTo>
                  <a:lnTo>
                    <a:pt x="870022" y="197759"/>
                  </a:lnTo>
                  <a:lnTo>
                    <a:pt x="909425" y="208047"/>
                  </a:lnTo>
                  <a:lnTo>
                    <a:pt x="946444" y="217239"/>
                  </a:lnTo>
                  <a:lnTo>
                    <a:pt x="981363" y="225334"/>
                  </a:lnTo>
                  <a:lnTo>
                    <a:pt x="1021599" y="233720"/>
                  </a:lnTo>
                  <a:lnTo>
                    <a:pt x="1060658" y="240614"/>
                  </a:lnTo>
                  <a:lnTo>
                    <a:pt x="1100293" y="246249"/>
                  </a:lnTo>
                  <a:lnTo>
                    <a:pt x="1142233" y="250881"/>
                  </a:lnTo>
                  <a:lnTo>
                    <a:pt x="1187541" y="254707"/>
                  </a:lnTo>
                  <a:lnTo>
                    <a:pt x="1235827" y="257837"/>
                  </a:lnTo>
                  <a:lnTo>
                    <a:pt x="1284400" y="260298"/>
                  </a:lnTo>
                  <a:lnTo>
                    <a:pt x="1328085" y="262067"/>
                  </a:lnTo>
                  <a:lnTo>
                    <a:pt x="1360869" y="263154"/>
                  </a:lnTo>
                  <a:lnTo>
                    <a:pt x="1379287" y="263662"/>
                  </a:lnTo>
                  <a:lnTo>
                    <a:pt x="1385160" y="263799"/>
                  </a:lnTo>
                  <a:lnTo>
                    <a:pt x="1385454" y="263805"/>
                  </a:lnTo>
                  <a:lnTo>
                    <a:pt x="1385454" y="230830"/>
                  </a:lnTo>
                  <a:lnTo>
                    <a:pt x="1383670" y="230791"/>
                  </a:lnTo>
                  <a:lnTo>
                    <a:pt x="1372622" y="230513"/>
                  </a:lnTo>
                  <a:lnTo>
                    <a:pt x="1347471" y="229759"/>
                  </a:lnTo>
                  <a:lnTo>
                    <a:pt x="1309003" y="228365"/>
                  </a:lnTo>
                  <a:lnTo>
                    <a:pt x="1262309" y="226275"/>
                  </a:lnTo>
                  <a:lnTo>
                    <a:pt x="1213363" y="223505"/>
                  </a:lnTo>
                  <a:lnTo>
                    <a:pt x="1166269" y="220063"/>
                  </a:lnTo>
                  <a:lnTo>
                    <a:pt x="1122570" y="215885"/>
                  </a:lnTo>
                  <a:lnTo>
                    <a:pt x="1081877" y="210821"/>
                  </a:lnTo>
                  <a:lnTo>
                    <a:pt x="1042738" y="204640"/>
                  </a:lnTo>
                  <a:lnTo>
                    <a:pt x="1003332" y="197082"/>
                  </a:lnTo>
                  <a:lnTo>
                    <a:pt x="981363" y="192358"/>
                  </a:lnTo>
                  <a:lnTo>
                    <a:pt x="946454" y="184266"/>
                  </a:lnTo>
                  <a:lnTo>
                    <a:pt x="909435" y="175074"/>
                  </a:lnTo>
                  <a:lnTo>
                    <a:pt x="870033" y="164787"/>
                  </a:lnTo>
                  <a:lnTo>
                    <a:pt x="828258" y="153483"/>
                  </a:lnTo>
                  <a:lnTo>
                    <a:pt x="784395" y="141320"/>
                  </a:lnTo>
                  <a:lnTo>
                    <a:pt x="738979" y="128532"/>
                  </a:lnTo>
                  <a:lnTo>
                    <a:pt x="692733" y="115416"/>
                  </a:lnTo>
                  <a:lnTo>
                    <a:pt x="646488" y="102300"/>
                  </a:lnTo>
                  <a:lnTo>
                    <a:pt x="601071" y="89513"/>
                  </a:lnTo>
                  <a:lnTo>
                    <a:pt x="557208" y="77350"/>
                  </a:lnTo>
                  <a:lnTo>
                    <a:pt x="515432" y="66045"/>
                  </a:lnTo>
                  <a:lnTo>
                    <a:pt x="476029" y="55758"/>
                  </a:lnTo>
                  <a:lnTo>
                    <a:pt x="439009" y="46566"/>
                  </a:lnTo>
                  <a:lnTo>
                    <a:pt x="404090" y="38471"/>
                  </a:lnTo>
                  <a:lnTo>
                    <a:pt x="363854" y="30085"/>
                  </a:lnTo>
                  <a:lnTo>
                    <a:pt x="324796" y="23191"/>
                  </a:lnTo>
                  <a:lnTo>
                    <a:pt x="285161" y="17556"/>
                  </a:lnTo>
                  <a:lnTo>
                    <a:pt x="243220" y="12924"/>
                  </a:lnTo>
                  <a:lnTo>
                    <a:pt x="197913" y="9098"/>
                  </a:lnTo>
                  <a:lnTo>
                    <a:pt x="149627" y="5967"/>
                  </a:lnTo>
                  <a:lnTo>
                    <a:pt x="101054" y="3507"/>
                  </a:lnTo>
                  <a:lnTo>
                    <a:pt x="57368" y="1738"/>
                  </a:lnTo>
                  <a:lnTo>
                    <a:pt x="24585" y="651"/>
                  </a:lnTo>
                  <a:lnTo>
                    <a:pt x="6166" y="143"/>
                  </a:lnTo>
                  <a:lnTo>
                    <a:pt x="294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2050472" y="2940010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2050472" y="2972986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2050472" y="3005962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2050472" y="3038937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2050472" y="3071913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2050472" y="3104889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2050472" y="3137865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2050472" y="6204607"/>
              <a:ext cx="1385454" cy="494635"/>
            </a:xfrm>
            <a:custGeom>
              <a:avLst/>
              <a:pathLst>
                <a:path w="1385454" h="494635">
                  <a:moveTo>
                    <a:pt x="0" y="32975"/>
                  </a:moveTo>
                  <a:lnTo>
                    <a:pt x="1749" y="33051"/>
                  </a:lnTo>
                  <a:lnTo>
                    <a:pt x="12597" y="33596"/>
                  </a:lnTo>
                  <a:lnTo>
                    <a:pt x="37341" y="35074"/>
                  </a:lnTo>
                  <a:lnTo>
                    <a:pt x="75297" y="37813"/>
                  </a:lnTo>
                  <a:lnTo>
                    <a:pt x="121532" y="41924"/>
                  </a:lnTo>
                  <a:lnTo>
                    <a:pt x="170162" y="47378"/>
                  </a:lnTo>
                  <a:lnTo>
                    <a:pt x="217073" y="54158"/>
                  </a:lnTo>
                  <a:lnTo>
                    <a:pt x="260652" y="62380"/>
                  </a:lnTo>
                  <a:lnTo>
                    <a:pt x="301211" y="72331"/>
                  </a:lnTo>
                  <a:lnTo>
                    <a:pt x="340134" y="84455"/>
                  </a:lnTo>
                  <a:lnTo>
                    <a:pt x="379203" y="99266"/>
                  </a:lnTo>
                  <a:lnTo>
                    <a:pt x="404090" y="109919"/>
                  </a:lnTo>
                  <a:lnTo>
                    <a:pt x="437409" y="125339"/>
                  </a:lnTo>
                  <a:lnTo>
                    <a:pt x="472639" y="142766"/>
                  </a:lnTo>
                  <a:lnTo>
                    <a:pt x="510036" y="162200"/>
                  </a:lnTo>
                  <a:lnTo>
                    <a:pt x="549618" y="183520"/>
                  </a:lnTo>
                  <a:lnTo>
                    <a:pt x="591172" y="206472"/>
                  </a:lnTo>
                  <a:lnTo>
                    <a:pt x="634272" y="230671"/>
                  </a:lnTo>
                  <a:lnTo>
                    <a:pt x="678318" y="255623"/>
                  </a:lnTo>
                  <a:lnTo>
                    <a:pt x="722605" y="280765"/>
                  </a:lnTo>
                  <a:lnTo>
                    <a:pt x="766397" y="305515"/>
                  </a:lnTo>
                  <a:lnTo>
                    <a:pt x="809016" y="329329"/>
                  </a:lnTo>
                  <a:lnTo>
                    <a:pt x="849919" y="351748"/>
                  </a:lnTo>
                  <a:lnTo>
                    <a:pt x="888749" y="372431"/>
                  </a:lnTo>
                  <a:lnTo>
                    <a:pt x="925374" y="391171"/>
                  </a:lnTo>
                  <a:lnTo>
                    <a:pt x="959894" y="407890"/>
                  </a:lnTo>
                  <a:lnTo>
                    <a:pt x="981363" y="417692"/>
                  </a:lnTo>
                  <a:lnTo>
                    <a:pt x="1021338" y="434363"/>
                  </a:lnTo>
                  <a:lnTo>
                    <a:pt x="1060141" y="448087"/>
                  </a:lnTo>
                  <a:lnTo>
                    <a:pt x="1099488" y="459319"/>
                  </a:lnTo>
                  <a:lnTo>
                    <a:pt x="1141081" y="468563"/>
                  </a:lnTo>
                  <a:lnTo>
                    <a:pt x="1185984" y="476209"/>
                  </a:lnTo>
                  <a:lnTo>
                    <a:pt x="1233875" y="482476"/>
                  </a:lnTo>
                  <a:lnTo>
                    <a:pt x="1282208" y="487422"/>
                  </a:lnTo>
                  <a:lnTo>
                    <a:pt x="1325994" y="491007"/>
                  </a:lnTo>
                  <a:lnTo>
                    <a:pt x="1359304" y="493238"/>
                  </a:lnTo>
                  <a:lnTo>
                    <a:pt x="1378506" y="494310"/>
                  </a:lnTo>
                  <a:lnTo>
                    <a:pt x="1385027" y="494618"/>
                  </a:lnTo>
                  <a:lnTo>
                    <a:pt x="1385454" y="494635"/>
                  </a:lnTo>
                  <a:lnTo>
                    <a:pt x="1385454" y="461660"/>
                  </a:lnTo>
                  <a:lnTo>
                    <a:pt x="1383705" y="461584"/>
                  </a:lnTo>
                  <a:lnTo>
                    <a:pt x="1372856" y="461039"/>
                  </a:lnTo>
                  <a:lnTo>
                    <a:pt x="1348112" y="459561"/>
                  </a:lnTo>
                  <a:lnTo>
                    <a:pt x="1310156" y="456822"/>
                  </a:lnTo>
                  <a:lnTo>
                    <a:pt x="1263921" y="452711"/>
                  </a:lnTo>
                  <a:lnTo>
                    <a:pt x="1215292" y="447257"/>
                  </a:lnTo>
                  <a:lnTo>
                    <a:pt x="1168381" y="440476"/>
                  </a:lnTo>
                  <a:lnTo>
                    <a:pt x="1124801" y="432255"/>
                  </a:lnTo>
                  <a:lnTo>
                    <a:pt x="1084243" y="422304"/>
                  </a:lnTo>
                  <a:lnTo>
                    <a:pt x="1045320" y="410180"/>
                  </a:lnTo>
                  <a:lnTo>
                    <a:pt x="1006251" y="395369"/>
                  </a:lnTo>
                  <a:lnTo>
                    <a:pt x="981363" y="384716"/>
                  </a:lnTo>
                  <a:lnTo>
                    <a:pt x="948045" y="369296"/>
                  </a:lnTo>
                  <a:lnTo>
                    <a:pt x="912815" y="351869"/>
                  </a:lnTo>
                  <a:lnTo>
                    <a:pt x="875418" y="332435"/>
                  </a:lnTo>
                  <a:lnTo>
                    <a:pt x="835835" y="311114"/>
                  </a:lnTo>
                  <a:lnTo>
                    <a:pt x="794281" y="288163"/>
                  </a:lnTo>
                  <a:lnTo>
                    <a:pt x="751182" y="263964"/>
                  </a:lnTo>
                  <a:lnTo>
                    <a:pt x="707135" y="239012"/>
                  </a:lnTo>
                  <a:lnTo>
                    <a:pt x="662849" y="213870"/>
                  </a:lnTo>
                  <a:lnTo>
                    <a:pt x="619057" y="189119"/>
                  </a:lnTo>
                  <a:lnTo>
                    <a:pt x="576438" y="165305"/>
                  </a:lnTo>
                  <a:lnTo>
                    <a:pt x="535535" y="142887"/>
                  </a:lnTo>
                  <a:lnTo>
                    <a:pt x="496704" y="122204"/>
                  </a:lnTo>
                  <a:lnTo>
                    <a:pt x="460079" y="103464"/>
                  </a:lnTo>
                  <a:lnTo>
                    <a:pt x="425559" y="86745"/>
                  </a:lnTo>
                  <a:lnTo>
                    <a:pt x="404090" y="76943"/>
                  </a:lnTo>
                  <a:lnTo>
                    <a:pt x="364115" y="60272"/>
                  </a:lnTo>
                  <a:lnTo>
                    <a:pt x="325313" y="46548"/>
                  </a:lnTo>
                  <a:lnTo>
                    <a:pt x="285966" y="35316"/>
                  </a:lnTo>
                  <a:lnTo>
                    <a:pt x="244373" y="26072"/>
                  </a:lnTo>
                  <a:lnTo>
                    <a:pt x="199469" y="18426"/>
                  </a:lnTo>
                  <a:lnTo>
                    <a:pt x="151578" y="12159"/>
                  </a:lnTo>
                  <a:lnTo>
                    <a:pt x="103246" y="7213"/>
                  </a:lnTo>
                  <a:lnTo>
                    <a:pt x="59459" y="3628"/>
                  </a:lnTo>
                  <a:lnTo>
                    <a:pt x="26149" y="1397"/>
                  </a:lnTo>
                  <a:lnTo>
                    <a:pt x="6948" y="325"/>
                  </a:lnTo>
                  <a:lnTo>
                    <a:pt x="426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2050472" y="3170840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2050472" y="5874850"/>
              <a:ext cx="1385454" cy="395708"/>
            </a:xfrm>
            <a:custGeom>
              <a:avLst/>
              <a:pathLst>
                <a:path w="1385454" h="395708">
                  <a:moveTo>
                    <a:pt x="0" y="32975"/>
                  </a:moveTo>
                  <a:lnTo>
                    <a:pt x="1766" y="33035"/>
                  </a:lnTo>
                  <a:lnTo>
                    <a:pt x="12715" y="33468"/>
                  </a:lnTo>
                  <a:lnTo>
                    <a:pt x="37665" y="34641"/>
                  </a:lnTo>
                  <a:lnTo>
                    <a:pt x="75880" y="36813"/>
                  </a:lnTo>
                  <a:lnTo>
                    <a:pt x="122348" y="40070"/>
                  </a:lnTo>
                  <a:lnTo>
                    <a:pt x="171138" y="44389"/>
                  </a:lnTo>
                  <a:lnTo>
                    <a:pt x="218143" y="49758"/>
                  </a:lnTo>
                  <a:lnTo>
                    <a:pt x="261783" y="56271"/>
                  </a:lnTo>
                  <a:lnTo>
                    <a:pt x="302409" y="64160"/>
                  </a:lnTo>
                  <a:lnTo>
                    <a:pt x="341440" y="73780"/>
                  </a:lnTo>
                  <a:lnTo>
                    <a:pt x="380678" y="85538"/>
                  </a:lnTo>
                  <a:lnTo>
                    <a:pt x="404090" y="93431"/>
                  </a:lnTo>
                  <a:lnTo>
                    <a:pt x="438175" y="105835"/>
                  </a:lnTo>
                  <a:lnTo>
                    <a:pt x="474265" y="119889"/>
                  </a:lnTo>
                  <a:lnTo>
                    <a:pt x="512625" y="135589"/>
                  </a:lnTo>
                  <a:lnTo>
                    <a:pt x="553261" y="152826"/>
                  </a:lnTo>
                  <a:lnTo>
                    <a:pt x="595926" y="171379"/>
                  </a:lnTo>
                  <a:lnTo>
                    <a:pt x="640144" y="190914"/>
                  </a:lnTo>
                  <a:lnTo>
                    <a:pt x="685256" y="211008"/>
                  </a:lnTo>
                  <a:lnTo>
                    <a:pt x="730499" y="231183"/>
                  </a:lnTo>
                  <a:lnTo>
                    <a:pt x="775092" y="250953"/>
                  </a:lnTo>
                  <a:lnTo>
                    <a:pt x="818331" y="269872"/>
                  </a:lnTo>
                  <a:lnTo>
                    <a:pt x="859675" y="287573"/>
                  </a:lnTo>
                  <a:lnTo>
                    <a:pt x="898798" y="303797"/>
                  </a:lnTo>
                  <a:lnTo>
                    <a:pt x="935620" y="318399"/>
                  </a:lnTo>
                  <a:lnTo>
                    <a:pt x="970320" y="331342"/>
                  </a:lnTo>
                  <a:lnTo>
                    <a:pt x="981363" y="335253"/>
                  </a:lnTo>
                  <a:lnTo>
                    <a:pt x="1021470" y="348392"/>
                  </a:lnTo>
                  <a:lnTo>
                    <a:pt x="1060402" y="359200"/>
                  </a:lnTo>
                  <a:lnTo>
                    <a:pt x="1099895" y="368041"/>
                  </a:lnTo>
                  <a:lnTo>
                    <a:pt x="1141664" y="375312"/>
                  </a:lnTo>
                  <a:lnTo>
                    <a:pt x="1186772" y="381322"/>
                  </a:lnTo>
                  <a:lnTo>
                    <a:pt x="1234863" y="386244"/>
                  </a:lnTo>
                  <a:lnTo>
                    <a:pt x="1283318" y="390120"/>
                  </a:lnTo>
                  <a:lnTo>
                    <a:pt x="1327056" y="392918"/>
                  </a:lnTo>
                  <a:lnTo>
                    <a:pt x="1360103" y="394648"/>
                  </a:lnTo>
                  <a:lnTo>
                    <a:pt x="1378909" y="395468"/>
                  </a:lnTo>
                  <a:lnTo>
                    <a:pt x="1385098" y="395697"/>
                  </a:lnTo>
                  <a:lnTo>
                    <a:pt x="1385454" y="395708"/>
                  </a:lnTo>
                  <a:lnTo>
                    <a:pt x="1385454" y="362733"/>
                  </a:lnTo>
                  <a:lnTo>
                    <a:pt x="1383687" y="362672"/>
                  </a:lnTo>
                  <a:lnTo>
                    <a:pt x="1372738" y="362240"/>
                  </a:lnTo>
                  <a:lnTo>
                    <a:pt x="1347788" y="361067"/>
                  </a:lnTo>
                  <a:lnTo>
                    <a:pt x="1309574" y="358895"/>
                  </a:lnTo>
                  <a:lnTo>
                    <a:pt x="1263106" y="355637"/>
                  </a:lnTo>
                  <a:lnTo>
                    <a:pt x="1214315" y="351318"/>
                  </a:lnTo>
                  <a:lnTo>
                    <a:pt x="1167311" y="345950"/>
                  </a:lnTo>
                  <a:lnTo>
                    <a:pt x="1123671" y="339437"/>
                  </a:lnTo>
                  <a:lnTo>
                    <a:pt x="1083045" y="331548"/>
                  </a:lnTo>
                  <a:lnTo>
                    <a:pt x="1044014" y="321928"/>
                  </a:lnTo>
                  <a:lnTo>
                    <a:pt x="1004775" y="310170"/>
                  </a:lnTo>
                  <a:lnTo>
                    <a:pt x="981363" y="302277"/>
                  </a:lnTo>
                  <a:lnTo>
                    <a:pt x="947279" y="289872"/>
                  </a:lnTo>
                  <a:lnTo>
                    <a:pt x="911189" y="275819"/>
                  </a:lnTo>
                  <a:lnTo>
                    <a:pt x="872828" y="260119"/>
                  </a:lnTo>
                  <a:lnTo>
                    <a:pt x="832192" y="242882"/>
                  </a:lnTo>
                  <a:lnTo>
                    <a:pt x="789528" y="224329"/>
                  </a:lnTo>
                  <a:lnTo>
                    <a:pt x="745310" y="204793"/>
                  </a:lnTo>
                  <a:lnTo>
                    <a:pt x="700197" y="184699"/>
                  </a:lnTo>
                  <a:lnTo>
                    <a:pt x="654954" y="164524"/>
                  </a:lnTo>
                  <a:lnTo>
                    <a:pt x="610362" y="144755"/>
                  </a:lnTo>
                  <a:lnTo>
                    <a:pt x="567122" y="125836"/>
                  </a:lnTo>
                  <a:lnTo>
                    <a:pt x="525778" y="108135"/>
                  </a:lnTo>
                  <a:lnTo>
                    <a:pt x="486656" y="91910"/>
                  </a:lnTo>
                  <a:lnTo>
                    <a:pt x="449834" y="77309"/>
                  </a:lnTo>
                  <a:lnTo>
                    <a:pt x="415133" y="64366"/>
                  </a:lnTo>
                  <a:lnTo>
                    <a:pt x="404090" y="60455"/>
                  </a:lnTo>
                  <a:lnTo>
                    <a:pt x="363983" y="47316"/>
                  </a:lnTo>
                  <a:lnTo>
                    <a:pt x="325051" y="36507"/>
                  </a:lnTo>
                  <a:lnTo>
                    <a:pt x="285558" y="27667"/>
                  </a:lnTo>
                  <a:lnTo>
                    <a:pt x="243790" y="20396"/>
                  </a:lnTo>
                  <a:lnTo>
                    <a:pt x="198682" y="14386"/>
                  </a:lnTo>
                  <a:lnTo>
                    <a:pt x="150591" y="9464"/>
                  </a:lnTo>
                  <a:lnTo>
                    <a:pt x="102135" y="5588"/>
                  </a:lnTo>
                  <a:lnTo>
                    <a:pt x="58397" y="2789"/>
                  </a:lnTo>
                  <a:lnTo>
                    <a:pt x="25351" y="1060"/>
                  </a:lnTo>
                  <a:lnTo>
                    <a:pt x="6545" y="240"/>
                  </a:lnTo>
                  <a:lnTo>
                    <a:pt x="355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2050472" y="6237583"/>
              <a:ext cx="1385454" cy="494635"/>
            </a:xfrm>
            <a:custGeom>
              <a:avLst/>
              <a:pathLst>
                <a:path w="1385454" h="494635">
                  <a:moveTo>
                    <a:pt x="0" y="32975"/>
                  </a:moveTo>
                  <a:lnTo>
                    <a:pt x="1749" y="33051"/>
                  </a:lnTo>
                  <a:lnTo>
                    <a:pt x="12597" y="33596"/>
                  </a:lnTo>
                  <a:lnTo>
                    <a:pt x="37341" y="35074"/>
                  </a:lnTo>
                  <a:lnTo>
                    <a:pt x="75297" y="37813"/>
                  </a:lnTo>
                  <a:lnTo>
                    <a:pt x="121532" y="41924"/>
                  </a:lnTo>
                  <a:lnTo>
                    <a:pt x="170162" y="47378"/>
                  </a:lnTo>
                  <a:lnTo>
                    <a:pt x="217073" y="54158"/>
                  </a:lnTo>
                  <a:lnTo>
                    <a:pt x="260652" y="62380"/>
                  </a:lnTo>
                  <a:lnTo>
                    <a:pt x="301211" y="72331"/>
                  </a:lnTo>
                  <a:lnTo>
                    <a:pt x="340134" y="84455"/>
                  </a:lnTo>
                  <a:lnTo>
                    <a:pt x="379203" y="99266"/>
                  </a:lnTo>
                  <a:lnTo>
                    <a:pt x="404090" y="109919"/>
                  </a:lnTo>
                  <a:lnTo>
                    <a:pt x="437409" y="125339"/>
                  </a:lnTo>
                  <a:lnTo>
                    <a:pt x="472639" y="142766"/>
                  </a:lnTo>
                  <a:lnTo>
                    <a:pt x="510036" y="162200"/>
                  </a:lnTo>
                  <a:lnTo>
                    <a:pt x="549618" y="183520"/>
                  </a:lnTo>
                  <a:lnTo>
                    <a:pt x="591172" y="206472"/>
                  </a:lnTo>
                  <a:lnTo>
                    <a:pt x="634272" y="230671"/>
                  </a:lnTo>
                  <a:lnTo>
                    <a:pt x="678318" y="255623"/>
                  </a:lnTo>
                  <a:lnTo>
                    <a:pt x="722605" y="280765"/>
                  </a:lnTo>
                  <a:lnTo>
                    <a:pt x="766397" y="305515"/>
                  </a:lnTo>
                  <a:lnTo>
                    <a:pt x="809016" y="329329"/>
                  </a:lnTo>
                  <a:lnTo>
                    <a:pt x="849919" y="351748"/>
                  </a:lnTo>
                  <a:lnTo>
                    <a:pt x="888749" y="372431"/>
                  </a:lnTo>
                  <a:lnTo>
                    <a:pt x="925374" y="391171"/>
                  </a:lnTo>
                  <a:lnTo>
                    <a:pt x="959894" y="407890"/>
                  </a:lnTo>
                  <a:lnTo>
                    <a:pt x="981363" y="417692"/>
                  </a:lnTo>
                  <a:lnTo>
                    <a:pt x="1021338" y="434363"/>
                  </a:lnTo>
                  <a:lnTo>
                    <a:pt x="1060141" y="448087"/>
                  </a:lnTo>
                  <a:lnTo>
                    <a:pt x="1099488" y="459319"/>
                  </a:lnTo>
                  <a:lnTo>
                    <a:pt x="1141081" y="468563"/>
                  </a:lnTo>
                  <a:lnTo>
                    <a:pt x="1185984" y="476209"/>
                  </a:lnTo>
                  <a:lnTo>
                    <a:pt x="1233875" y="482476"/>
                  </a:lnTo>
                  <a:lnTo>
                    <a:pt x="1282208" y="487422"/>
                  </a:lnTo>
                  <a:lnTo>
                    <a:pt x="1325994" y="491007"/>
                  </a:lnTo>
                  <a:lnTo>
                    <a:pt x="1359304" y="493238"/>
                  </a:lnTo>
                  <a:lnTo>
                    <a:pt x="1378506" y="494310"/>
                  </a:lnTo>
                  <a:lnTo>
                    <a:pt x="1385027" y="494618"/>
                  </a:lnTo>
                  <a:lnTo>
                    <a:pt x="1385454" y="494635"/>
                  </a:lnTo>
                  <a:lnTo>
                    <a:pt x="1385454" y="461660"/>
                  </a:lnTo>
                  <a:lnTo>
                    <a:pt x="1383705" y="461584"/>
                  </a:lnTo>
                  <a:lnTo>
                    <a:pt x="1372856" y="461039"/>
                  </a:lnTo>
                  <a:lnTo>
                    <a:pt x="1348112" y="459561"/>
                  </a:lnTo>
                  <a:lnTo>
                    <a:pt x="1310156" y="456822"/>
                  </a:lnTo>
                  <a:lnTo>
                    <a:pt x="1263921" y="452711"/>
                  </a:lnTo>
                  <a:lnTo>
                    <a:pt x="1215292" y="447257"/>
                  </a:lnTo>
                  <a:lnTo>
                    <a:pt x="1168381" y="440476"/>
                  </a:lnTo>
                  <a:lnTo>
                    <a:pt x="1124801" y="432255"/>
                  </a:lnTo>
                  <a:lnTo>
                    <a:pt x="1084243" y="422304"/>
                  </a:lnTo>
                  <a:lnTo>
                    <a:pt x="1045320" y="410180"/>
                  </a:lnTo>
                  <a:lnTo>
                    <a:pt x="1006251" y="395369"/>
                  </a:lnTo>
                  <a:lnTo>
                    <a:pt x="981363" y="384716"/>
                  </a:lnTo>
                  <a:lnTo>
                    <a:pt x="948045" y="369296"/>
                  </a:lnTo>
                  <a:lnTo>
                    <a:pt x="912815" y="351869"/>
                  </a:lnTo>
                  <a:lnTo>
                    <a:pt x="875418" y="332435"/>
                  </a:lnTo>
                  <a:lnTo>
                    <a:pt x="835835" y="311114"/>
                  </a:lnTo>
                  <a:lnTo>
                    <a:pt x="794281" y="288163"/>
                  </a:lnTo>
                  <a:lnTo>
                    <a:pt x="751182" y="263964"/>
                  </a:lnTo>
                  <a:lnTo>
                    <a:pt x="707135" y="239012"/>
                  </a:lnTo>
                  <a:lnTo>
                    <a:pt x="662849" y="213870"/>
                  </a:lnTo>
                  <a:lnTo>
                    <a:pt x="619057" y="189119"/>
                  </a:lnTo>
                  <a:lnTo>
                    <a:pt x="576438" y="165305"/>
                  </a:lnTo>
                  <a:lnTo>
                    <a:pt x="535535" y="142887"/>
                  </a:lnTo>
                  <a:lnTo>
                    <a:pt x="496704" y="122204"/>
                  </a:lnTo>
                  <a:lnTo>
                    <a:pt x="460079" y="103464"/>
                  </a:lnTo>
                  <a:lnTo>
                    <a:pt x="425559" y="86745"/>
                  </a:lnTo>
                  <a:lnTo>
                    <a:pt x="404090" y="76943"/>
                  </a:lnTo>
                  <a:lnTo>
                    <a:pt x="364115" y="60272"/>
                  </a:lnTo>
                  <a:lnTo>
                    <a:pt x="325313" y="46548"/>
                  </a:lnTo>
                  <a:lnTo>
                    <a:pt x="285966" y="35316"/>
                  </a:lnTo>
                  <a:lnTo>
                    <a:pt x="244373" y="26072"/>
                  </a:lnTo>
                  <a:lnTo>
                    <a:pt x="199469" y="18426"/>
                  </a:lnTo>
                  <a:lnTo>
                    <a:pt x="151578" y="12159"/>
                  </a:lnTo>
                  <a:lnTo>
                    <a:pt x="103246" y="7213"/>
                  </a:lnTo>
                  <a:lnTo>
                    <a:pt x="59459" y="3628"/>
                  </a:lnTo>
                  <a:lnTo>
                    <a:pt x="26149" y="1397"/>
                  </a:lnTo>
                  <a:lnTo>
                    <a:pt x="6948" y="325"/>
                  </a:lnTo>
                  <a:lnTo>
                    <a:pt x="426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2050472" y="5907826"/>
              <a:ext cx="1385454" cy="395708"/>
            </a:xfrm>
            <a:custGeom>
              <a:avLst/>
              <a:pathLst>
                <a:path w="1385454" h="395708">
                  <a:moveTo>
                    <a:pt x="0" y="32975"/>
                  </a:moveTo>
                  <a:lnTo>
                    <a:pt x="1766" y="33035"/>
                  </a:lnTo>
                  <a:lnTo>
                    <a:pt x="12715" y="33468"/>
                  </a:lnTo>
                  <a:lnTo>
                    <a:pt x="37665" y="34641"/>
                  </a:lnTo>
                  <a:lnTo>
                    <a:pt x="75880" y="36813"/>
                  </a:lnTo>
                  <a:lnTo>
                    <a:pt x="122348" y="40070"/>
                  </a:lnTo>
                  <a:lnTo>
                    <a:pt x="171138" y="44389"/>
                  </a:lnTo>
                  <a:lnTo>
                    <a:pt x="218143" y="49758"/>
                  </a:lnTo>
                  <a:lnTo>
                    <a:pt x="261783" y="56271"/>
                  </a:lnTo>
                  <a:lnTo>
                    <a:pt x="302409" y="64160"/>
                  </a:lnTo>
                  <a:lnTo>
                    <a:pt x="341440" y="73780"/>
                  </a:lnTo>
                  <a:lnTo>
                    <a:pt x="380678" y="85538"/>
                  </a:lnTo>
                  <a:lnTo>
                    <a:pt x="404090" y="93431"/>
                  </a:lnTo>
                  <a:lnTo>
                    <a:pt x="438175" y="105835"/>
                  </a:lnTo>
                  <a:lnTo>
                    <a:pt x="474265" y="119889"/>
                  </a:lnTo>
                  <a:lnTo>
                    <a:pt x="512625" y="135589"/>
                  </a:lnTo>
                  <a:lnTo>
                    <a:pt x="553261" y="152826"/>
                  </a:lnTo>
                  <a:lnTo>
                    <a:pt x="595926" y="171379"/>
                  </a:lnTo>
                  <a:lnTo>
                    <a:pt x="640144" y="190914"/>
                  </a:lnTo>
                  <a:lnTo>
                    <a:pt x="685256" y="211008"/>
                  </a:lnTo>
                  <a:lnTo>
                    <a:pt x="730499" y="231183"/>
                  </a:lnTo>
                  <a:lnTo>
                    <a:pt x="775092" y="250953"/>
                  </a:lnTo>
                  <a:lnTo>
                    <a:pt x="818331" y="269872"/>
                  </a:lnTo>
                  <a:lnTo>
                    <a:pt x="859675" y="287573"/>
                  </a:lnTo>
                  <a:lnTo>
                    <a:pt x="898798" y="303797"/>
                  </a:lnTo>
                  <a:lnTo>
                    <a:pt x="935620" y="318399"/>
                  </a:lnTo>
                  <a:lnTo>
                    <a:pt x="970320" y="331342"/>
                  </a:lnTo>
                  <a:lnTo>
                    <a:pt x="981363" y="335253"/>
                  </a:lnTo>
                  <a:lnTo>
                    <a:pt x="1021470" y="348392"/>
                  </a:lnTo>
                  <a:lnTo>
                    <a:pt x="1060402" y="359200"/>
                  </a:lnTo>
                  <a:lnTo>
                    <a:pt x="1099895" y="368041"/>
                  </a:lnTo>
                  <a:lnTo>
                    <a:pt x="1141664" y="375312"/>
                  </a:lnTo>
                  <a:lnTo>
                    <a:pt x="1186772" y="381322"/>
                  </a:lnTo>
                  <a:lnTo>
                    <a:pt x="1234863" y="386244"/>
                  </a:lnTo>
                  <a:lnTo>
                    <a:pt x="1283318" y="390120"/>
                  </a:lnTo>
                  <a:lnTo>
                    <a:pt x="1327056" y="392918"/>
                  </a:lnTo>
                  <a:lnTo>
                    <a:pt x="1360103" y="394648"/>
                  </a:lnTo>
                  <a:lnTo>
                    <a:pt x="1378909" y="395468"/>
                  </a:lnTo>
                  <a:lnTo>
                    <a:pt x="1385098" y="395697"/>
                  </a:lnTo>
                  <a:lnTo>
                    <a:pt x="1385454" y="395708"/>
                  </a:lnTo>
                  <a:lnTo>
                    <a:pt x="1385454" y="362733"/>
                  </a:lnTo>
                  <a:lnTo>
                    <a:pt x="1383687" y="362672"/>
                  </a:lnTo>
                  <a:lnTo>
                    <a:pt x="1372738" y="362240"/>
                  </a:lnTo>
                  <a:lnTo>
                    <a:pt x="1347788" y="361067"/>
                  </a:lnTo>
                  <a:lnTo>
                    <a:pt x="1309574" y="358895"/>
                  </a:lnTo>
                  <a:lnTo>
                    <a:pt x="1263106" y="355637"/>
                  </a:lnTo>
                  <a:lnTo>
                    <a:pt x="1214315" y="351318"/>
                  </a:lnTo>
                  <a:lnTo>
                    <a:pt x="1167311" y="345950"/>
                  </a:lnTo>
                  <a:lnTo>
                    <a:pt x="1123671" y="339437"/>
                  </a:lnTo>
                  <a:lnTo>
                    <a:pt x="1083045" y="331548"/>
                  </a:lnTo>
                  <a:lnTo>
                    <a:pt x="1044014" y="321928"/>
                  </a:lnTo>
                  <a:lnTo>
                    <a:pt x="1004775" y="310170"/>
                  </a:lnTo>
                  <a:lnTo>
                    <a:pt x="981363" y="302277"/>
                  </a:lnTo>
                  <a:lnTo>
                    <a:pt x="947279" y="289872"/>
                  </a:lnTo>
                  <a:lnTo>
                    <a:pt x="911189" y="275819"/>
                  </a:lnTo>
                  <a:lnTo>
                    <a:pt x="872828" y="260119"/>
                  </a:lnTo>
                  <a:lnTo>
                    <a:pt x="832192" y="242882"/>
                  </a:lnTo>
                  <a:lnTo>
                    <a:pt x="789528" y="224329"/>
                  </a:lnTo>
                  <a:lnTo>
                    <a:pt x="745310" y="204793"/>
                  </a:lnTo>
                  <a:lnTo>
                    <a:pt x="700197" y="184699"/>
                  </a:lnTo>
                  <a:lnTo>
                    <a:pt x="654954" y="164524"/>
                  </a:lnTo>
                  <a:lnTo>
                    <a:pt x="610362" y="144755"/>
                  </a:lnTo>
                  <a:lnTo>
                    <a:pt x="567122" y="125836"/>
                  </a:lnTo>
                  <a:lnTo>
                    <a:pt x="525778" y="108135"/>
                  </a:lnTo>
                  <a:lnTo>
                    <a:pt x="486656" y="91910"/>
                  </a:lnTo>
                  <a:lnTo>
                    <a:pt x="449834" y="77309"/>
                  </a:lnTo>
                  <a:lnTo>
                    <a:pt x="415133" y="64366"/>
                  </a:lnTo>
                  <a:lnTo>
                    <a:pt x="404090" y="60455"/>
                  </a:lnTo>
                  <a:lnTo>
                    <a:pt x="363983" y="47316"/>
                  </a:lnTo>
                  <a:lnTo>
                    <a:pt x="325051" y="36507"/>
                  </a:lnTo>
                  <a:lnTo>
                    <a:pt x="285558" y="27667"/>
                  </a:lnTo>
                  <a:lnTo>
                    <a:pt x="243790" y="20396"/>
                  </a:lnTo>
                  <a:lnTo>
                    <a:pt x="198682" y="14386"/>
                  </a:lnTo>
                  <a:lnTo>
                    <a:pt x="150591" y="9464"/>
                  </a:lnTo>
                  <a:lnTo>
                    <a:pt x="102135" y="5588"/>
                  </a:lnTo>
                  <a:lnTo>
                    <a:pt x="58397" y="2789"/>
                  </a:lnTo>
                  <a:lnTo>
                    <a:pt x="25351" y="1060"/>
                  </a:lnTo>
                  <a:lnTo>
                    <a:pt x="6545" y="240"/>
                  </a:lnTo>
                  <a:lnTo>
                    <a:pt x="355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2050472" y="5940802"/>
              <a:ext cx="1385454" cy="395708"/>
            </a:xfrm>
            <a:custGeom>
              <a:avLst/>
              <a:pathLst>
                <a:path w="1385454" h="395708">
                  <a:moveTo>
                    <a:pt x="0" y="32975"/>
                  </a:moveTo>
                  <a:lnTo>
                    <a:pt x="1766" y="33035"/>
                  </a:lnTo>
                  <a:lnTo>
                    <a:pt x="12715" y="33468"/>
                  </a:lnTo>
                  <a:lnTo>
                    <a:pt x="37665" y="34641"/>
                  </a:lnTo>
                  <a:lnTo>
                    <a:pt x="75880" y="36813"/>
                  </a:lnTo>
                  <a:lnTo>
                    <a:pt x="122348" y="40070"/>
                  </a:lnTo>
                  <a:lnTo>
                    <a:pt x="171138" y="44389"/>
                  </a:lnTo>
                  <a:lnTo>
                    <a:pt x="218143" y="49758"/>
                  </a:lnTo>
                  <a:lnTo>
                    <a:pt x="261783" y="56271"/>
                  </a:lnTo>
                  <a:lnTo>
                    <a:pt x="302409" y="64160"/>
                  </a:lnTo>
                  <a:lnTo>
                    <a:pt x="341440" y="73780"/>
                  </a:lnTo>
                  <a:lnTo>
                    <a:pt x="380678" y="85538"/>
                  </a:lnTo>
                  <a:lnTo>
                    <a:pt x="404090" y="93431"/>
                  </a:lnTo>
                  <a:lnTo>
                    <a:pt x="438175" y="105835"/>
                  </a:lnTo>
                  <a:lnTo>
                    <a:pt x="474265" y="119889"/>
                  </a:lnTo>
                  <a:lnTo>
                    <a:pt x="512625" y="135589"/>
                  </a:lnTo>
                  <a:lnTo>
                    <a:pt x="553261" y="152826"/>
                  </a:lnTo>
                  <a:lnTo>
                    <a:pt x="595926" y="171379"/>
                  </a:lnTo>
                  <a:lnTo>
                    <a:pt x="640144" y="190914"/>
                  </a:lnTo>
                  <a:lnTo>
                    <a:pt x="685256" y="211008"/>
                  </a:lnTo>
                  <a:lnTo>
                    <a:pt x="730499" y="231183"/>
                  </a:lnTo>
                  <a:lnTo>
                    <a:pt x="775092" y="250953"/>
                  </a:lnTo>
                  <a:lnTo>
                    <a:pt x="818331" y="269872"/>
                  </a:lnTo>
                  <a:lnTo>
                    <a:pt x="859675" y="287573"/>
                  </a:lnTo>
                  <a:lnTo>
                    <a:pt x="898798" y="303797"/>
                  </a:lnTo>
                  <a:lnTo>
                    <a:pt x="935620" y="318399"/>
                  </a:lnTo>
                  <a:lnTo>
                    <a:pt x="970320" y="331342"/>
                  </a:lnTo>
                  <a:lnTo>
                    <a:pt x="981363" y="335253"/>
                  </a:lnTo>
                  <a:lnTo>
                    <a:pt x="1021470" y="348392"/>
                  </a:lnTo>
                  <a:lnTo>
                    <a:pt x="1060402" y="359200"/>
                  </a:lnTo>
                  <a:lnTo>
                    <a:pt x="1099895" y="368041"/>
                  </a:lnTo>
                  <a:lnTo>
                    <a:pt x="1141664" y="375312"/>
                  </a:lnTo>
                  <a:lnTo>
                    <a:pt x="1186772" y="381322"/>
                  </a:lnTo>
                  <a:lnTo>
                    <a:pt x="1234863" y="386244"/>
                  </a:lnTo>
                  <a:lnTo>
                    <a:pt x="1283318" y="390120"/>
                  </a:lnTo>
                  <a:lnTo>
                    <a:pt x="1327056" y="392918"/>
                  </a:lnTo>
                  <a:lnTo>
                    <a:pt x="1360103" y="394648"/>
                  </a:lnTo>
                  <a:lnTo>
                    <a:pt x="1378909" y="395468"/>
                  </a:lnTo>
                  <a:lnTo>
                    <a:pt x="1385098" y="395697"/>
                  </a:lnTo>
                  <a:lnTo>
                    <a:pt x="1385454" y="395708"/>
                  </a:lnTo>
                  <a:lnTo>
                    <a:pt x="1385454" y="362733"/>
                  </a:lnTo>
                  <a:lnTo>
                    <a:pt x="1383687" y="362672"/>
                  </a:lnTo>
                  <a:lnTo>
                    <a:pt x="1372738" y="362240"/>
                  </a:lnTo>
                  <a:lnTo>
                    <a:pt x="1347788" y="361067"/>
                  </a:lnTo>
                  <a:lnTo>
                    <a:pt x="1309574" y="358895"/>
                  </a:lnTo>
                  <a:lnTo>
                    <a:pt x="1263106" y="355637"/>
                  </a:lnTo>
                  <a:lnTo>
                    <a:pt x="1214315" y="351318"/>
                  </a:lnTo>
                  <a:lnTo>
                    <a:pt x="1167311" y="345950"/>
                  </a:lnTo>
                  <a:lnTo>
                    <a:pt x="1123671" y="339437"/>
                  </a:lnTo>
                  <a:lnTo>
                    <a:pt x="1083045" y="331548"/>
                  </a:lnTo>
                  <a:lnTo>
                    <a:pt x="1044014" y="321928"/>
                  </a:lnTo>
                  <a:lnTo>
                    <a:pt x="1004775" y="310170"/>
                  </a:lnTo>
                  <a:lnTo>
                    <a:pt x="981363" y="302277"/>
                  </a:lnTo>
                  <a:lnTo>
                    <a:pt x="947279" y="289872"/>
                  </a:lnTo>
                  <a:lnTo>
                    <a:pt x="911189" y="275819"/>
                  </a:lnTo>
                  <a:lnTo>
                    <a:pt x="872828" y="260119"/>
                  </a:lnTo>
                  <a:lnTo>
                    <a:pt x="832192" y="242882"/>
                  </a:lnTo>
                  <a:lnTo>
                    <a:pt x="789528" y="224329"/>
                  </a:lnTo>
                  <a:lnTo>
                    <a:pt x="745310" y="204793"/>
                  </a:lnTo>
                  <a:lnTo>
                    <a:pt x="700197" y="184699"/>
                  </a:lnTo>
                  <a:lnTo>
                    <a:pt x="654954" y="164524"/>
                  </a:lnTo>
                  <a:lnTo>
                    <a:pt x="610362" y="144755"/>
                  </a:lnTo>
                  <a:lnTo>
                    <a:pt x="567122" y="125836"/>
                  </a:lnTo>
                  <a:lnTo>
                    <a:pt x="525778" y="108135"/>
                  </a:lnTo>
                  <a:lnTo>
                    <a:pt x="486656" y="91910"/>
                  </a:lnTo>
                  <a:lnTo>
                    <a:pt x="449834" y="77309"/>
                  </a:lnTo>
                  <a:lnTo>
                    <a:pt x="415133" y="64366"/>
                  </a:lnTo>
                  <a:lnTo>
                    <a:pt x="404090" y="60455"/>
                  </a:lnTo>
                  <a:lnTo>
                    <a:pt x="363983" y="47316"/>
                  </a:lnTo>
                  <a:lnTo>
                    <a:pt x="325051" y="36507"/>
                  </a:lnTo>
                  <a:lnTo>
                    <a:pt x="285558" y="27667"/>
                  </a:lnTo>
                  <a:lnTo>
                    <a:pt x="243790" y="20396"/>
                  </a:lnTo>
                  <a:lnTo>
                    <a:pt x="198682" y="14386"/>
                  </a:lnTo>
                  <a:lnTo>
                    <a:pt x="150591" y="9464"/>
                  </a:lnTo>
                  <a:lnTo>
                    <a:pt x="102135" y="5588"/>
                  </a:lnTo>
                  <a:lnTo>
                    <a:pt x="58397" y="2789"/>
                  </a:lnTo>
                  <a:lnTo>
                    <a:pt x="25351" y="1060"/>
                  </a:lnTo>
                  <a:lnTo>
                    <a:pt x="6545" y="240"/>
                  </a:lnTo>
                  <a:lnTo>
                    <a:pt x="355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2050472" y="3203816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2050472" y="3236792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2050472" y="3269767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2050472" y="3302743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2050472" y="3335719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2050472" y="5446166"/>
              <a:ext cx="1385454" cy="263805"/>
            </a:xfrm>
            <a:custGeom>
              <a:avLst/>
              <a:pathLst>
                <a:path w="1385454" h="263805">
                  <a:moveTo>
                    <a:pt x="0" y="32975"/>
                  </a:moveTo>
                  <a:lnTo>
                    <a:pt x="1783" y="33014"/>
                  </a:lnTo>
                  <a:lnTo>
                    <a:pt x="12831" y="33292"/>
                  </a:lnTo>
                  <a:lnTo>
                    <a:pt x="37983" y="34046"/>
                  </a:lnTo>
                  <a:lnTo>
                    <a:pt x="76450" y="35440"/>
                  </a:lnTo>
                  <a:lnTo>
                    <a:pt x="123145" y="37530"/>
                  </a:lnTo>
                  <a:lnTo>
                    <a:pt x="172091" y="40300"/>
                  </a:lnTo>
                  <a:lnTo>
                    <a:pt x="219185" y="43742"/>
                  </a:lnTo>
                  <a:lnTo>
                    <a:pt x="262884" y="47920"/>
                  </a:lnTo>
                  <a:lnTo>
                    <a:pt x="303576" y="52984"/>
                  </a:lnTo>
                  <a:lnTo>
                    <a:pt x="342715" y="59164"/>
                  </a:lnTo>
                  <a:lnTo>
                    <a:pt x="382121" y="66723"/>
                  </a:lnTo>
                  <a:lnTo>
                    <a:pt x="404090" y="71447"/>
                  </a:lnTo>
                  <a:lnTo>
                    <a:pt x="438999" y="79539"/>
                  </a:lnTo>
                  <a:lnTo>
                    <a:pt x="476018" y="88731"/>
                  </a:lnTo>
                  <a:lnTo>
                    <a:pt x="515420" y="99018"/>
                  </a:lnTo>
                  <a:lnTo>
                    <a:pt x="557196" y="110322"/>
                  </a:lnTo>
                  <a:lnTo>
                    <a:pt x="601059" y="122485"/>
                  </a:lnTo>
                  <a:lnTo>
                    <a:pt x="646475" y="135272"/>
                  </a:lnTo>
                  <a:lnTo>
                    <a:pt x="692720" y="148388"/>
                  </a:lnTo>
                  <a:lnTo>
                    <a:pt x="738966" y="161505"/>
                  </a:lnTo>
                  <a:lnTo>
                    <a:pt x="784382" y="174292"/>
                  </a:lnTo>
                  <a:lnTo>
                    <a:pt x="828246" y="186455"/>
                  </a:lnTo>
                  <a:lnTo>
                    <a:pt x="870022" y="197759"/>
                  </a:lnTo>
                  <a:lnTo>
                    <a:pt x="909425" y="208047"/>
                  </a:lnTo>
                  <a:lnTo>
                    <a:pt x="946444" y="217239"/>
                  </a:lnTo>
                  <a:lnTo>
                    <a:pt x="981363" y="225334"/>
                  </a:lnTo>
                  <a:lnTo>
                    <a:pt x="1021599" y="233720"/>
                  </a:lnTo>
                  <a:lnTo>
                    <a:pt x="1060658" y="240614"/>
                  </a:lnTo>
                  <a:lnTo>
                    <a:pt x="1100293" y="246249"/>
                  </a:lnTo>
                  <a:lnTo>
                    <a:pt x="1142233" y="250881"/>
                  </a:lnTo>
                  <a:lnTo>
                    <a:pt x="1187541" y="254707"/>
                  </a:lnTo>
                  <a:lnTo>
                    <a:pt x="1235827" y="257837"/>
                  </a:lnTo>
                  <a:lnTo>
                    <a:pt x="1284400" y="260298"/>
                  </a:lnTo>
                  <a:lnTo>
                    <a:pt x="1328085" y="262067"/>
                  </a:lnTo>
                  <a:lnTo>
                    <a:pt x="1360869" y="263154"/>
                  </a:lnTo>
                  <a:lnTo>
                    <a:pt x="1379287" y="263662"/>
                  </a:lnTo>
                  <a:lnTo>
                    <a:pt x="1385160" y="263799"/>
                  </a:lnTo>
                  <a:lnTo>
                    <a:pt x="1385454" y="263805"/>
                  </a:lnTo>
                  <a:lnTo>
                    <a:pt x="1385454" y="230830"/>
                  </a:lnTo>
                  <a:lnTo>
                    <a:pt x="1383670" y="230791"/>
                  </a:lnTo>
                  <a:lnTo>
                    <a:pt x="1372622" y="230513"/>
                  </a:lnTo>
                  <a:lnTo>
                    <a:pt x="1347471" y="229759"/>
                  </a:lnTo>
                  <a:lnTo>
                    <a:pt x="1309003" y="228365"/>
                  </a:lnTo>
                  <a:lnTo>
                    <a:pt x="1262309" y="226275"/>
                  </a:lnTo>
                  <a:lnTo>
                    <a:pt x="1213363" y="223505"/>
                  </a:lnTo>
                  <a:lnTo>
                    <a:pt x="1166269" y="220063"/>
                  </a:lnTo>
                  <a:lnTo>
                    <a:pt x="1122570" y="215885"/>
                  </a:lnTo>
                  <a:lnTo>
                    <a:pt x="1081877" y="210821"/>
                  </a:lnTo>
                  <a:lnTo>
                    <a:pt x="1042738" y="204640"/>
                  </a:lnTo>
                  <a:lnTo>
                    <a:pt x="1003332" y="197082"/>
                  </a:lnTo>
                  <a:lnTo>
                    <a:pt x="981363" y="192358"/>
                  </a:lnTo>
                  <a:lnTo>
                    <a:pt x="946454" y="184266"/>
                  </a:lnTo>
                  <a:lnTo>
                    <a:pt x="909435" y="175074"/>
                  </a:lnTo>
                  <a:lnTo>
                    <a:pt x="870033" y="164787"/>
                  </a:lnTo>
                  <a:lnTo>
                    <a:pt x="828258" y="153483"/>
                  </a:lnTo>
                  <a:lnTo>
                    <a:pt x="784395" y="141320"/>
                  </a:lnTo>
                  <a:lnTo>
                    <a:pt x="738979" y="128532"/>
                  </a:lnTo>
                  <a:lnTo>
                    <a:pt x="692733" y="115416"/>
                  </a:lnTo>
                  <a:lnTo>
                    <a:pt x="646488" y="102300"/>
                  </a:lnTo>
                  <a:lnTo>
                    <a:pt x="601071" y="89513"/>
                  </a:lnTo>
                  <a:lnTo>
                    <a:pt x="557208" y="77350"/>
                  </a:lnTo>
                  <a:lnTo>
                    <a:pt x="515432" y="66045"/>
                  </a:lnTo>
                  <a:lnTo>
                    <a:pt x="476029" y="55758"/>
                  </a:lnTo>
                  <a:lnTo>
                    <a:pt x="439009" y="46566"/>
                  </a:lnTo>
                  <a:lnTo>
                    <a:pt x="404090" y="38471"/>
                  </a:lnTo>
                  <a:lnTo>
                    <a:pt x="363854" y="30085"/>
                  </a:lnTo>
                  <a:lnTo>
                    <a:pt x="324796" y="23191"/>
                  </a:lnTo>
                  <a:lnTo>
                    <a:pt x="285161" y="17556"/>
                  </a:lnTo>
                  <a:lnTo>
                    <a:pt x="243220" y="12924"/>
                  </a:lnTo>
                  <a:lnTo>
                    <a:pt x="197913" y="9098"/>
                  </a:lnTo>
                  <a:lnTo>
                    <a:pt x="149627" y="5967"/>
                  </a:lnTo>
                  <a:lnTo>
                    <a:pt x="101054" y="3507"/>
                  </a:lnTo>
                  <a:lnTo>
                    <a:pt x="57368" y="1738"/>
                  </a:lnTo>
                  <a:lnTo>
                    <a:pt x="24585" y="651"/>
                  </a:lnTo>
                  <a:lnTo>
                    <a:pt x="6166" y="143"/>
                  </a:lnTo>
                  <a:lnTo>
                    <a:pt x="294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2050472" y="3368695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2050472" y="3401670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2050472" y="3434646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2050472" y="3467622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2050472" y="3500598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2050472" y="3533573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2050472" y="3566549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2050472" y="3599525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2050472" y="3632500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2050472" y="3665476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2050472" y="3698452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2050472" y="6270559"/>
              <a:ext cx="1385454" cy="494635"/>
            </a:xfrm>
            <a:custGeom>
              <a:avLst/>
              <a:pathLst>
                <a:path w="1385454" h="494635">
                  <a:moveTo>
                    <a:pt x="0" y="32975"/>
                  </a:moveTo>
                  <a:lnTo>
                    <a:pt x="1749" y="33051"/>
                  </a:lnTo>
                  <a:lnTo>
                    <a:pt x="12597" y="33596"/>
                  </a:lnTo>
                  <a:lnTo>
                    <a:pt x="37341" y="35074"/>
                  </a:lnTo>
                  <a:lnTo>
                    <a:pt x="75297" y="37813"/>
                  </a:lnTo>
                  <a:lnTo>
                    <a:pt x="121532" y="41924"/>
                  </a:lnTo>
                  <a:lnTo>
                    <a:pt x="170162" y="47378"/>
                  </a:lnTo>
                  <a:lnTo>
                    <a:pt x="217073" y="54158"/>
                  </a:lnTo>
                  <a:lnTo>
                    <a:pt x="260652" y="62380"/>
                  </a:lnTo>
                  <a:lnTo>
                    <a:pt x="301211" y="72331"/>
                  </a:lnTo>
                  <a:lnTo>
                    <a:pt x="340134" y="84455"/>
                  </a:lnTo>
                  <a:lnTo>
                    <a:pt x="379203" y="99266"/>
                  </a:lnTo>
                  <a:lnTo>
                    <a:pt x="404090" y="109919"/>
                  </a:lnTo>
                  <a:lnTo>
                    <a:pt x="437409" y="125339"/>
                  </a:lnTo>
                  <a:lnTo>
                    <a:pt x="472639" y="142766"/>
                  </a:lnTo>
                  <a:lnTo>
                    <a:pt x="510036" y="162200"/>
                  </a:lnTo>
                  <a:lnTo>
                    <a:pt x="549618" y="183520"/>
                  </a:lnTo>
                  <a:lnTo>
                    <a:pt x="591172" y="206472"/>
                  </a:lnTo>
                  <a:lnTo>
                    <a:pt x="634272" y="230671"/>
                  </a:lnTo>
                  <a:lnTo>
                    <a:pt x="678318" y="255623"/>
                  </a:lnTo>
                  <a:lnTo>
                    <a:pt x="722605" y="280765"/>
                  </a:lnTo>
                  <a:lnTo>
                    <a:pt x="766397" y="305515"/>
                  </a:lnTo>
                  <a:lnTo>
                    <a:pt x="809016" y="329329"/>
                  </a:lnTo>
                  <a:lnTo>
                    <a:pt x="849919" y="351748"/>
                  </a:lnTo>
                  <a:lnTo>
                    <a:pt x="888749" y="372431"/>
                  </a:lnTo>
                  <a:lnTo>
                    <a:pt x="925374" y="391171"/>
                  </a:lnTo>
                  <a:lnTo>
                    <a:pt x="959894" y="407890"/>
                  </a:lnTo>
                  <a:lnTo>
                    <a:pt x="981363" y="417692"/>
                  </a:lnTo>
                  <a:lnTo>
                    <a:pt x="1021338" y="434363"/>
                  </a:lnTo>
                  <a:lnTo>
                    <a:pt x="1060141" y="448087"/>
                  </a:lnTo>
                  <a:lnTo>
                    <a:pt x="1099488" y="459319"/>
                  </a:lnTo>
                  <a:lnTo>
                    <a:pt x="1141081" y="468563"/>
                  </a:lnTo>
                  <a:lnTo>
                    <a:pt x="1185984" y="476209"/>
                  </a:lnTo>
                  <a:lnTo>
                    <a:pt x="1233875" y="482476"/>
                  </a:lnTo>
                  <a:lnTo>
                    <a:pt x="1282208" y="487422"/>
                  </a:lnTo>
                  <a:lnTo>
                    <a:pt x="1325994" y="491007"/>
                  </a:lnTo>
                  <a:lnTo>
                    <a:pt x="1359304" y="493238"/>
                  </a:lnTo>
                  <a:lnTo>
                    <a:pt x="1378506" y="494310"/>
                  </a:lnTo>
                  <a:lnTo>
                    <a:pt x="1385027" y="494618"/>
                  </a:lnTo>
                  <a:lnTo>
                    <a:pt x="1385454" y="494635"/>
                  </a:lnTo>
                  <a:lnTo>
                    <a:pt x="1385454" y="461660"/>
                  </a:lnTo>
                  <a:lnTo>
                    <a:pt x="1383705" y="461584"/>
                  </a:lnTo>
                  <a:lnTo>
                    <a:pt x="1372856" y="461039"/>
                  </a:lnTo>
                  <a:lnTo>
                    <a:pt x="1348112" y="459561"/>
                  </a:lnTo>
                  <a:lnTo>
                    <a:pt x="1310156" y="456822"/>
                  </a:lnTo>
                  <a:lnTo>
                    <a:pt x="1263921" y="452711"/>
                  </a:lnTo>
                  <a:lnTo>
                    <a:pt x="1215292" y="447257"/>
                  </a:lnTo>
                  <a:lnTo>
                    <a:pt x="1168381" y="440476"/>
                  </a:lnTo>
                  <a:lnTo>
                    <a:pt x="1124801" y="432255"/>
                  </a:lnTo>
                  <a:lnTo>
                    <a:pt x="1084243" y="422304"/>
                  </a:lnTo>
                  <a:lnTo>
                    <a:pt x="1045320" y="410180"/>
                  </a:lnTo>
                  <a:lnTo>
                    <a:pt x="1006251" y="395369"/>
                  </a:lnTo>
                  <a:lnTo>
                    <a:pt x="981363" y="384716"/>
                  </a:lnTo>
                  <a:lnTo>
                    <a:pt x="948045" y="369296"/>
                  </a:lnTo>
                  <a:lnTo>
                    <a:pt x="912815" y="351869"/>
                  </a:lnTo>
                  <a:lnTo>
                    <a:pt x="875418" y="332435"/>
                  </a:lnTo>
                  <a:lnTo>
                    <a:pt x="835835" y="311114"/>
                  </a:lnTo>
                  <a:lnTo>
                    <a:pt x="794281" y="288163"/>
                  </a:lnTo>
                  <a:lnTo>
                    <a:pt x="751182" y="263964"/>
                  </a:lnTo>
                  <a:lnTo>
                    <a:pt x="707135" y="239012"/>
                  </a:lnTo>
                  <a:lnTo>
                    <a:pt x="662849" y="213870"/>
                  </a:lnTo>
                  <a:lnTo>
                    <a:pt x="619057" y="189119"/>
                  </a:lnTo>
                  <a:lnTo>
                    <a:pt x="576438" y="165305"/>
                  </a:lnTo>
                  <a:lnTo>
                    <a:pt x="535535" y="142887"/>
                  </a:lnTo>
                  <a:lnTo>
                    <a:pt x="496704" y="122204"/>
                  </a:lnTo>
                  <a:lnTo>
                    <a:pt x="460079" y="103464"/>
                  </a:lnTo>
                  <a:lnTo>
                    <a:pt x="425559" y="86745"/>
                  </a:lnTo>
                  <a:lnTo>
                    <a:pt x="404090" y="76943"/>
                  </a:lnTo>
                  <a:lnTo>
                    <a:pt x="364115" y="60272"/>
                  </a:lnTo>
                  <a:lnTo>
                    <a:pt x="325313" y="46548"/>
                  </a:lnTo>
                  <a:lnTo>
                    <a:pt x="285966" y="35316"/>
                  </a:lnTo>
                  <a:lnTo>
                    <a:pt x="244373" y="26072"/>
                  </a:lnTo>
                  <a:lnTo>
                    <a:pt x="199469" y="18426"/>
                  </a:lnTo>
                  <a:lnTo>
                    <a:pt x="151578" y="12159"/>
                  </a:lnTo>
                  <a:lnTo>
                    <a:pt x="103246" y="7213"/>
                  </a:lnTo>
                  <a:lnTo>
                    <a:pt x="59459" y="3628"/>
                  </a:lnTo>
                  <a:lnTo>
                    <a:pt x="26149" y="1397"/>
                  </a:lnTo>
                  <a:lnTo>
                    <a:pt x="6948" y="325"/>
                  </a:lnTo>
                  <a:lnTo>
                    <a:pt x="426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2050472" y="3731428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2050472" y="3764403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2050472" y="5479141"/>
              <a:ext cx="1385454" cy="263805"/>
            </a:xfrm>
            <a:custGeom>
              <a:avLst/>
              <a:pathLst>
                <a:path w="1385454" h="263805">
                  <a:moveTo>
                    <a:pt x="0" y="32975"/>
                  </a:moveTo>
                  <a:lnTo>
                    <a:pt x="1783" y="33014"/>
                  </a:lnTo>
                  <a:lnTo>
                    <a:pt x="12831" y="33292"/>
                  </a:lnTo>
                  <a:lnTo>
                    <a:pt x="37983" y="34046"/>
                  </a:lnTo>
                  <a:lnTo>
                    <a:pt x="76450" y="35440"/>
                  </a:lnTo>
                  <a:lnTo>
                    <a:pt x="123145" y="37530"/>
                  </a:lnTo>
                  <a:lnTo>
                    <a:pt x="172091" y="40300"/>
                  </a:lnTo>
                  <a:lnTo>
                    <a:pt x="219185" y="43742"/>
                  </a:lnTo>
                  <a:lnTo>
                    <a:pt x="262884" y="47920"/>
                  </a:lnTo>
                  <a:lnTo>
                    <a:pt x="303576" y="52984"/>
                  </a:lnTo>
                  <a:lnTo>
                    <a:pt x="342715" y="59164"/>
                  </a:lnTo>
                  <a:lnTo>
                    <a:pt x="382121" y="66723"/>
                  </a:lnTo>
                  <a:lnTo>
                    <a:pt x="404090" y="71447"/>
                  </a:lnTo>
                  <a:lnTo>
                    <a:pt x="438999" y="79539"/>
                  </a:lnTo>
                  <a:lnTo>
                    <a:pt x="476018" y="88731"/>
                  </a:lnTo>
                  <a:lnTo>
                    <a:pt x="515420" y="99018"/>
                  </a:lnTo>
                  <a:lnTo>
                    <a:pt x="557196" y="110322"/>
                  </a:lnTo>
                  <a:lnTo>
                    <a:pt x="601059" y="122485"/>
                  </a:lnTo>
                  <a:lnTo>
                    <a:pt x="646475" y="135272"/>
                  </a:lnTo>
                  <a:lnTo>
                    <a:pt x="692720" y="148388"/>
                  </a:lnTo>
                  <a:lnTo>
                    <a:pt x="738966" y="161505"/>
                  </a:lnTo>
                  <a:lnTo>
                    <a:pt x="784382" y="174292"/>
                  </a:lnTo>
                  <a:lnTo>
                    <a:pt x="828246" y="186455"/>
                  </a:lnTo>
                  <a:lnTo>
                    <a:pt x="870022" y="197759"/>
                  </a:lnTo>
                  <a:lnTo>
                    <a:pt x="909425" y="208047"/>
                  </a:lnTo>
                  <a:lnTo>
                    <a:pt x="946444" y="217239"/>
                  </a:lnTo>
                  <a:lnTo>
                    <a:pt x="981363" y="225334"/>
                  </a:lnTo>
                  <a:lnTo>
                    <a:pt x="1021599" y="233720"/>
                  </a:lnTo>
                  <a:lnTo>
                    <a:pt x="1060658" y="240614"/>
                  </a:lnTo>
                  <a:lnTo>
                    <a:pt x="1100293" y="246249"/>
                  </a:lnTo>
                  <a:lnTo>
                    <a:pt x="1142233" y="250881"/>
                  </a:lnTo>
                  <a:lnTo>
                    <a:pt x="1187541" y="254707"/>
                  </a:lnTo>
                  <a:lnTo>
                    <a:pt x="1235827" y="257837"/>
                  </a:lnTo>
                  <a:lnTo>
                    <a:pt x="1284400" y="260298"/>
                  </a:lnTo>
                  <a:lnTo>
                    <a:pt x="1328085" y="262067"/>
                  </a:lnTo>
                  <a:lnTo>
                    <a:pt x="1360869" y="263154"/>
                  </a:lnTo>
                  <a:lnTo>
                    <a:pt x="1379287" y="263662"/>
                  </a:lnTo>
                  <a:lnTo>
                    <a:pt x="1385160" y="263799"/>
                  </a:lnTo>
                  <a:lnTo>
                    <a:pt x="1385454" y="263805"/>
                  </a:lnTo>
                  <a:lnTo>
                    <a:pt x="1385454" y="230830"/>
                  </a:lnTo>
                  <a:lnTo>
                    <a:pt x="1383670" y="230791"/>
                  </a:lnTo>
                  <a:lnTo>
                    <a:pt x="1372622" y="230513"/>
                  </a:lnTo>
                  <a:lnTo>
                    <a:pt x="1347471" y="229759"/>
                  </a:lnTo>
                  <a:lnTo>
                    <a:pt x="1309003" y="228365"/>
                  </a:lnTo>
                  <a:lnTo>
                    <a:pt x="1262309" y="226275"/>
                  </a:lnTo>
                  <a:lnTo>
                    <a:pt x="1213363" y="223505"/>
                  </a:lnTo>
                  <a:lnTo>
                    <a:pt x="1166269" y="220063"/>
                  </a:lnTo>
                  <a:lnTo>
                    <a:pt x="1122570" y="215885"/>
                  </a:lnTo>
                  <a:lnTo>
                    <a:pt x="1081877" y="210821"/>
                  </a:lnTo>
                  <a:lnTo>
                    <a:pt x="1042738" y="204640"/>
                  </a:lnTo>
                  <a:lnTo>
                    <a:pt x="1003332" y="197082"/>
                  </a:lnTo>
                  <a:lnTo>
                    <a:pt x="981363" y="192358"/>
                  </a:lnTo>
                  <a:lnTo>
                    <a:pt x="946454" y="184266"/>
                  </a:lnTo>
                  <a:lnTo>
                    <a:pt x="909435" y="175074"/>
                  </a:lnTo>
                  <a:lnTo>
                    <a:pt x="870033" y="164787"/>
                  </a:lnTo>
                  <a:lnTo>
                    <a:pt x="828258" y="153483"/>
                  </a:lnTo>
                  <a:lnTo>
                    <a:pt x="784395" y="141320"/>
                  </a:lnTo>
                  <a:lnTo>
                    <a:pt x="738979" y="128532"/>
                  </a:lnTo>
                  <a:lnTo>
                    <a:pt x="692733" y="115416"/>
                  </a:lnTo>
                  <a:lnTo>
                    <a:pt x="646488" y="102300"/>
                  </a:lnTo>
                  <a:lnTo>
                    <a:pt x="601071" y="89513"/>
                  </a:lnTo>
                  <a:lnTo>
                    <a:pt x="557208" y="77350"/>
                  </a:lnTo>
                  <a:lnTo>
                    <a:pt x="515432" y="66045"/>
                  </a:lnTo>
                  <a:lnTo>
                    <a:pt x="476029" y="55758"/>
                  </a:lnTo>
                  <a:lnTo>
                    <a:pt x="439009" y="46566"/>
                  </a:lnTo>
                  <a:lnTo>
                    <a:pt x="404090" y="38471"/>
                  </a:lnTo>
                  <a:lnTo>
                    <a:pt x="363854" y="30085"/>
                  </a:lnTo>
                  <a:lnTo>
                    <a:pt x="324796" y="23191"/>
                  </a:lnTo>
                  <a:lnTo>
                    <a:pt x="285161" y="17556"/>
                  </a:lnTo>
                  <a:lnTo>
                    <a:pt x="243220" y="12924"/>
                  </a:lnTo>
                  <a:lnTo>
                    <a:pt x="197913" y="9098"/>
                  </a:lnTo>
                  <a:lnTo>
                    <a:pt x="149627" y="5967"/>
                  </a:lnTo>
                  <a:lnTo>
                    <a:pt x="101054" y="3507"/>
                  </a:lnTo>
                  <a:lnTo>
                    <a:pt x="57368" y="1738"/>
                  </a:lnTo>
                  <a:lnTo>
                    <a:pt x="24585" y="651"/>
                  </a:lnTo>
                  <a:lnTo>
                    <a:pt x="6166" y="143"/>
                  </a:lnTo>
                  <a:lnTo>
                    <a:pt x="294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2050472" y="3797379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2050472" y="5973777"/>
              <a:ext cx="1385454" cy="395708"/>
            </a:xfrm>
            <a:custGeom>
              <a:avLst/>
              <a:pathLst>
                <a:path w="1385454" h="395708">
                  <a:moveTo>
                    <a:pt x="0" y="32975"/>
                  </a:moveTo>
                  <a:lnTo>
                    <a:pt x="1766" y="33035"/>
                  </a:lnTo>
                  <a:lnTo>
                    <a:pt x="12715" y="33468"/>
                  </a:lnTo>
                  <a:lnTo>
                    <a:pt x="37665" y="34641"/>
                  </a:lnTo>
                  <a:lnTo>
                    <a:pt x="75880" y="36813"/>
                  </a:lnTo>
                  <a:lnTo>
                    <a:pt x="122348" y="40070"/>
                  </a:lnTo>
                  <a:lnTo>
                    <a:pt x="171138" y="44389"/>
                  </a:lnTo>
                  <a:lnTo>
                    <a:pt x="218143" y="49758"/>
                  </a:lnTo>
                  <a:lnTo>
                    <a:pt x="261783" y="56271"/>
                  </a:lnTo>
                  <a:lnTo>
                    <a:pt x="302409" y="64160"/>
                  </a:lnTo>
                  <a:lnTo>
                    <a:pt x="341440" y="73780"/>
                  </a:lnTo>
                  <a:lnTo>
                    <a:pt x="380678" y="85538"/>
                  </a:lnTo>
                  <a:lnTo>
                    <a:pt x="404090" y="93431"/>
                  </a:lnTo>
                  <a:lnTo>
                    <a:pt x="438175" y="105835"/>
                  </a:lnTo>
                  <a:lnTo>
                    <a:pt x="474265" y="119889"/>
                  </a:lnTo>
                  <a:lnTo>
                    <a:pt x="512625" y="135589"/>
                  </a:lnTo>
                  <a:lnTo>
                    <a:pt x="553261" y="152826"/>
                  </a:lnTo>
                  <a:lnTo>
                    <a:pt x="595926" y="171379"/>
                  </a:lnTo>
                  <a:lnTo>
                    <a:pt x="640144" y="190914"/>
                  </a:lnTo>
                  <a:lnTo>
                    <a:pt x="685256" y="211008"/>
                  </a:lnTo>
                  <a:lnTo>
                    <a:pt x="730499" y="231183"/>
                  </a:lnTo>
                  <a:lnTo>
                    <a:pt x="775092" y="250953"/>
                  </a:lnTo>
                  <a:lnTo>
                    <a:pt x="818331" y="269872"/>
                  </a:lnTo>
                  <a:lnTo>
                    <a:pt x="859675" y="287573"/>
                  </a:lnTo>
                  <a:lnTo>
                    <a:pt x="898798" y="303797"/>
                  </a:lnTo>
                  <a:lnTo>
                    <a:pt x="935620" y="318399"/>
                  </a:lnTo>
                  <a:lnTo>
                    <a:pt x="970320" y="331342"/>
                  </a:lnTo>
                  <a:lnTo>
                    <a:pt x="981363" y="335253"/>
                  </a:lnTo>
                  <a:lnTo>
                    <a:pt x="1021470" y="348392"/>
                  </a:lnTo>
                  <a:lnTo>
                    <a:pt x="1060402" y="359200"/>
                  </a:lnTo>
                  <a:lnTo>
                    <a:pt x="1099895" y="368041"/>
                  </a:lnTo>
                  <a:lnTo>
                    <a:pt x="1141664" y="375312"/>
                  </a:lnTo>
                  <a:lnTo>
                    <a:pt x="1186772" y="381322"/>
                  </a:lnTo>
                  <a:lnTo>
                    <a:pt x="1234863" y="386244"/>
                  </a:lnTo>
                  <a:lnTo>
                    <a:pt x="1283318" y="390120"/>
                  </a:lnTo>
                  <a:lnTo>
                    <a:pt x="1327056" y="392918"/>
                  </a:lnTo>
                  <a:lnTo>
                    <a:pt x="1360103" y="394648"/>
                  </a:lnTo>
                  <a:lnTo>
                    <a:pt x="1378909" y="395468"/>
                  </a:lnTo>
                  <a:lnTo>
                    <a:pt x="1385098" y="395697"/>
                  </a:lnTo>
                  <a:lnTo>
                    <a:pt x="1385454" y="395708"/>
                  </a:lnTo>
                  <a:lnTo>
                    <a:pt x="1385454" y="362733"/>
                  </a:lnTo>
                  <a:lnTo>
                    <a:pt x="1383687" y="362672"/>
                  </a:lnTo>
                  <a:lnTo>
                    <a:pt x="1372738" y="362240"/>
                  </a:lnTo>
                  <a:lnTo>
                    <a:pt x="1347788" y="361067"/>
                  </a:lnTo>
                  <a:lnTo>
                    <a:pt x="1309574" y="358895"/>
                  </a:lnTo>
                  <a:lnTo>
                    <a:pt x="1263106" y="355637"/>
                  </a:lnTo>
                  <a:lnTo>
                    <a:pt x="1214315" y="351318"/>
                  </a:lnTo>
                  <a:lnTo>
                    <a:pt x="1167311" y="345950"/>
                  </a:lnTo>
                  <a:lnTo>
                    <a:pt x="1123671" y="339437"/>
                  </a:lnTo>
                  <a:lnTo>
                    <a:pt x="1083045" y="331548"/>
                  </a:lnTo>
                  <a:lnTo>
                    <a:pt x="1044014" y="321928"/>
                  </a:lnTo>
                  <a:lnTo>
                    <a:pt x="1004775" y="310170"/>
                  </a:lnTo>
                  <a:lnTo>
                    <a:pt x="981363" y="302277"/>
                  </a:lnTo>
                  <a:lnTo>
                    <a:pt x="947279" y="289872"/>
                  </a:lnTo>
                  <a:lnTo>
                    <a:pt x="911189" y="275819"/>
                  </a:lnTo>
                  <a:lnTo>
                    <a:pt x="872828" y="260119"/>
                  </a:lnTo>
                  <a:lnTo>
                    <a:pt x="832192" y="242882"/>
                  </a:lnTo>
                  <a:lnTo>
                    <a:pt x="789528" y="224329"/>
                  </a:lnTo>
                  <a:lnTo>
                    <a:pt x="745310" y="204793"/>
                  </a:lnTo>
                  <a:lnTo>
                    <a:pt x="700197" y="184699"/>
                  </a:lnTo>
                  <a:lnTo>
                    <a:pt x="654954" y="164524"/>
                  </a:lnTo>
                  <a:lnTo>
                    <a:pt x="610362" y="144755"/>
                  </a:lnTo>
                  <a:lnTo>
                    <a:pt x="567122" y="125836"/>
                  </a:lnTo>
                  <a:lnTo>
                    <a:pt x="525778" y="108135"/>
                  </a:lnTo>
                  <a:lnTo>
                    <a:pt x="486656" y="91910"/>
                  </a:lnTo>
                  <a:lnTo>
                    <a:pt x="449834" y="77309"/>
                  </a:lnTo>
                  <a:lnTo>
                    <a:pt x="415133" y="64366"/>
                  </a:lnTo>
                  <a:lnTo>
                    <a:pt x="404090" y="60455"/>
                  </a:lnTo>
                  <a:lnTo>
                    <a:pt x="363983" y="47316"/>
                  </a:lnTo>
                  <a:lnTo>
                    <a:pt x="325051" y="36507"/>
                  </a:lnTo>
                  <a:lnTo>
                    <a:pt x="285558" y="27667"/>
                  </a:lnTo>
                  <a:lnTo>
                    <a:pt x="243790" y="20396"/>
                  </a:lnTo>
                  <a:lnTo>
                    <a:pt x="198682" y="14386"/>
                  </a:lnTo>
                  <a:lnTo>
                    <a:pt x="150591" y="9464"/>
                  </a:lnTo>
                  <a:lnTo>
                    <a:pt x="102135" y="5588"/>
                  </a:lnTo>
                  <a:lnTo>
                    <a:pt x="58397" y="2789"/>
                  </a:lnTo>
                  <a:lnTo>
                    <a:pt x="25351" y="1060"/>
                  </a:lnTo>
                  <a:lnTo>
                    <a:pt x="6545" y="240"/>
                  </a:lnTo>
                  <a:lnTo>
                    <a:pt x="355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2050472" y="3830355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2050472" y="3863331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2050472" y="3896306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2050472" y="6006753"/>
              <a:ext cx="1385454" cy="395708"/>
            </a:xfrm>
            <a:custGeom>
              <a:avLst/>
              <a:pathLst>
                <a:path w="1385454" h="395708">
                  <a:moveTo>
                    <a:pt x="0" y="32975"/>
                  </a:moveTo>
                  <a:lnTo>
                    <a:pt x="1766" y="33035"/>
                  </a:lnTo>
                  <a:lnTo>
                    <a:pt x="12715" y="33468"/>
                  </a:lnTo>
                  <a:lnTo>
                    <a:pt x="37665" y="34641"/>
                  </a:lnTo>
                  <a:lnTo>
                    <a:pt x="75880" y="36813"/>
                  </a:lnTo>
                  <a:lnTo>
                    <a:pt x="122348" y="40070"/>
                  </a:lnTo>
                  <a:lnTo>
                    <a:pt x="171138" y="44389"/>
                  </a:lnTo>
                  <a:lnTo>
                    <a:pt x="218143" y="49758"/>
                  </a:lnTo>
                  <a:lnTo>
                    <a:pt x="261783" y="56271"/>
                  </a:lnTo>
                  <a:lnTo>
                    <a:pt x="302409" y="64160"/>
                  </a:lnTo>
                  <a:lnTo>
                    <a:pt x="341440" y="73780"/>
                  </a:lnTo>
                  <a:lnTo>
                    <a:pt x="380678" y="85538"/>
                  </a:lnTo>
                  <a:lnTo>
                    <a:pt x="404090" y="93431"/>
                  </a:lnTo>
                  <a:lnTo>
                    <a:pt x="438175" y="105835"/>
                  </a:lnTo>
                  <a:lnTo>
                    <a:pt x="474265" y="119889"/>
                  </a:lnTo>
                  <a:lnTo>
                    <a:pt x="512625" y="135589"/>
                  </a:lnTo>
                  <a:lnTo>
                    <a:pt x="553261" y="152826"/>
                  </a:lnTo>
                  <a:lnTo>
                    <a:pt x="595926" y="171379"/>
                  </a:lnTo>
                  <a:lnTo>
                    <a:pt x="640144" y="190914"/>
                  </a:lnTo>
                  <a:lnTo>
                    <a:pt x="685256" y="211008"/>
                  </a:lnTo>
                  <a:lnTo>
                    <a:pt x="730499" y="231183"/>
                  </a:lnTo>
                  <a:lnTo>
                    <a:pt x="775092" y="250953"/>
                  </a:lnTo>
                  <a:lnTo>
                    <a:pt x="818331" y="269872"/>
                  </a:lnTo>
                  <a:lnTo>
                    <a:pt x="859675" y="287573"/>
                  </a:lnTo>
                  <a:lnTo>
                    <a:pt x="898798" y="303797"/>
                  </a:lnTo>
                  <a:lnTo>
                    <a:pt x="935620" y="318399"/>
                  </a:lnTo>
                  <a:lnTo>
                    <a:pt x="970320" y="331342"/>
                  </a:lnTo>
                  <a:lnTo>
                    <a:pt x="981363" y="335253"/>
                  </a:lnTo>
                  <a:lnTo>
                    <a:pt x="1021470" y="348392"/>
                  </a:lnTo>
                  <a:lnTo>
                    <a:pt x="1060402" y="359200"/>
                  </a:lnTo>
                  <a:lnTo>
                    <a:pt x="1099895" y="368041"/>
                  </a:lnTo>
                  <a:lnTo>
                    <a:pt x="1141664" y="375312"/>
                  </a:lnTo>
                  <a:lnTo>
                    <a:pt x="1186772" y="381322"/>
                  </a:lnTo>
                  <a:lnTo>
                    <a:pt x="1234863" y="386244"/>
                  </a:lnTo>
                  <a:lnTo>
                    <a:pt x="1283318" y="390120"/>
                  </a:lnTo>
                  <a:lnTo>
                    <a:pt x="1327056" y="392918"/>
                  </a:lnTo>
                  <a:lnTo>
                    <a:pt x="1360103" y="394648"/>
                  </a:lnTo>
                  <a:lnTo>
                    <a:pt x="1378909" y="395468"/>
                  </a:lnTo>
                  <a:lnTo>
                    <a:pt x="1385098" y="395697"/>
                  </a:lnTo>
                  <a:lnTo>
                    <a:pt x="1385454" y="395708"/>
                  </a:lnTo>
                  <a:lnTo>
                    <a:pt x="1385454" y="362733"/>
                  </a:lnTo>
                  <a:lnTo>
                    <a:pt x="1383687" y="362672"/>
                  </a:lnTo>
                  <a:lnTo>
                    <a:pt x="1372738" y="362240"/>
                  </a:lnTo>
                  <a:lnTo>
                    <a:pt x="1347788" y="361067"/>
                  </a:lnTo>
                  <a:lnTo>
                    <a:pt x="1309574" y="358895"/>
                  </a:lnTo>
                  <a:lnTo>
                    <a:pt x="1263106" y="355637"/>
                  </a:lnTo>
                  <a:lnTo>
                    <a:pt x="1214315" y="351318"/>
                  </a:lnTo>
                  <a:lnTo>
                    <a:pt x="1167311" y="345950"/>
                  </a:lnTo>
                  <a:lnTo>
                    <a:pt x="1123671" y="339437"/>
                  </a:lnTo>
                  <a:lnTo>
                    <a:pt x="1083045" y="331548"/>
                  </a:lnTo>
                  <a:lnTo>
                    <a:pt x="1044014" y="321928"/>
                  </a:lnTo>
                  <a:lnTo>
                    <a:pt x="1004775" y="310170"/>
                  </a:lnTo>
                  <a:lnTo>
                    <a:pt x="981363" y="302277"/>
                  </a:lnTo>
                  <a:lnTo>
                    <a:pt x="947279" y="289872"/>
                  </a:lnTo>
                  <a:lnTo>
                    <a:pt x="911189" y="275819"/>
                  </a:lnTo>
                  <a:lnTo>
                    <a:pt x="872828" y="260119"/>
                  </a:lnTo>
                  <a:lnTo>
                    <a:pt x="832192" y="242882"/>
                  </a:lnTo>
                  <a:lnTo>
                    <a:pt x="789528" y="224329"/>
                  </a:lnTo>
                  <a:lnTo>
                    <a:pt x="745310" y="204793"/>
                  </a:lnTo>
                  <a:lnTo>
                    <a:pt x="700197" y="184699"/>
                  </a:lnTo>
                  <a:lnTo>
                    <a:pt x="654954" y="164524"/>
                  </a:lnTo>
                  <a:lnTo>
                    <a:pt x="610362" y="144755"/>
                  </a:lnTo>
                  <a:lnTo>
                    <a:pt x="567122" y="125836"/>
                  </a:lnTo>
                  <a:lnTo>
                    <a:pt x="525778" y="108135"/>
                  </a:lnTo>
                  <a:lnTo>
                    <a:pt x="486656" y="91910"/>
                  </a:lnTo>
                  <a:lnTo>
                    <a:pt x="449834" y="77309"/>
                  </a:lnTo>
                  <a:lnTo>
                    <a:pt x="415133" y="64366"/>
                  </a:lnTo>
                  <a:lnTo>
                    <a:pt x="404090" y="60455"/>
                  </a:lnTo>
                  <a:lnTo>
                    <a:pt x="363983" y="47316"/>
                  </a:lnTo>
                  <a:lnTo>
                    <a:pt x="325051" y="36507"/>
                  </a:lnTo>
                  <a:lnTo>
                    <a:pt x="285558" y="27667"/>
                  </a:lnTo>
                  <a:lnTo>
                    <a:pt x="243790" y="20396"/>
                  </a:lnTo>
                  <a:lnTo>
                    <a:pt x="198682" y="14386"/>
                  </a:lnTo>
                  <a:lnTo>
                    <a:pt x="150591" y="9464"/>
                  </a:lnTo>
                  <a:lnTo>
                    <a:pt x="102135" y="5588"/>
                  </a:lnTo>
                  <a:lnTo>
                    <a:pt x="58397" y="2789"/>
                  </a:lnTo>
                  <a:lnTo>
                    <a:pt x="25351" y="1060"/>
                  </a:lnTo>
                  <a:lnTo>
                    <a:pt x="6545" y="240"/>
                  </a:lnTo>
                  <a:lnTo>
                    <a:pt x="355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2050472" y="3929282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2050472" y="3962258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2050472" y="3995234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2050472" y="4028209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2050472" y="4061185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2050472" y="4094161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2050472" y="6039729"/>
              <a:ext cx="1385454" cy="395708"/>
            </a:xfrm>
            <a:custGeom>
              <a:avLst/>
              <a:pathLst>
                <a:path w="1385454" h="395708">
                  <a:moveTo>
                    <a:pt x="0" y="32975"/>
                  </a:moveTo>
                  <a:lnTo>
                    <a:pt x="1766" y="33035"/>
                  </a:lnTo>
                  <a:lnTo>
                    <a:pt x="12715" y="33468"/>
                  </a:lnTo>
                  <a:lnTo>
                    <a:pt x="37665" y="34641"/>
                  </a:lnTo>
                  <a:lnTo>
                    <a:pt x="75880" y="36813"/>
                  </a:lnTo>
                  <a:lnTo>
                    <a:pt x="122348" y="40070"/>
                  </a:lnTo>
                  <a:lnTo>
                    <a:pt x="171138" y="44389"/>
                  </a:lnTo>
                  <a:lnTo>
                    <a:pt x="218143" y="49758"/>
                  </a:lnTo>
                  <a:lnTo>
                    <a:pt x="261783" y="56271"/>
                  </a:lnTo>
                  <a:lnTo>
                    <a:pt x="302409" y="64160"/>
                  </a:lnTo>
                  <a:lnTo>
                    <a:pt x="341440" y="73780"/>
                  </a:lnTo>
                  <a:lnTo>
                    <a:pt x="380678" y="85538"/>
                  </a:lnTo>
                  <a:lnTo>
                    <a:pt x="404090" y="93431"/>
                  </a:lnTo>
                  <a:lnTo>
                    <a:pt x="438175" y="105835"/>
                  </a:lnTo>
                  <a:lnTo>
                    <a:pt x="474265" y="119889"/>
                  </a:lnTo>
                  <a:lnTo>
                    <a:pt x="512625" y="135589"/>
                  </a:lnTo>
                  <a:lnTo>
                    <a:pt x="553261" y="152826"/>
                  </a:lnTo>
                  <a:lnTo>
                    <a:pt x="595926" y="171379"/>
                  </a:lnTo>
                  <a:lnTo>
                    <a:pt x="640144" y="190914"/>
                  </a:lnTo>
                  <a:lnTo>
                    <a:pt x="685256" y="211008"/>
                  </a:lnTo>
                  <a:lnTo>
                    <a:pt x="730499" y="231183"/>
                  </a:lnTo>
                  <a:lnTo>
                    <a:pt x="775092" y="250953"/>
                  </a:lnTo>
                  <a:lnTo>
                    <a:pt x="818331" y="269872"/>
                  </a:lnTo>
                  <a:lnTo>
                    <a:pt x="859675" y="287573"/>
                  </a:lnTo>
                  <a:lnTo>
                    <a:pt x="898798" y="303797"/>
                  </a:lnTo>
                  <a:lnTo>
                    <a:pt x="935620" y="318399"/>
                  </a:lnTo>
                  <a:lnTo>
                    <a:pt x="970320" y="331342"/>
                  </a:lnTo>
                  <a:lnTo>
                    <a:pt x="981363" y="335253"/>
                  </a:lnTo>
                  <a:lnTo>
                    <a:pt x="1021470" y="348392"/>
                  </a:lnTo>
                  <a:lnTo>
                    <a:pt x="1060402" y="359200"/>
                  </a:lnTo>
                  <a:lnTo>
                    <a:pt x="1099895" y="368041"/>
                  </a:lnTo>
                  <a:lnTo>
                    <a:pt x="1141664" y="375312"/>
                  </a:lnTo>
                  <a:lnTo>
                    <a:pt x="1186772" y="381322"/>
                  </a:lnTo>
                  <a:lnTo>
                    <a:pt x="1234863" y="386244"/>
                  </a:lnTo>
                  <a:lnTo>
                    <a:pt x="1283318" y="390120"/>
                  </a:lnTo>
                  <a:lnTo>
                    <a:pt x="1327056" y="392918"/>
                  </a:lnTo>
                  <a:lnTo>
                    <a:pt x="1360103" y="394648"/>
                  </a:lnTo>
                  <a:lnTo>
                    <a:pt x="1378909" y="395468"/>
                  </a:lnTo>
                  <a:lnTo>
                    <a:pt x="1385098" y="395697"/>
                  </a:lnTo>
                  <a:lnTo>
                    <a:pt x="1385454" y="395708"/>
                  </a:lnTo>
                  <a:lnTo>
                    <a:pt x="1385454" y="362733"/>
                  </a:lnTo>
                  <a:lnTo>
                    <a:pt x="1383687" y="362672"/>
                  </a:lnTo>
                  <a:lnTo>
                    <a:pt x="1372738" y="362240"/>
                  </a:lnTo>
                  <a:lnTo>
                    <a:pt x="1347788" y="361067"/>
                  </a:lnTo>
                  <a:lnTo>
                    <a:pt x="1309574" y="358895"/>
                  </a:lnTo>
                  <a:lnTo>
                    <a:pt x="1263106" y="355637"/>
                  </a:lnTo>
                  <a:lnTo>
                    <a:pt x="1214315" y="351318"/>
                  </a:lnTo>
                  <a:lnTo>
                    <a:pt x="1167311" y="345950"/>
                  </a:lnTo>
                  <a:lnTo>
                    <a:pt x="1123671" y="339437"/>
                  </a:lnTo>
                  <a:lnTo>
                    <a:pt x="1083045" y="331548"/>
                  </a:lnTo>
                  <a:lnTo>
                    <a:pt x="1044014" y="321928"/>
                  </a:lnTo>
                  <a:lnTo>
                    <a:pt x="1004775" y="310170"/>
                  </a:lnTo>
                  <a:lnTo>
                    <a:pt x="981363" y="302277"/>
                  </a:lnTo>
                  <a:lnTo>
                    <a:pt x="947279" y="289872"/>
                  </a:lnTo>
                  <a:lnTo>
                    <a:pt x="911189" y="275819"/>
                  </a:lnTo>
                  <a:lnTo>
                    <a:pt x="872828" y="260119"/>
                  </a:lnTo>
                  <a:lnTo>
                    <a:pt x="832192" y="242882"/>
                  </a:lnTo>
                  <a:lnTo>
                    <a:pt x="789528" y="224329"/>
                  </a:lnTo>
                  <a:lnTo>
                    <a:pt x="745310" y="204793"/>
                  </a:lnTo>
                  <a:lnTo>
                    <a:pt x="700197" y="184699"/>
                  </a:lnTo>
                  <a:lnTo>
                    <a:pt x="654954" y="164524"/>
                  </a:lnTo>
                  <a:lnTo>
                    <a:pt x="610362" y="144755"/>
                  </a:lnTo>
                  <a:lnTo>
                    <a:pt x="567122" y="125836"/>
                  </a:lnTo>
                  <a:lnTo>
                    <a:pt x="525778" y="108135"/>
                  </a:lnTo>
                  <a:lnTo>
                    <a:pt x="486656" y="91910"/>
                  </a:lnTo>
                  <a:lnTo>
                    <a:pt x="449834" y="77309"/>
                  </a:lnTo>
                  <a:lnTo>
                    <a:pt x="415133" y="64366"/>
                  </a:lnTo>
                  <a:lnTo>
                    <a:pt x="404090" y="60455"/>
                  </a:lnTo>
                  <a:lnTo>
                    <a:pt x="363983" y="47316"/>
                  </a:lnTo>
                  <a:lnTo>
                    <a:pt x="325051" y="36507"/>
                  </a:lnTo>
                  <a:lnTo>
                    <a:pt x="285558" y="27667"/>
                  </a:lnTo>
                  <a:lnTo>
                    <a:pt x="243790" y="20396"/>
                  </a:lnTo>
                  <a:lnTo>
                    <a:pt x="198682" y="14386"/>
                  </a:lnTo>
                  <a:lnTo>
                    <a:pt x="150591" y="9464"/>
                  </a:lnTo>
                  <a:lnTo>
                    <a:pt x="102135" y="5588"/>
                  </a:lnTo>
                  <a:lnTo>
                    <a:pt x="58397" y="2789"/>
                  </a:lnTo>
                  <a:lnTo>
                    <a:pt x="25351" y="1060"/>
                  </a:lnTo>
                  <a:lnTo>
                    <a:pt x="6545" y="240"/>
                  </a:lnTo>
                  <a:lnTo>
                    <a:pt x="355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2050472" y="4127136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2050472" y="4160112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2050472" y="4193088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2050472" y="5512117"/>
              <a:ext cx="1385454" cy="263805"/>
            </a:xfrm>
            <a:custGeom>
              <a:avLst/>
              <a:pathLst>
                <a:path w="1385454" h="263805">
                  <a:moveTo>
                    <a:pt x="0" y="32975"/>
                  </a:moveTo>
                  <a:lnTo>
                    <a:pt x="1783" y="33014"/>
                  </a:lnTo>
                  <a:lnTo>
                    <a:pt x="12831" y="33292"/>
                  </a:lnTo>
                  <a:lnTo>
                    <a:pt x="37983" y="34046"/>
                  </a:lnTo>
                  <a:lnTo>
                    <a:pt x="76450" y="35440"/>
                  </a:lnTo>
                  <a:lnTo>
                    <a:pt x="123145" y="37530"/>
                  </a:lnTo>
                  <a:lnTo>
                    <a:pt x="172091" y="40300"/>
                  </a:lnTo>
                  <a:lnTo>
                    <a:pt x="219185" y="43742"/>
                  </a:lnTo>
                  <a:lnTo>
                    <a:pt x="262884" y="47920"/>
                  </a:lnTo>
                  <a:lnTo>
                    <a:pt x="303576" y="52984"/>
                  </a:lnTo>
                  <a:lnTo>
                    <a:pt x="342715" y="59164"/>
                  </a:lnTo>
                  <a:lnTo>
                    <a:pt x="382121" y="66723"/>
                  </a:lnTo>
                  <a:lnTo>
                    <a:pt x="404090" y="71447"/>
                  </a:lnTo>
                  <a:lnTo>
                    <a:pt x="438999" y="79539"/>
                  </a:lnTo>
                  <a:lnTo>
                    <a:pt x="476018" y="88731"/>
                  </a:lnTo>
                  <a:lnTo>
                    <a:pt x="515420" y="99018"/>
                  </a:lnTo>
                  <a:lnTo>
                    <a:pt x="557196" y="110322"/>
                  </a:lnTo>
                  <a:lnTo>
                    <a:pt x="601059" y="122485"/>
                  </a:lnTo>
                  <a:lnTo>
                    <a:pt x="646475" y="135272"/>
                  </a:lnTo>
                  <a:lnTo>
                    <a:pt x="692720" y="148388"/>
                  </a:lnTo>
                  <a:lnTo>
                    <a:pt x="738966" y="161505"/>
                  </a:lnTo>
                  <a:lnTo>
                    <a:pt x="784382" y="174292"/>
                  </a:lnTo>
                  <a:lnTo>
                    <a:pt x="828246" y="186455"/>
                  </a:lnTo>
                  <a:lnTo>
                    <a:pt x="870022" y="197759"/>
                  </a:lnTo>
                  <a:lnTo>
                    <a:pt x="909425" y="208047"/>
                  </a:lnTo>
                  <a:lnTo>
                    <a:pt x="946444" y="217239"/>
                  </a:lnTo>
                  <a:lnTo>
                    <a:pt x="981363" y="225334"/>
                  </a:lnTo>
                  <a:lnTo>
                    <a:pt x="1021599" y="233720"/>
                  </a:lnTo>
                  <a:lnTo>
                    <a:pt x="1060658" y="240614"/>
                  </a:lnTo>
                  <a:lnTo>
                    <a:pt x="1100293" y="246249"/>
                  </a:lnTo>
                  <a:lnTo>
                    <a:pt x="1142233" y="250881"/>
                  </a:lnTo>
                  <a:lnTo>
                    <a:pt x="1187541" y="254707"/>
                  </a:lnTo>
                  <a:lnTo>
                    <a:pt x="1235827" y="257837"/>
                  </a:lnTo>
                  <a:lnTo>
                    <a:pt x="1284400" y="260298"/>
                  </a:lnTo>
                  <a:lnTo>
                    <a:pt x="1328085" y="262067"/>
                  </a:lnTo>
                  <a:lnTo>
                    <a:pt x="1360869" y="263154"/>
                  </a:lnTo>
                  <a:lnTo>
                    <a:pt x="1379287" y="263662"/>
                  </a:lnTo>
                  <a:lnTo>
                    <a:pt x="1385160" y="263799"/>
                  </a:lnTo>
                  <a:lnTo>
                    <a:pt x="1385454" y="263805"/>
                  </a:lnTo>
                  <a:lnTo>
                    <a:pt x="1385454" y="230830"/>
                  </a:lnTo>
                  <a:lnTo>
                    <a:pt x="1383670" y="230791"/>
                  </a:lnTo>
                  <a:lnTo>
                    <a:pt x="1372622" y="230513"/>
                  </a:lnTo>
                  <a:lnTo>
                    <a:pt x="1347471" y="229759"/>
                  </a:lnTo>
                  <a:lnTo>
                    <a:pt x="1309003" y="228365"/>
                  </a:lnTo>
                  <a:lnTo>
                    <a:pt x="1262309" y="226275"/>
                  </a:lnTo>
                  <a:lnTo>
                    <a:pt x="1213363" y="223505"/>
                  </a:lnTo>
                  <a:lnTo>
                    <a:pt x="1166269" y="220063"/>
                  </a:lnTo>
                  <a:lnTo>
                    <a:pt x="1122570" y="215885"/>
                  </a:lnTo>
                  <a:lnTo>
                    <a:pt x="1081877" y="210821"/>
                  </a:lnTo>
                  <a:lnTo>
                    <a:pt x="1042738" y="204640"/>
                  </a:lnTo>
                  <a:lnTo>
                    <a:pt x="1003332" y="197082"/>
                  </a:lnTo>
                  <a:lnTo>
                    <a:pt x="981363" y="192358"/>
                  </a:lnTo>
                  <a:lnTo>
                    <a:pt x="946454" y="184266"/>
                  </a:lnTo>
                  <a:lnTo>
                    <a:pt x="909435" y="175074"/>
                  </a:lnTo>
                  <a:lnTo>
                    <a:pt x="870033" y="164787"/>
                  </a:lnTo>
                  <a:lnTo>
                    <a:pt x="828258" y="153483"/>
                  </a:lnTo>
                  <a:lnTo>
                    <a:pt x="784395" y="141320"/>
                  </a:lnTo>
                  <a:lnTo>
                    <a:pt x="738979" y="128532"/>
                  </a:lnTo>
                  <a:lnTo>
                    <a:pt x="692733" y="115416"/>
                  </a:lnTo>
                  <a:lnTo>
                    <a:pt x="646488" y="102300"/>
                  </a:lnTo>
                  <a:lnTo>
                    <a:pt x="601071" y="89513"/>
                  </a:lnTo>
                  <a:lnTo>
                    <a:pt x="557208" y="77350"/>
                  </a:lnTo>
                  <a:lnTo>
                    <a:pt x="515432" y="66045"/>
                  </a:lnTo>
                  <a:lnTo>
                    <a:pt x="476029" y="55758"/>
                  </a:lnTo>
                  <a:lnTo>
                    <a:pt x="439009" y="46566"/>
                  </a:lnTo>
                  <a:lnTo>
                    <a:pt x="404090" y="38471"/>
                  </a:lnTo>
                  <a:lnTo>
                    <a:pt x="363854" y="30085"/>
                  </a:lnTo>
                  <a:lnTo>
                    <a:pt x="324796" y="23191"/>
                  </a:lnTo>
                  <a:lnTo>
                    <a:pt x="285161" y="17556"/>
                  </a:lnTo>
                  <a:lnTo>
                    <a:pt x="243220" y="12924"/>
                  </a:lnTo>
                  <a:lnTo>
                    <a:pt x="197913" y="9098"/>
                  </a:lnTo>
                  <a:lnTo>
                    <a:pt x="149627" y="5967"/>
                  </a:lnTo>
                  <a:lnTo>
                    <a:pt x="101054" y="3507"/>
                  </a:lnTo>
                  <a:lnTo>
                    <a:pt x="57368" y="1738"/>
                  </a:lnTo>
                  <a:lnTo>
                    <a:pt x="24585" y="651"/>
                  </a:lnTo>
                  <a:lnTo>
                    <a:pt x="6166" y="143"/>
                  </a:lnTo>
                  <a:lnTo>
                    <a:pt x="294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2050472" y="5545093"/>
              <a:ext cx="1385454" cy="263805"/>
            </a:xfrm>
            <a:custGeom>
              <a:avLst/>
              <a:pathLst>
                <a:path w="1385454" h="263805">
                  <a:moveTo>
                    <a:pt x="0" y="32975"/>
                  </a:moveTo>
                  <a:lnTo>
                    <a:pt x="1783" y="33014"/>
                  </a:lnTo>
                  <a:lnTo>
                    <a:pt x="12831" y="33292"/>
                  </a:lnTo>
                  <a:lnTo>
                    <a:pt x="37983" y="34046"/>
                  </a:lnTo>
                  <a:lnTo>
                    <a:pt x="76450" y="35440"/>
                  </a:lnTo>
                  <a:lnTo>
                    <a:pt x="123145" y="37530"/>
                  </a:lnTo>
                  <a:lnTo>
                    <a:pt x="172091" y="40300"/>
                  </a:lnTo>
                  <a:lnTo>
                    <a:pt x="219185" y="43742"/>
                  </a:lnTo>
                  <a:lnTo>
                    <a:pt x="262884" y="47920"/>
                  </a:lnTo>
                  <a:lnTo>
                    <a:pt x="303576" y="52984"/>
                  </a:lnTo>
                  <a:lnTo>
                    <a:pt x="342715" y="59164"/>
                  </a:lnTo>
                  <a:lnTo>
                    <a:pt x="382121" y="66723"/>
                  </a:lnTo>
                  <a:lnTo>
                    <a:pt x="404090" y="71447"/>
                  </a:lnTo>
                  <a:lnTo>
                    <a:pt x="438999" y="79539"/>
                  </a:lnTo>
                  <a:lnTo>
                    <a:pt x="476018" y="88731"/>
                  </a:lnTo>
                  <a:lnTo>
                    <a:pt x="515420" y="99018"/>
                  </a:lnTo>
                  <a:lnTo>
                    <a:pt x="557196" y="110322"/>
                  </a:lnTo>
                  <a:lnTo>
                    <a:pt x="601059" y="122485"/>
                  </a:lnTo>
                  <a:lnTo>
                    <a:pt x="646475" y="135272"/>
                  </a:lnTo>
                  <a:lnTo>
                    <a:pt x="692720" y="148388"/>
                  </a:lnTo>
                  <a:lnTo>
                    <a:pt x="738966" y="161505"/>
                  </a:lnTo>
                  <a:lnTo>
                    <a:pt x="784382" y="174292"/>
                  </a:lnTo>
                  <a:lnTo>
                    <a:pt x="828246" y="186455"/>
                  </a:lnTo>
                  <a:lnTo>
                    <a:pt x="870022" y="197759"/>
                  </a:lnTo>
                  <a:lnTo>
                    <a:pt x="909425" y="208047"/>
                  </a:lnTo>
                  <a:lnTo>
                    <a:pt x="946444" y="217239"/>
                  </a:lnTo>
                  <a:lnTo>
                    <a:pt x="981363" y="225334"/>
                  </a:lnTo>
                  <a:lnTo>
                    <a:pt x="1021599" y="233720"/>
                  </a:lnTo>
                  <a:lnTo>
                    <a:pt x="1060658" y="240614"/>
                  </a:lnTo>
                  <a:lnTo>
                    <a:pt x="1100293" y="246249"/>
                  </a:lnTo>
                  <a:lnTo>
                    <a:pt x="1142233" y="250881"/>
                  </a:lnTo>
                  <a:lnTo>
                    <a:pt x="1187541" y="254707"/>
                  </a:lnTo>
                  <a:lnTo>
                    <a:pt x="1235827" y="257837"/>
                  </a:lnTo>
                  <a:lnTo>
                    <a:pt x="1284400" y="260298"/>
                  </a:lnTo>
                  <a:lnTo>
                    <a:pt x="1328085" y="262067"/>
                  </a:lnTo>
                  <a:lnTo>
                    <a:pt x="1360869" y="263154"/>
                  </a:lnTo>
                  <a:lnTo>
                    <a:pt x="1379287" y="263662"/>
                  </a:lnTo>
                  <a:lnTo>
                    <a:pt x="1385160" y="263799"/>
                  </a:lnTo>
                  <a:lnTo>
                    <a:pt x="1385454" y="263805"/>
                  </a:lnTo>
                  <a:lnTo>
                    <a:pt x="1385454" y="230830"/>
                  </a:lnTo>
                  <a:lnTo>
                    <a:pt x="1383670" y="230791"/>
                  </a:lnTo>
                  <a:lnTo>
                    <a:pt x="1372622" y="230513"/>
                  </a:lnTo>
                  <a:lnTo>
                    <a:pt x="1347471" y="229759"/>
                  </a:lnTo>
                  <a:lnTo>
                    <a:pt x="1309003" y="228365"/>
                  </a:lnTo>
                  <a:lnTo>
                    <a:pt x="1262309" y="226275"/>
                  </a:lnTo>
                  <a:lnTo>
                    <a:pt x="1213363" y="223505"/>
                  </a:lnTo>
                  <a:lnTo>
                    <a:pt x="1166269" y="220063"/>
                  </a:lnTo>
                  <a:lnTo>
                    <a:pt x="1122570" y="215885"/>
                  </a:lnTo>
                  <a:lnTo>
                    <a:pt x="1081877" y="210821"/>
                  </a:lnTo>
                  <a:lnTo>
                    <a:pt x="1042738" y="204640"/>
                  </a:lnTo>
                  <a:lnTo>
                    <a:pt x="1003332" y="197082"/>
                  </a:lnTo>
                  <a:lnTo>
                    <a:pt x="981363" y="192358"/>
                  </a:lnTo>
                  <a:lnTo>
                    <a:pt x="946454" y="184266"/>
                  </a:lnTo>
                  <a:lnTo>
                    <a:pt x="909435" y="175074"/>
                  </a:lnTo>
                  <a:lnTo>
                    <a:pt x="870033" y="164787"/>
                  </a:lnTo>
                  <a:lnTo>
                    <a:pt x="828258" y="153483"/>
                  </a:lnTo>
                  <a:lnTo>
                    <a:pt x="784395" y="141320"/>
                  </a:lnTo>
                  <a:lnTo>
                    <a:pt x="738979" y="128532"/>
                  </a:lnTo>
                  <a:lnTo>
                    <a:pt x="692733" y="115416"/>
                  </a:lnTo>
                  <a:lnTo>
                    <a:pt x="646488" y="102300"/>
                  </a:lnTo>
                  <a:lnTo>
                    <a:pt x="601071" y="89513"/>
                  </a:lnTo>
                  <a:lnTo>
                    <a:pt x="557208" y="77350"/>
                  </a:lnTo>
                  <a:lnTo>
                    <a:pt x="515432" y="66045"/>
                  </a:lnTo>
                  <a:lnTo>
                    <a:pt x="476029" y="55758"/>
                  </a:lnTo>
                  <a:lnTo>
                    <a:pt x="439009" y="46566"/>
                  </a:lnTo>
                  <a:lnTo>
                    <a:pt x="404090" y="38471"/>
                  </a:lnTo>
                  <a:lnTo>
                    <a:pt x="363854" y="30085"/>
                  </a:lnTo>
                  <a:lnTo>
                    <a:pt x="324796" y="23191"/>
                  </a:lnTo>
                  <a:lnTo>
                    <a:pt x="285161" y="17556"/>
                  </a:lnTo>
                  <a:lnTo>
                    <a:pt x="243220" y="12924"/>
                  </a:lnTo>
                  <a:lnTo>
                    <a:pt x="197913" y="9098"/>
                  </a:lnTo>
                  <a:lnTo>
                    <a:pt x="149627" y="5967"/>
                  </a:lnTo>
                  <a:lnTo>
                    <a:pt x="101054" y="3507"/>
                  </a:lnTo>
                  <a:lnTo>
                    <a:pt x="57368" y="1738"/>
                  </a:lnTo>
                  <a:lnTo>
                    <a:pt x="24585" y="651"/>
                  </a:lnTo>
                  <a:lnTo>
                    <a:pt x="6166" y="143"/>
                  </a:lnTo>
                  <a:lnTo>
                    <a:pt x="294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2050472" y="6072705"/>
              <a:ext cx="1385454" cy="395708"/>
            </a:xfrm>
            <a:custGeom>
              <a:avLst/>
              <a:pathLst>
                <a:path w="1385454" h="395708">
                  <a:moveTo>
                    <a:pt x="0" y="32975"/>
                  </a:moveTo>
                  <a:lnTo>
                    <a:pt x="1766" y="33035"/>
                  </a:lnTo>
                  <a:lnTo>
                    <a:pt x="12715" y="33468"/>
                  </a:lnTo>
                  <a:lnTo>
                    <a:pt x="37665" y="34641"/>
                  </a:lnTo>
                  <a:lnTo>
                    <a:pt x="75880" y="36813"/>
                  </a:lnTo>
                  <a:lnTo>
                    <a:pt x="122348" y="40070"/>
                  </a:lnTo>
                  <a:lnTo>
                    <a:pt x="171138" y="44389"/>
                  </a:lnTo>
                  <a:lnTo>
                    <a:pt x="218143" y="49758"/>
                  </a:lnTo>
                  <a:lnTo>
                    <a:pt x="261783" y="56271"/>
                  </a:lnTo>
                  <a:lnTo>
                    <a:pt x="302409" y="64160"/>
                  </a:lnTo>
                  <a:lnTo>
                    <a:pt x="341440" y="73780"/>
                  </a:lnTo>
                  <a:lnTo>
                    <a:pt x="380678" y="85538"/>
                  </a:lnTo>
                  <a:lnTo>
                    <a:pt x="404090" y="93431"/>
                  </a:lnTo>
                  <a:lnTo>
                    <a:pt x="438175" y="105835"/>
                  </a:lnTo>
                  <a:lnTo>
                    <a:pt x="474265" y="119889"/>
                  </a:lnTo>
                  <a:lnTo>
                    <a:pt x="512625" y="135589"/>
                  </a:lnTo>
                  <a:lnTo>
                    <a:pt x="553261" y="152826"/>
                  </a:lnTo>
                  <a:lnTo>
                    <a:pt x="595926" y="171379"/>
                  </a:lnTo>
                  <a:lnTo>
                    <a:pt x="640144" y="190914"/>
                  </a:lnTo>
                  <a:lnTo>
                    <a:pt x="685256" y="211008"/>
                  </a:lnTo>
                  <a:lnTo>
                    <a:pt x="730499" y="231183"/>
                  </a:lnTo>
                  <a:lnTo>
                    <a:pt x="775092" y="250953"/>
                  </a:lnTo>
                  <a:lnTo>
                    <a:pt x="818331" y="269872"/>
                  </a:lnTo>
                  <a:lnTo>
                    <a:pt x="859675" y="287573"/>
                  </a:lnTo>
                  <a:lnTo>
                    <a:pt x="898798" y="303797"/>
                  </a:lnTo>
                  <a:lnTo>
                    <a:pt x="935620" y="318399"/>
                  </a:lnTo>
                  <a:lnTo>
                    <a:pt x="970320" y="331342"/>
                  </a:lnTo>
                  <a:lnTo>
                    <a:pt x="981363" y="335253"/>
                  </a:lnTo>
                  <a:lnTo>
                    <a:pt x="1021470" y="348392"/>
                  </a:lnTo>
                  <a:lnTo>
                    <a:pt x="1060402" y="359200"/>
                  </a:lnTo>
                  <a:lnTo>
                    <a:pt x="1099895" y="368041"/>
                  </a:lnTo>
                  <a:lnTo>
                    <a:pt x="1141664" y="375312"/>
                  </a:lnTo>
                  <a:lnTo>
                    <a:pt x="1186772" y="381322"/>
                  </a:lnTo>
                  <a:lnTo>
                    <a:pt x="1234863" y="386244"/>
                  </a:lnTo>
                  <a:lnTo>
                    <a:pt x="1283318" y="390120"/>
                  </a:lnTo>
                  <a:lnTo>
                    <a:pt x="1327056" y="392918"/>
                  </a:lnTo>
                  <a:lnTo>
                    <a:pt x="1360103" y="394648"/>
                  </a:lnTo>
                  <a:lnTo>
                    <a:pt x="1378909" y="395468"/>
                  </a:lnTo>
                  <a:lnTo>
                    <a:pt x="1385098" y="395697"/>
                  </a:lnTo>
                  <a:lnTo>
                    <a:pt x="1385454" y="395708"/>
                  </a:lnTo>
                  <a:lnTo>
                    <a:pt x="1385454" y="362733"/>
                  </a:lnTo>
                  <a:lnTo>
                    <a:pt x="1383687" y="362672"/>
                  </a:lnTo>
                  <a:lnTo>
                    <a:pt x="1372738" y="362240"/>
                  </a:lnTo>
                  <a:lnTo>
                    <a:pt x="1347788" y="361067"/>
                  </a:lnTo>
                  <a:lnTo>
                    <a:pt x="1309574" y="358895"/>
                  </a:lnTo>
                  <a:lnTo>
                    <a:pt x="1263106" y="355637"/>
                  </a:lnTo>
                  <a:lnTo>
                    <a:pt x="1214315" y="351318"/>
                  </a:lnTo>
                  <a:lnTo>
                    <a:pt x="1167311" y="345950"/>
                  </a:lnTo>
                  <a:lnTo>
                    <a:pt x="1123671" y="339437"/>
                  </a:lnTo>
                  <a:lnTo>
                    <a:pt x="1083045" y="331548"/>
                  </a:lnTo>
                  <a:lnTo>
                    <a:pt x="1044014" y="321928"/>
                  </a:lnTo>
                  <a:lnTo>
                    <a:pt x="1004775" y="310170"/>
                  </a:lnTo>
                  <a:lnTo>
                    <a:pt x="981363" y="302277"/>
                  </a:lnTo>
                  <a:lnTo>
                    <a:pt x="947279" y="289872"/>
                  </a:lnTo>
                  <a:lnTo>
                    <a:pt x="911189" y="275819"/>
                  </a:lnTo>
                  <a:lnTo>
                    <a:pt x="872828" y="260119"/>
                  </a:lnTo>
                  <a:lnTo>
                    <a:pt x="832192" y="242882"/>
                  </a:lnTo>
                  <a:lnTo>
                    <a:pt x="789528" y="224329"/>
                  </a:lnTo>
                  <a:lnTo>
                    <a:pt x="745310" y="204793"/>
                  </a:lnTo>
                  <a:lnTo>
                    <a:pt x="700197" y="184699"/>
                  </a:lnTo>
                  <a:lnTo>
                    <a:pt x="654954" y="164524"/>
                  </a:lnTo>
                  <a:lnTo>
                    <a:pt x="610362" y="144755"/>
                  </a:lnTo>
                  <a:lnTo>
                    <a:pt x="567122" y="125836"/>
                  </a:lnTo>
                  <a:lnTo>
                    <a:pt x="525778" y="108135"/>
                  </a:lnTo>
                  <a:lnTo>
                    <a:pt x="486656" y="91910"/>
                  </a:lnTo>
                  <a:lnTo>
                    <a:pt x="449834" y="77309"/>
                  </a:lnTo>
                  <a:lnTo>
                    <a:pt x="415133" y="64366"/>
                  </a:lnTo>
                  <a:lnTo>
                    <a:pt x="404090" y="60455"/>
                  </a:lnTo>
                  <a:lnTo>
                    <a:pt x="363983" y="47316"/>
                  </a:lnTo>
                  <a:lnTo>
                    <a:pt x="325051" y="36507"/>
                  </a:lnTo>
                  <a:lnTo>
                    <a:pt x="285558" y="27667"/>
                  </a:lnTo>
                  <a:lnTo>
                    <a:pt x="243790" y="20396"/>
                  </a:lnTo>
                  <a:lnTo>
                    <a:pt x="198682" y="14386"/>
                  </a:lnTo>
                  <a:lnTo>
                    <a:pt x="150591" y="9464"/>
                  </a:lnTo>
                  <a:lnTo>
                    <a:pt x="102135" y="5588"/>
                  </a:lnTo>
                  <a:lnTo>
                    <a:pt x="58397" y="2789"/>
                  </a:lnTo>
                  <a:lnTo>
                    <a:pt x="25351" y="1060"/>
                  </a:lnTo>
                  <a:lnTo>
                    <a:pt x="6545" y="240"/>
                  </a:lnTo>
                  <a:lnTo>
                    <a:pt x="355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2050472" y="4226064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2050472" y="5578069"/>
              <a:ext cx="1385454" cy="263805"/>
            </a:xfrm>
            <a:custGeom>
              <a:avLst/>
              <a:pathLst>
                <a:path w="1385454" h="263805">
                  <a:moveTo>
                    <a:pt x="0" y="32975"/>
                  </a:moveTo>
                  <a:lnTo>
                    <a:pt x="1783" y="33014"/>
                  </a:lnTo>
                  <a:lnTo>
                    <a:pt x="12831" y="33292"/>
                  </a:lnTo>
                  <a:lnTo>
                    <a:pt x="37983" y="34046"/>
                  </a:lnTo>
                  <a:lnTo>
                    <a:pt x="76450" y="35440"/>
                  </a:lnTo>
                  <a:lnTo>
                    <a:pt x="123145" y="37530"/>
                  </a:lnTo>
                  <a:lnTo>
                    <a:pt x="172091" y="40300"/>
                  </a:lnTo>
                  <a:lnTo>
                    <a:pt x="219185" y="43742"/>
                  </a:lnTo>
                  <a:lnTo>
                    <a:pt x="262884" y="47920"/>
                  </a:lnTo>
                  <a:lnTo>
                    <a:pt x="303576" y="52984"/>
                  </a:lnTo>
                  <a:lnTo>
                    <a:pt x="342715" y="59164"/>
                  </a:lnTo>
                  <a:lnTo>
                    <a:pt x="382121" y="66723"/>
                  </a:lnTo>
                  <a:lnTo>
                    <a:pt x="404090" y="71447"/>
                  </a:lnTo>
                  <a:lnTo>
                    <a:pt x="438999" y="79539"/>
                  </a:lnTo>
                  <a:lnTo>
                    <a:pt x="476018" y="88731"/>
                  </a:lnTo>
                  <a:lnTo>
                    <a:pt x="515420" y="99018"/>
                  </a:lnTo>
                  <a:lnTo>
                    <a:pt x="557196" y="110322"/>
                  </a:lnTo>
                  <a:lnTo>
                    <a:pt x="601059" y="122485"/>
                  </a:lnTo>
                  <a:lnTo>
                    <a:pt x="646475" y="135272"/>
                  </a:lnTo>
                  <a:lnTo>
                    <a:pt x="692720" y="148388"/>
                  </a:lnTo>
                  <a:lnTo>
                    <a:pt x="738966" y="161505"/>
                  </a:lnTo>
                  <a:lnTo>
                    <a:pt x="784382" y="174292"/>
                  </a:lnTo>
                  <a:lnTo>
                    <a:pt x="828246" y="186455"/>
                  </a:lnTo>
                  <a:lnTo>
                    <a:pt x="870022" y="197759"/>
                  </a:lnTo>
                  <a:lnTo>
                    <a:pt x="909425" y="208047"/>
                  </a:lnTo>
                  <a:lnTo>
                    <a:pt x="946444" y="217239"/>
                  </a:lnTo>
                  <a:lnTo>
                    <a:pt x="981363" y="225334"/>
                  </a:lnTo>
                  <a:lnTo>
                    <a:pt x="1021599" y="233720"/>
                  </a:lnTo>
                  <a:lnTo>
                    <a:pt x="1060658" y="240614"/>
                  </a:lnTo>
                  <a:lnTo>
                    <a:pt x="1100293" y="246249"/>
                  </a:lnTo>
                  <a:lnTo>
                    <a:pt x="1142233" y="250881"/>
                  </a:lnTo>
                  <a:lnTo>
                    <a:pt x="1187541" y="254707"/>
                  </a:lnTo>
                  <a:lnTo>
                    <a:pt x="1235827" y="257837"/>
                  </a:lnTo>
                  <a:lnTo>
                    <a:pt x="1284400" y="260298"/>
                  </a:lnTo>
                  <a:lnTo>
                    <a:pt x="1328085" y="262067"/>
                  </a:lnTo>
                  <a:lnTo>
                    <a:pt x="1360869" y="263154"/>
                  </a:lnTo>
                  <a:lnTo>
                    <a:pt x="1379287" y="263662"/>
                  </a:lnTo>
                  <a:lnTo>
                    <a:pt x="1385160" y="263799"/>
                  </a:lnTo>
                  <a:lnTo>
                    <a:pt x="1385454" y="263805"/>
                  </a:lnTo>
                  <a:lnTo>
                    <a:pt x="1385454" y="230830"/>
                  </a:lnTo>
                  <a:lnTo>
                    <a:pt x="1383670" y="230791"/>
                  </a:lnTo>
                  <a:lnTo>
                    <a:pt x="1372622" y="230513"/>
                  </a:lnTo>
                  <a:lnTo>
                    <a:pt x="1347471" y="229759"/>
                  </a:lnTo>
                  <a:lnTo>
                    <a:pt x="1309003" y="228365"/>
                  </a:lnTo>
                  <a:lnTo>
                    <a:pt x="1262309" y="226275"/>
                  </a:lnTo>
                  <a:lnTo>
                    <a:pt x="1213363" y="223505"/>
                  </a:lnTo>
                  <a:lnTo>
                    <a:pt x="1166269" y="220063"/>
                  </a:lnTo>
                  <a:lnTo>
                    <a:pt x="1122570" y="215885"/>
                  </a:lnTo>
                  <a:lnTo>
                    <a:pt x="1081877" y="210821"/>
                  </a:lnTo>
                  <a:lnTo>
                    <a:pt x="1042738" y="204640"/>
                  </a:lnTo>
                  <a:lnTo>
                    <a:pt x="1003332" y="197082"/>
                  </a:lnTo>
                  <a:lnTo>
                    <a:pt x="981363" y="192358"/>
                  </a:lnTo>
                  <a:lnTo>
                    <a:pt x="946454" y="184266"/>
                  </a:lnTo>
                  <a:lnTo>
                    <a:pt x="909435" y="175074"/>
                  </a:lnTo>
                  <a:lnTo>
                    <a:pt x="870033" y="164787"/>
                  </a:lnTo>
                  <a:lnTo>
                    <a:pt x="828258" y="153483"/>
                  </a:lnTo>
                  <a:lnTo>
                    <a:pt x="784395" y="141320"/>
                  </a:lnTo>
                  <a:lnTo>
                    <a:pt x="738979" y="128532"/>
                  </a:lnTo>
                  <a:lnTo>
                    <a:pt x="692733" y="115416"/>
                  </a:lnTo>
                  <a:lnTo>
                    <a:pt x="646488" y="102300"/>
                  </a:lnTo>
                  <a:lnTo>
                    <a:pt x="601071" y="89513"/>
                  </a:lnTo>
                  <a:lnTo>
                    <a:pt x="557208" y="77350"/>
                  </a:lnTo>
                  <a:lnTo>
                    <a:pt x="515432" y="66045"/>
                  </a:lnTo>
                  <a:lnTo>
                    <a:pt x="476029" y="55758"/>
                  </a:lnTo>
                  <a:lnTo>
                    <a:pt x="439009" y="46566"/>
                  </a:lnTo>
                  <a:lnTo>
                    <a:pt x="404090" y="38471"/>
                  </a:lnTo>
                  <a:lnTo>
                    <a:pt x="363854" y="30085"/>
                  </a:lnTo>
                  <a:lnTo>
                    <a:pt x="324796" y="23191"/>
                  </a:lnTo>
                  <a:lnTo>
                    <a:pt x="285161" y="17556"/>
                  </a:lnTo>
                  <a:lnTo>
                    <a:pt x="243220" y="12924"/>
                  </a:lnTo>
                  <a:lnTo>
                    <a:pt x="197913" y="9098"/>
                  </a:lnTo>
                  <a:lnTo>
                    <a:pt x="149627" y="5967"/>
                  </a:lnTo>
                  <a:lnTo>
                    <a:pt x="101054" y="3507"/>
                  </a:lnTo>
                  <a:lnTo>
                    <a:pt x="57368" y="1738"/>
                  </a:lnTo>
                  <a:lnTo>
                    <a:pt x="24585" y="651"/>
                  </a:lnTo>
                  <a:lnTo>
                    <a:pt x="6166" y="143"/>
                  </a:lnTo>
                  <a:lnTo>
                    <a:pt x="294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2050472" y="4259039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2050472" y="5611044"/>
              <a:ext cx="1385454" cy="263805"/>
            </a:xfrm>
            <a:custGeom>
              <a:avLst/>
              <a:pathLst>
                <a:path w="1385454" h="263805">
                  <a:moveTo>
                    <a:pt x="0" y="32975"/>
                  </a:moveTo>
                  <a:lnTo>
                    <a:pt x="1783" y="33014"/>
                  </a:lnTo>
                  <a:lnTo>
                    <a:pt x="12831" y="33292"/>
                  </a:lnTo>
                  <a:lnTo>
                    <a:pt x="37983" y="34046"/>
                  </a:lnTo>
                  <a:lnTo>
                    <a:pt x="76450" y="35440"/>
                  </a:lnTo>
                  <a:lnTo>
                    <a:pt x="123145" y="37530"/>
                  </a:lnTo>
                  <a:lnTo>
                    <a:pt x="172091" y="40300"/>
                  </a:lnTo>
                  <a:lnTo>
                    <a:pt x="219185" y="43742"/>
                  </a:lnTo>
                  <a:lnTo>
                    <a:pt x="262884" y="47920"/>
                  </a:lnTo>
                  <a:lnTo>
                    <a:pt x="303576" y="52984"/>
                  </a:lnTo>
                  <a:lnTo>
                    <a:pt x="342715" y="59164"/>
                  </a:lnTo>
                  <a:lnTo>
                    <a:pt x="382121" y="66723"/>
                  </a:lnTo>
                  <a:lnTo>
                    <a:pt x="404090" y="71447"/>
                  </a:lnTo>
                  <a:lnTo>
                    <a:pt x="438999" y="79539"/>
                  </a:lnTo>
                  <a:lnTo>
                    <a:pt x="476018" y="88731"/>
                  </a:lnTo>
                  <a:lnTo>
                    <a:pt x="515420" y="99018"/>
                  </a:lnTo>
                  <a:lnTo>
                    <a:pt x="557196" y="110322"/>
                  </a:lnTo>
                  <a:lnTo>
                    <a:pt x="601059" y="122485"/>
                  </a:lnTo>
                  <a:lnTo>
                    <a:pt x="646475" y="135272"/>
                  </a:lnTo>
                  <a:lnTo>
                    <a:pt x="692720" y="148388"/>
                  </a:lnTo>
                  <a:lnTo>
                    <a:pt x="738966" y="161505"/>
                  </a:lnTo>
                  <a:lnTo>
                    <a:pt x="784382" y="174292"/>
                  </a:lnTo>
                  <a:lnTo>
                    <a:pt x="828246" y="186455"/>
                  </a:lnTo>
                  <a:lnTo>
                    <a:pt x="870022" y="197759"/>
                  </a:lnTo>
                  <a:lnTo>
                    <a:pt x="909425" y="208047"/>
                  </a:lnTo>
                  <a:lnTo>
                    <a:pt x="946444" y="217239"/>
                  </a:lnTo>
                  <a:lnTo>
                    <a:pt x="981363" y="225334"/>
                  </a:lnTo>
                  <a:lnTo>
                    <a:pt x="1021599" y="233720"/>
                  </a:lnTo>
                  <a:lnTo>
                    <a:pt x="1060658" y="240614"/>
                  </a:lnTo>
                  <a:lnTo>
                    <a:pt x="1100293" y="246249"/>
                  </a:lnTo>
                  <a:lnTo>
                    <a:pt x="1142233" y="250881"/>
                  </a:lnTo>
                  <a:lnTo>
                    <a:pt x="1187541" y="254707"/>
                  </a:lnTo>
                  <a:lnTo>
                    <a:pt x="1235827" y="257837"/>
                  </a:lnTo>
                  <a:lnTo>
                    <a:pt x="1284400" y="260298"/>
                  </a:lnTo>
                  <a:lnTo>
                    <a:pt x="1328085" y="262067"/>
                  </a:lnTo>
                  <a:lnTo>
                    <a:pt x="1360869" y="263154"/>
                  </a:lnTo>
                  <a:lnTo>
                    <a:pt x="1379287" y="263662"/>
                  </a:lnTo>
                  <a:lnTo>
                    <a:pt x="1385160" y="263799"/>
                  </a:lnTo>
                  <a:lnTo>
                    <a:pt x="1385454" y="263805"/>
                  </a:lnTo>
                  <a:lnTo>
                    <a:pt x="1385454" y="230830"/>
                  </a:lnTo>
                  <a:lnTo>
                    <a:pt x="1383670" y="230791"/>
                  </a:lnTo>
                  <a:lnTo>
                    <a:pt x="1372622" y="230513"/>
                  </a:lnTo>
                  <a:lnTo>
                    <a:pt x="1347471" y="229759"/>
                  </a:lnTo>
                  <a:lnTo>
                    <a:pt x="1309003" y="228365"/>
                  </a:lnTo>
                  <a:lnTo>
                    <a:pt x="1262309" y="226275"/>
                  </a:lnTo>
                  <a:lnTo>
                    <a:pt x="1213363" y="223505"/>
                  </a:lnTo>
                  <a:lnTo>
                    <a:pt x="1166269" y="220063"/>
                  </a:lnTo>
                  <a:lnTo>
                    <a:pt x="1122570" y="215885"/>
                  </a:lnTo>
                  <a:lnTo>
                    <a:pt x="1081877" y="210821"/>
                  </a:lnTo>
                  <a:lnTo>
                    <a:pt x="1042738" y="204640"/>
                  </a:lnTo>
                  <a:lnTo>
                    <a:pt x="1003332" y="197082"/>
                  </a:lnTo>
                  <a:lnTo>
                    <a:pt x="981363" y="192358"/>
                  </a:lnTo>
                  <a:lnTo>
                    <a:pt x="946454" y="184266"/>
                  </a:lnTo>
                  <a:lnTo>
                    <a:pt x="909435" y="175074"/>
                  </a:lnTo>
                  <a:lnTo>
                    <a:pt x="870033" y="164787"/>
                  </a:lnTo>
                  <a:lnTo>
                    <a:pt x="828258" y="153483"/>
                  </a:lnTo>
                  <a:lnTo>
                    <a:pt x="784395" y="141320"/>
                  </a:lnTo>
                  <a:lnTo>
                    <a:pt x="738979" y="128532"/>
                  </a:lnTo>
                  <a:lnTo>
                    <a:pt x="692733" y="115416"/>
                  </a:lnTo>
                  <a:lnTo>
                    <a:pt x="646488" y="102300"/>
                  </a:lnTo>
                  <a:lnTo>
                    <a:pt x="601071" y="89513"/>
                  </a:lnTo>
                  <a:lnTo>
                    <a:pt x="557208" y="77350"/>
                  </a:lnTo>
                  <a:lnTo>
                    <a:pt x="515432" y="66045"/>
                  </a:lnTo>
                  <a:lnTo>
                    <a:pt x="476029" y="55758"/>
                  </a:lnTo>
                  <a:lnTo>
                    <a:pt x="439009" y="46566"/>
                  </a:lnTo>
                  <a:lnTo>
                    <a:pt x="404090" y="38471"/>
                  </a:lnTo>
                  <a:lnTo>
                    <a:pt x="363854" y="30085"/>
                  </a:lnTo>
                  <a:lnTo>
                    <a:pt x="324796" y="23191"/>
                  </a:lnTo>
                  <a:lnTo>
                    <a:pt x="285161" y="17556"/>
                  </a:lnTo>
                  <a:lnTo>
                    <a:pt x="243220" y="12924"/>
                  </a:lnTo>
                  <a:lnTo>
                    <a:pt x="197913" y="9098"/>
                  </a:lnTo>
                  <a:lnTo>
                    <a:pt x="149627" y="5967"/>
                  </a:lnTo>
                  <a:lnTo>
                    <a:pt x="101054" y="3507"/>
                  </a:lnTo>
                  <a:lnTo>
                    <a:pt x="57368" y="1738"/>
                  </a:lnTo>
                  <a:lnTo>
                    <a:pt x="24585" y="651"/>
                  </a:lnTo>
                  <a:lnTo>
                    <a:pt x="6166" y="143"/>
                  </a:lnTo>
                  <a:lnTo>
                    <a:pt x="294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2050472" y="5644020"/>
              <a:ext cx="1385454" cy="263805"/>
            </a:xfrm>
            <a:custGeom>
              <a:avLst/>
              <a:pathLst>
                <a:path w="1385454" h="263805">
                  <a:moveTo>
                    <a:pt x="0" y="32975"/>
                  </a:moveTo>
                  <a:lnTo>
                    <a:pt x="1783" y="33014"/>
                  </a:lnTo>
                  <a:lnTo>
                    <a:pt x="12831" y="33292"/>
                  </a:lnTo>
                  <a:lnTo>
                    <a:pt x="37983" y="34046"/>
                  </a:lnTo>
                  <a:lnTo>
                    <a:pt x="76450" y="35440"/>
                  </a:lnTo>
                  <a:lnTo>
                    <a:pt x="123145" y="37530"/>
                  </a:lnTo>
                  <a:lnTo>
                    <a:pt x="172091" y="40300"/>
                  </a:lnTo>
                  <a:lnTo>
                    <a:pt x="219185" y="43742"/>
                  </a:lnTo>
                  <a:lnTo>
                    <a:pt x="262884" y="47920"/>
                  </a:lnTo>
                  <a:lnTo>
                    <a:pt x="303576" y="52984"/>
                  </a:lnTo>
                  <a:lnTo>
                    <a:pt x="342715" y="59164"/>
                  </a:lnTo>
                  <a:lnTo>
                    <a:pt x="382121" y="66723"/>
                  </a:lnTo>
                  <a:lnTo>
                    <a:pt x="404090" y="71447"/>
                  </a:lnTo>
                  <a:lnTo>
                    <a:pt x="438999" y="79539"/>
                  </a:lnTo>
                  <a:lnTo>
                    <a:pt x="476018" y="88731"/>
                  </a:lnTo>
                  <a:lnTo>
                    <a:pt x="515420" y="99018"/>
                  </a:lnTo>
                  <a:lnTo>
                    <a:pt x="557196" y="110322"/>
                  </a:lnTo>
                  <a:lnTo>
                    <a:pt x="601059" y="122485"/>
                  </a:lnTo>
                  <a:lnTo>
                    <a:pt x="646475" y="135272"/>
                  </a:lnTo>
                  <a:lnTo>
                    <a:pt x="692720" y="148388"/>
                  </a:lnTo>
                  <a:lnTo>
                    <a:pt x="738966" y="161505"/>
                  </a:lnTo>
                  <a:lnTo>
                    <a:pt x="784382" y="174292"/>
                  </a:lnTo>
                  <a:lnTo>
                    <a:pt x="828246" y="186455"/>
                  </a:lnTo>
                  <a:lnTo>
                    <a:pt x="870022" y="197759"/>
                  </a:lnTo>
                  <a:lnTo>
                    <a:pt x="909425" y="208047"/>
                  </a:lnTo>
                  <a:lnTo>
                    <a:pt x="946444" y="217239"/>
                  </a:lnTo>
                  <a:lnTo>
                    <a:pt x="981363" y="225334"/>
                  </a:lnTo>
                  <a:lnTo>
                    <a:pt x="1021599" y="233720"/>
                  </a:lnTo>
                  <a:lnTo>
                    <a:pt x="1060658" y="240614"/>
                  </a:lnTo>
                  <a:lnTo>
                    <a:pt x="1100293" y="246249"/>
                  </a:lnTo>
                  <a:lnTo>
                    <a:pt x="1142233" y="250881"/>
                  </a:lnTo>
                  <a:lnTo>
                    <a:pt x="1187541" y="254707"/>
                  </a:lnTo>
                  <a:lnTo>
                    <a:pt x="1235827" y="257837"/>
                  </a:lnTo>
                  <a:lnTo>
                    <a:pt x="1284400" y="260298"/>
                  </a:lnTo>
                  <a:lnTo>
                    <a:pt x="1328085" y="262067"/>
                  </a:lnTo>
                  <a:lnTo>
                    <a:pt x="1360869" y="263154"/>
                  </a:lnTo>
                  <a:lnTo>
                    <a:pt x="1379287" y="263662"/>
                  </a:lnTo>
                  <a:lnTo>
                    <a:pt x="1385160" y="263799"/>
                  </a:lnTo>
                  <a:lnTo>
                    <a:pt x="1385454" y="263805"/>
                  </a:lnTo>
                  <a:lnTo>
                    <a:pt x="1385454" y="230830"/>
                  </a:lnTo>
                  <a:lnTo>
                    <a:pt x="1383670" y="230791"/>
                  </a:lnTo>
                  <a:lnTo>
                    <a:pt x="1372622" y="230513"/>
                  </a:lnTo>
                  <a:lnTo>
                    <a:pt x="1347471" y="229759"/>
                  </a:lnTo>
                  <a:lnTo>
                    <a:pt x="1309003" y="228365"/>
                  </a:lnTo>
                  <a:lnTo>
                    <a:pt x="1262309" y="226275"/>
                  </a:lnTo>
                  <a:lnTo>
                    <a:pt x="1213363" y="223505"/>
                  </a:lnTo>
                  <a:lnTo>
                    <a:pt x="1166269" y="220063"/>
                  </a:lnTo>
                  <a:lnTo>
                    <a:pt x="1122570" y="215885"/>
                  </a:lnTo>
                  <a:lnTo>
                    <a:pt x="1081877" y="210821"/>
                  </a:lnTo>
                  <a:lnTo>
                    <a:pt x="1042738" y="204640"/>
                  </a:lnTo>
                  <a:lnTo>
                    <a:pt x="1003332" y="197082"/>
                  </a:lnTo>
                  <a:lnTo>
                    <a:pt x="981363" y="192358"/>
                  </a:lnTo>
                  <a:lnTo>
                    <a:pt x="946454" y="184266"/>
                  </a:lnTo>
                  <a:lnTo>
                    <a:pt x="909435" y="175074"/>
                  </a:lnTo>
                  <a:lnTo>
                    <a:pt x="870033" y="164787"/>
                  </a:lnTo>
                  <a:lnTo>
                    <a:pt x="828258" y="153483"/>
                  </a:lnTo>
                  <a:lnTo>
                    <a:pt x="784395" y="141320"/>
                  </a:lnTo>
                  <a:lnTo>
                    <a:pt x="738979" y="128532"/>
                  </a:lnTo>
                  <a:lnTo>
                    <a:pt x="692733" y="115416"/>
                  </a:lnTo>
                  <a:lnTo>
                    <a:pt x="646488" y="102300"/>
                  </a:lnTo>
                  <a:lnTo>
                    <a:pt x="601071" y="89513"/>
                  </a:lnTo>
                  <a:lnTo>
                    <a:pt x="557208" y="77350"/>
                  </a:lnTo>
                  <a:lnTo>
                    <a:pt x="515432" y="66045"/>
                  </a:lnTo>
                  <a:lnTo>
                    <a:pt x="476029" y="55758"/>
                  </a:lnTo>
                  <a:lnTo>
                    <a:pt x="439009" y="46566"/>
                  </a:lnTo>
                  <a:lnTo>
                    <a:pt x="404090" y="38471"/>
                  </a:lnTo>
                  <a:lnTo>
                    <a:pt x="363854" y="30085"/>
                  </a:lnTo>
                  <a:lnTo>
                    <a:pt x="324796" y="23191"/>
                  </a:lnTo>
                  <a:lnTo>
                    <a:pt x="285161" y="17556"/>
                  </a:lnTo>
                  <a:lnTo>
                    <a:pt x="243220" y="12924"/>
                  </a:lnTo>
                  <a:lnTo>
                    <a:pt x="197913" y="9098"/>
                  </a:lnTo>
                  <a:lnTo>
                    <a:pt x="149627" y="5967"/>
                  </a:lnTo>
                  <a:lnTo>
                    <a:pt x="101054" y="3507"/>
                  </a:lnTo>
                  <a:lnTo>
                    <a:pt x="57368" y="1738"/>
                  </a:lnTo>
                  <a:lnTo>
                    <a:pt x="24585" y="651"/>
                  </a:lnTo>
                  <a:lnTo>
                    <a:pt x="6166" y="143"/>
                  </a:lnTo>
                  <a:lnTo>
                    <a:pt x="294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2050472" y="4292015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2050472" y="4324991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2050472" y="4357967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2050472" y="4390942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2050472" y="4423918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2050472" y="4456894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2050472" y="4489869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2050472" y="6105680"/>
              <a:ext cx="1385454" cy="395708"/>
            </a:xfrm>
            <a:custGeom>
              <a:avLst/>
              <a:pathLst>
                <a:path w="1385454" h="395708">
                  <a:moveTo>
                    <a:pt x="0" y="32975"/>
                  </a:moveTo>
                  <a:lnTo>
                    <a:pt x="1766" y="33035"/>
                  </a:lnTo>
                  <a:lnTo>
                    <a:pt x="12715" y="33468"/>
                  </a:lnTo>
                  <a:lnTo>
                    <a:pt x="37665" y="34641"/>
                  </a:lnTo>
                  <a:lnTo>
                    <a:pt x="75880" y="36813"/>
                  </a:lnTo>
                  <a:lnTo>
                    <a:pt x="122348" y="40070"/>
                  </a:lnTo>
                  <a:lnTo>
                    <a:pt x="171138" y="44389"/>
                  </a:lnTo>
                  <a:lnTo>
                    <a:pt x="218143" y="49758"/>
                  </a:lnTo>
                  <a:lnTo>
                    <a:pt x="261783" y="56271"/>
                  </a:lnTo>
                  <a:lnTo>
                    <a:pt x="302409" y="64160"/>
                  </a:lnTo>
                  <a:lnTo>
                    <a:pt x="341440" y="73780"/>
                  </a:lnTo>
                  <a:lnTo>
                    <a:pt x="380678" y="85538"/>
                  </a:lnTo>
                  <a:lnTo>
                    <a:pt x="404090" y="93431"/>
                  </a:lnTo>
                  <a:lnTo>
                    <a:pt x="438175" y="105835"/>
                  </a:lnTo>
                  <a:lnTo>
                    <a:pt x="474265" y="119889"/>
                  </a:lnTo>
                  <a:lnTo>
                    <a:pt x="512625" y="135589"/>
                  </a:lnTo>
                  <a:lnTo>
                    <a:pt x="553261" y="152826"/>
                  </a:lnTo>
                  <a:lnTo>
                    <a:pt x="595926" y="171379"/>
                  </a:lnTo>
                  <a:lnTo>
                    <a:pt x="640144" y="190914"/>
                  </a:lnTo>
                  <a:lnTo>
                    <a:pt x="685256" y="211008"/>
                  </a:lnTo>
                  <a:lnTo>
                    <a:pt x="730499" y="231183"/>
                  </a:lnTo>
                  <a:lnTo>
                    <a:pt x="775092" y="250953"/>
                  </a:lnTo>
                  <a:lnTo>
                    <a:pt x="818331" y="269872"/>
                  </a:lnTo>
                  <a:lnTo>
                    <a:pt x="859675" y="287573"/>
                  </a:lnTo>
                  <a:lnTo>
                    <a:pt x="898798" y="303797"/>
                  </a:lnTo>
                  <a:lnTo>
                    <a:pt x="935620" y="318399"/>
                  </a:lnTo>
                  <a:lnTo>
                    <a:pt x="970320" y="331342"/>
                  </a:lnTo>
                  <a:lnTo>
                    <a:pt x="981363" y="335253"/>
                  </a:lnTo>
                  <a:lnTo>
                    <a:pt x="1021470" y="348392"/>
                  </a:lnTo>
                  <a:lnTo>
                    <a:pt x="1060402" y="359200"/>
                  </a:lnTo>
                  <a:lnTo>
                    <a:pt x="1099895" y="368041"/>
                  </a:lnTo>
                  <a:lnTo>
                    <a:pt x="1141664" y="375312"/>
                  </a:lnTo>
                  <a:lnTo>
                    <a:pt x="1186772" y="381322"/>
                  </a:lnTo>
                  <a:lnTo>
                    <a:pt x="1234863" y="386244"/>
                  </a:lnTo>
                  <a:lnTo>
                    <a:pt x="1283318" y="390120"/>
                  </a:lnTo>
                  <a:lnTo>
                    <a:pt x="1327056" y="392918"/>
                  </a:lnTo>
                  <a:lnTo>
                    <a:pt x="1360103" y="394648"/>
                  </a:lnTo>
                  <a:lnTo>
                    <a:pt x="1378909" y="395468"/>
                  </a:lnTo>
                  <a:lnTo>
                    <a:pt x="1385098" y="395697"/>
                  </a:lnTo>
                  <a:lnTo>
                    <a:pt x="1385454" y="395708"/>
                  </a:lnTo>
                  <a:lnTo>
                    <a:pt x="1385454" y="362733"/>
                  </a:lnTo>
                  <a:lnTo>
                    <a:pt x="1383687" y="362672"/>
                  </a:lnTo>
                  <a:lnTo>
                    <a:pt x="1372738" y="362240"/>
                  </a:lnTo>
                  <a:lnTo>
                    <a:pt x="1347788" y="361067"/>
                  </a:lnTo>
                  <a:lnTo>
                    <a:pt x="1309574" y="358895"/>
                  </a:lnTo>
                  <a:lnTo>
                    <a:pt x="1263106" y="355637"/>
                  </a:lnTo>
                  <a:lnTo>
                    <a:pt x="1214315" y="351318"/>
                  </a:lnTo>
                  <a:lnTo>
                    <a:pt x="1167311" y="345950"/>
                  </a:lnTo>
                  <a:lnTo>
                    <a:pt x="1123671" y="339437"/>
                  </a:lnTo>
                  <a:lnTo>
                    <a:pt x="1083045" y="331548"/>
                  </a:lnTo>
                  <a:lnTo>
                    <a:pt x="1044014" y="321928"/>
                  </a:lnTo>
                  <a:lnTo>
                    <a:pt x="1004775" y="310170"/>
                  </a:lnTo>
                  <a:lnTo>
                    <a:pt x="981363" y="302277"/>
                  </a:lnTo>
                  <a:lnTo>
                    <a:pt x="947279" y="289872"/>
                  </a:lnTo>
                  <a:lnTo>
                    <a:pt x="911189" y="275819"/>
                  </a:lnTo>
                  <a:lnTo>
                    <a:pt x="872828" y="260119"/>
                  </a:lnTo>
                  <a:lnTo>
                    <a:pt x="832192" y="242882"/>
                  </a:lnTo>
                  <a:lnTo>
                    <a:pt x="789528" y="224329"/>
                  </a:lnTo>
                  <a:lnTo>
                    <a:pt x="745310" y="204793"/>
                  </a:lnTo>
                  <a:lnTo>
                    <a:pt x="700197" y="184699"/>
                  </a:lnTo>
                  <a:lnTo>
                    <a:pt x="654954" y="164524"/>
                  </a:lnTo>
                  <a:lnTo>
                    <a:pt x="610362" y="144755"/>
                  </a:lnTo>
                  <a:lnTo>
                    <a:pt x="567122" y="125836"/>
                  </a:lnTo>
                  <a:lnTo>
                    <a:pt x="525778" y="108135"/>
                  </a:lnTo>
                  <a:lnTo>
                    <a:pt x="486656" y="91910"/>
                  </a:lnTo>
                  <a:lnTo>
                    <a:pt x="449834" y="77309"/>
                  </a:lnTo>
                  <a:lnTo>
                    <a:pt x="415133" y="64366"/>
                  </a:lnTo>
                  <a:lnTo>
                    <a:pt x="404090" y="60455"/>
                  </a:lnTo>
                  <a:lnTo>
                    <a:pt x="363983" y="47316"/>
                  </a:lnTo>
                  <a:lnTo>
                    <a:pt x="325051" y="36507"/>
                  </a:lnTo>
                  <a:lnTo>
                    <a:pt x="285558" y="27667"/>
                  </a:lnTo>
                  <a:lnTo>
                    <a:pt x="243790" y="20396"/>
                  </a:lnTo>
                  <a:lnTo>
                    <a:pt x="198682" y="14386"/>
                  </a:lnTo>
                  <a:lnTo>
                    <a:pt x="150591" y="9464"/>
                  </a:lnTo>
                  <a:lnTo>
                    <a:pt x="102135" y="5588"/>
                  </a:lnTo>
                  <a:lnTo>
                    <a:pt x="58397" y="2789"/>
                  </a:lnTo>
                  <a:lnTo>
                    <a:pt x="25351" y="1060"/>
                  </a:lnTo>
                  <a:lnTo>
                    <a:pt x="6545" y="240"/>
                  </a:lnTo>
                  <a:lnTo>
                    <a:pt x="355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2050472" y="4522845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2050472" y="4555821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2050472" y="4588797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2050472" y="6336510"/>
              <a:ext cx="1385454" cy="494635"/>
            </a:xfrm>
            <a:custGeom>
              <a:avLst/>
              <a:pathLst>
                <a:path w="1385454" h="494635">
                  <a:moveTo>
                    <a:pt x="0" y="32975"/>
                  </a:moveTo>
                  <a:lnTo>
                    <a:pt x="1749" y="33051"/>
                  </a:lnTo>
                  <a:lnTo>
                    <a:pt x="12597" y="33596"/>
                  </a:lnTo>
                  <a:lnTo>
                    <a:pt x="37341" y="35074"/>
                  </a:lnTo>
                  <a:lnTo>
                    <a:pt x="75297" y="37813"/>
                  </a:lnTo>
                  <a:lnTo>
                    <a:pt x="121532" y="41924"/>
                  </a:lnTo>
                  <a:lnTo>
                    <a:pt x="170162" y="47378"/>
                  </a:lnTo>
                  <a:lnTo>
                    <a:pt x="217073" y="54158"/>
                  </a:lnTo>
                  <a:lnTo>
                    <a:pt x="260652" y="62380"/>
                  </a:lnTo>
                  <a:lnTo>
                    <a:pt x="301211" y="72331"/>
                  </a:lnTo>
                  <a:lnTo>
                    <a:pt x="340134" y="84455"/>
                  </a:lnTo>
                  <a:lnTo>
                    <a:pt x="379203" y="99266"/>
                  </a:lnTo>
                  <a:lnTo>
                    <a:pt x="404090" y="109919"/>
                  </a:lnTo>
                  <a:lnTo>
                    <a:pt x="437409" y="125339"/>
                  </a:lnTo>
                  <a:lnTo>
                    <a:pt x="472639" y="142766"/>
                  </a:lnTo>
                  <a:lnTo>
                    <a:pt x="510036" y="162200"/>
                  </a:lnTo>
                  <a:lnTo>
                    <a:pt x="549618" y="183520"/>
                  </a:lnTo>
                  <a:lnTo>
                    <a:pt x="591172" y="206472"/>
                  </a:lnTo>
                  <a:lnTo>
                    <a:pt x="634272" y="230671"/>
                  </a:lnTo>
                  <a:lnTo>
                    <a:pt x="678318" y="255623"/>
                  </a:lnTo>
                  <a:lnTo>
                    <a:pt x="722605" y="280765"/>
                  </a:lnTo>
                  <a:lnTo>
                    <a:pt x="766397" y="305515"/>
                  </a:lnTo>
                  <a:lnTo>
                    <a:pt x="809016" y="329329"/>
                  </a:lnTo>
                  <a:lnTo>
                    <a:pt x="849919" y="351748"/>
                  </a:lnTo>
                  <a:lnTo>
                    <a:pt x="888749" y="372431"/>
                  </a:lnTo>
                  <a:lnTo>
                    <a:pt x="925374" y="391171"/>
                  </a:lnTo>
                  <a:lnTo>
                    <a:pt x="959894" y="407890"/>
                  </a:lnTo>
                  <a:lnTo>
                    <a:pt x="981363" y="417692"/>
                  </a:lnTo>
                  <a:lnTo>
                    <a:pt x="1021338" y="434363"/>
                  </a:lnTo>
                  <a:lnTo>
                    <a:pt x="1060141" y="448087"/>
                  </a:lnTo>
                  <a:lnTo>
                    <a:pt x="1099488" y="459319"/>
                  </a:lnTo>
                  <a:lnTo>
                    <a:pt x="1141081" y="468563"/>
                  </a:lnTo>
                  <a:lnTo>
                    <a:pt x="1185984" y="476209"/>
                  </a:lnTo>
                  <a:lnTo>
                    <a:pt x="1233875" y="482476"/>
                  </a:lnTo>
                  <a:lnTo>
                    <a:pt x="1282208" y="487422"/>
                  </a:lnTo>
                  <a:lnTo>
                    <a:pt x="1325994" y="491007"/>
                  </a:lnTo>
                  <a:lnTo>
                    <a:pt x="1359304" y="493238"/>
                  </a:lnTo>
                  <a:lnTo>
                    <a:pt x="1378506" y="494310"/>
                  </a:lnTo>
                  <a:lnTo>
                    <a:pt x="1385027" y="494618"/>
                  </a:lnTo>
                  <a:lnTo>
                    <a:pt x="1385454" y="494635"/>
                  </a:lnTo>
                  <a:lnTo>
                    <a:pt x="1385454" y="461660"/>
                  </a:lnTo>
                  <a:lnTo>
                    <a:pt x="1383705" y="461584"/>
                  </a:lnTo>
                  <a:lnTo>
                    <a:pt x="1372856" y="461039"/>
                  </a:lnTo>
                  <a:lnTo>
                    <a:pt x="1348112" y="459561"/>
                  </a:lnTo>
                  <a:lnTo>
                    <a:pt x="1310156" y="456822"/>
                  </a:lnTo>
                  <a:lnTo>
                    <a:pt x="1263921" y="452711"/>
                  </a:lnTo>
                  <a:lnTo>
                    <a:pt x="1215292" y="447257"/>
                  </a:lnTo>
                  <a:lnTo>
                    <a:pt x="1168381" y="440476"/>
                  </a:lnTo>
                  <a:lnTo>
                    <a:pt x="1124801" y="432255"/>
                  </a:lnTo>
                  <a:lnTo>
                    <a:pt x="1084243" y="422304"/>
                  </a:lnTo>
                  <a:lnTo>
                    <a:pt x="1045320" y="410180"/>
                  </a:lnTo>
                  <a:lnTo>
                    <a:pt x="1006251" y="395369"/>
                  </a:lnTo>
                  <a:lnTo>
                    <a:pt x="981363" y="384716"/>
                  </a:lnTo>
                  <a:lnTo>
                    <a:pt x="948045" y="369296"/>
                  </a:lnTo>
                  <a:lnTo>
                    <a:pt x="912815" y="351869"/>
                  </a:lnTo>
                  <a:lnTo>
                    <a:pt x="875418" y="332435"/>
                  </a:lnTo>
                  <a:lnTo>
                    <a:pt x="835835" y="311114"/>
                  </a:lnTo>
                  <a:lnTo>
                    <a:pt x="794281" y="288163"/>
                  </a:lnTo>
                  <a:lnTo>
                    <a:pt x="751182" y="263964"/>
                  </a:lnTo>
                  <a:lnTo>
                    <a:pt x="707135" y="239012"/>
                  </a:lnTo>
                  <a:lnTo>
                    <a:pt x="662849" y="213870"/>
                  </a:lnTo>
                  <a:lnTo>
                    <a:pt x="619057" y="189119"/>
                  </a:lnTo>
                  <a:lnTo>
                    <a:pt x="576438" y="165305"/>
                  </a:lnTo>
                  <a:lnTo>
                    <a:pt x="535535" y="142887"/>
                  </a:lnTo>
                  <a:lnTo>
                    <a:pt x="496704" y="122204"/>
                  </a:lnTo>
                  <a:lnTo>
                    <a:pt x="460079" y="103464"/>
                  </a:lnTo>
                  <a:lnTo>
                    <a:pt x="425559" y="86745"/>
                  </a:lnTo>
                  <a:lnTo>
                    <a:pt x="404090" y="76943"/>
                  </a:lnTo>
                  <a:lnTo>
                    <a:pt x="364115" y="60272"/>
                  </a:lnTo>
                  <a:lnTo>
                    <a:pt x="325313" y="46548"/>
                  </a:lnTo>
                  <a:lnTo>
                    <a:pt x="285966" y="35316"/>
                  </a:lnTo>
                  <a:lnTo>
                    <a:pt x="244373" y="26072"/>
                  </a:lnTo>
                  <a:lnTo>
                    <a:pt x="199469" y="18426"/>
                  </a:lnTo>
                  <a:lnTo>
                    <a:pt x="151578" y="12159"/>
                  </a:lnTo>
                  <a:lnTo>
                    <a:pt x="103246" y="7213"/>
                  </a:lnTo>
                  <a:lnTo>
                    <a:pt x="59459" y="3628"/>
                  </a:lnTo>
                  <a:lnTo>
                    <a:pt x="26149" y="1397"/>
                  </a:lnTo>
                  <a:lnTo>
                    <a:pt x="6948" y="325"/>
                  </a:lnTo>
                  <a:lnTo>
                    <a:pt x="426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2050472" y="4621772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2050472" y="4654748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2050472" y="4687724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2050472" y="4720700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2050472" y="4753675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2050472" y="4786651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2050472" y="4819627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2050472" y="4852603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2050472" y="5676996"/>
              <a:ext cx="1385454" cy="263805"/>
            </a:xfrm>
            <a:custGeom>
              <a:avLst/>
              <a:pathLst>
                <a:path w="1385454" h="263805">
                  <a:moveTo>
                    <a:pt x="0" y="32975"/>
                  </a:moveTo>
                  <a:lnTo>
                    <a:pt x="1783" y="33014"/>
                  </a:lnTo>
                  <a:lnTo>
                    <a:pt x="12831" y="33292"/>
                  </a:lnTo>
                  <a:lnTo>
                    <a:pt x="37983" y="34046"/>
                  </a:lnTo>
                  <a:lnTo>
                    <a:pt x="76450" y="35440"/>
                  </a:lnTo>
                  <a:lnTo>
                    <a:pt x="123145" y="37530"/>
                  </a:lnTo>
                  <a:lnTo>
                    <a:pt x="172091" y="40300"/>
                  </a:lnTo>
                  <a:lnTo>
                    <a:pt x="219185" y="43742"/>
                  </a:lnTo>
                  <a:lnTo>
                    <a:pt x="262884" y="47920"/>
                  </a:lnTo>
                  <a:lnTo>
                    <a:pt x="303576" y="52984"/>
                  </a:lnTo>
                  <a:lnTo>
                    <a:pt x="342715" y="59164"/>
                  </a:lnTo>
                  <a:lnTo>
                    <a:pt x="382121" y="66723"/>
                  </a:lnTo>
                  <a:lnTo>
                    <a:pt x="404090" y="71447"/>
                  </a:lnTo>
                  <a:lnTo>
                    <a:pt x="438999" y="79539"/>
                  </a:lnTo>
                  <a:lnTo>
                    <a:pt x="476018" y="88731"/>
                  </a:lnTo>
                  <a:lnTo>
                    <a:pt x="515420" y="99018"/>
                  </a:lnTo>
                  <a:lnTo>
                    <a:pt x="557196" y="110322"/>
                  </a:lnTo>
                  <a:lnTo>
                    <a:pt x="601059" y="122485"/>
                  </a:lnTo>
                  <a:lnTo>
                    <a:pt x="646475" y="135272"/>
                  </a:lnTo>
                  <a:lnTo>
                    <a:pt x="692720" y="148388"/>
                  </a:lnTo>
                  <a:lnTo>
                    <a:pt x="738966" y="161505"/>
                  </a:lnTo>
                  <a:lnTo>
                    <a:pt x="784382" y="174292"/>
                  </a:lnTo>
                  <a:lnTo>
                    <a:pt x="828246" y="186455"/>
                  </a:lnTo>
                  <a:lnTo>
                    <a:pt x="870022" y="197759"/>
                  </a:lnTo>
                  <a:lnTo>
                    <a:pt x="909425" y="208047"/>
                  </a:lnTo>
                  <a:lnTo>
                    <a:pt x="946444" y="217239"/>
                  </a:lnTo>
                  <a:lnTo>
                    <a:pt x="981363" y="225334"/>
                  </a:lnTo>
                  <a:lnTo>
                    <a:pt x="1021599" y="233720"/>
                  </a:lnTo>
                  <a:lnTo>
                    <a:pt x="1060658" y="240614"/>
                  </a:lnTo>
                  <a:lnTo>
                    <a:pt x="1100293" y="246249"/>
                  </a:lnTo>
                  <a:lnTo>
                    <a:pt x="1142233" y="250881"/>
                  </a:lnTo>
                  <a:lnTo>
                    <a:pt x="1187541" y="254707"/>
                  </a:lnTo>
                  <a:lnTo>
                    <a:pt x="1235827" y="257837"/>
                  </a:lnTo>
                  <a:lnTo>
                    <a:pt x="1284400" y="260298"/>
                  </a:lnTo>
                  <a:lnTo>
                    <a:pt x="1328085" y="262067"/>
                  </a:lnTo>
                  <a:lnTo>
                    <a:pt x="1360869" y="263154"/>
                  </a:lnTo>
                  <a:lnTo>
                    <a:pt x="1379287" y="263662"/>
                  </a:lnTo>
                  <a:lnTo>
                    <a:pt x="1385160" y="263799"/>
                  </a:lnTo>
                  <a:lnTo>
                    <a:pt x="1385454" y="263805"/>
                  </a:lnTo>
                  <a:lnTo>
                    <a:pt x="1385454" y="230830"/>
                  </a:lnTo>
                  <a:lnTo>
                    <a:pt x="1383670" y="230791"/>
                  </a:lnTo>
                  <a:lnTo>
                    <a:pt x="1372622" y="230513"/>
                  </a:lnTo>
                  <a:lnTo>
                    <a:pt x="1347471" y="229759"/>
                  </a:lnTo>
                  <a:lnTo>
                    <a:pt x="1309003" y="228365"/>
                  </a:lnTo>
                  <a:lnTo>
                    <a:pt x="1262309" y="226275"/>
                  </a:lnTo>
                  <a:lnTo>
                    <a:pt x="1213363" y="223505"/>
                  </a:lnTo>
                  <a:lnTo>
                    <a:pt x="1166269" y="220063"/>
                  </a:lnTo>
                  <a:lnTo>
                    <a:pt x="1122570" y="215885"/>
                  </a:lnTo>
                  <a:lnTo>
                    <a:pt x="1081877" y="210821"/>
                  </a:lnTo>
                  <a:lnTo>
                    <a:pt x="1042738" y="204640"/>
                  </a:lnTo>
                  <a:lnTo>
                    <a:pt x="1003332" y="197082"/>
                  </a:lnTo>
                  <a:lnTo>
                    <a:pt x="981363" y="192358"/>
                  </a:lnTo>
                  <a:lnTo>
                    <a:pt x="946454" y="184266"/>
                  </a:lnTo>
                  <a:lnTo>
                    <a:pt x="909435" y="175074"/>
                  </a:lnTo>
                  <a:lnTo>
                    <a:pt x="870033" y="164787"/>
                  </a:lnTo>
                  <a:lnTo>
                    <a:pt x="828258" y="153483"/>
                  </a:lnTo>
                  <a:lnTo>
                    <a:pt x="784395" y="141320"/>
                  </a:lnTo>
                  <a:lnTo>
                    <a:pt x="738979" y="128532"/>
                  </a:lnTo>
                  <a:lnTo>
                    <a:pt x="692733" y="115416"/>
                  </a:lnTo>
                  <a:lnTo>
                    <a:pt x="646488" y="102300"/>
                  </a:lnTo>
                  <a:lnTo>
                    <a:pt x="601071" y="89513"/>
                  </a:lnTo>
                  <a:lnTo>
                    <a:pt x="557208" y="77350"/>
                  </a:lnTo>
                  <a:lnTo>
                    <a:pt x="515432" y="66045"/>
                  </a:lnTo>
                  <a:lnTo>
                    <a:pt x="476029" y="55758"/>
                  </a:lnTo>
                  <a:lnTo>
                    <a:pt x="439009" y="46566"/>
                  </a:lnTo>
                  <a:lnTo>
                    <a:pt x="404090" y="38471"/>
                  </a:lnTo>
                  <a:lnTo>
                    <a:pt x="363854" y="30085"/>
                  </a:lnTo>
                  <a:lnTo>
                    <a:pt x="324796" y="23191"/>
                  </a:lnTo>
                  <a:lnTo>
                    <a:pt x="285161" y="17556"/>
                  </a:lnTo>
                  <a:lnTo>
                    <a:pt x="243220" y="12924"/>
                  </a:lnTo>
                  <a:lnTo>
                    <a:pt x="197913" y="9098"/>
                  </a:lnTo>
                  <a:lnTo>
                    <a:pt x="149627" y="5967"/>
                  </a:lnTo>
                  <a:lnTo>
                    <a:pt x="101054" y="3507"/>
                  </a:lnTo>
                  <a:lnTo>
                    <a:pt x="57368" y="1738"/>
                  </a:lnTo>
                  <a:lnTo>
                    <a:pt x="24585" y="651"/>
                  </a:lnTo>
                  <a:lnTo>
                    <a:pt x="6166" y="143"/>
                  </a:lnTo>
                  <a:lnTo>
                    <a:pt x="294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2050472" y="5709972"/>
              <a:ext cx="1385454" cy="263805"/>
            </a:xfrm>
            <a:custGeom>
              <a:avLst/>
              <a:pathLst>
                <a:path w="1385454" h="263805">
                  <a:moveTo>
                    <a:pt x="0" y="32975"/>
                  </a:moveTo>
                  <a:lnTo>
                    <a:pt x="1783" y="33014"/>
                  </a:lnTo>
                  <a:lnTo>
                    <a:pt x="12831" y="33292"/>
                  </a:lnTo>
                  <a:lnTo>
                    <a:pt x="37983" y="34046"/>
                  </a:lnTo>
                  <a:lnTo>
                    <a:pt x="76450" y="35440"/>
                  </a:lnTo>
                  <a:lnTo>
                    <a:pt x="123145" y="37530"/>
                  </a:lnTo>
                  <a:lnTo>
                    <a:pt x="172091" y="40300"/>
                  </a:lnTo>
                  <a:lnTo>
                    <a:pt x="219185" y="43742"/>
                  </a:lnTo>
                  <a:lnTo>
                    <a:pt x="262884" y="47920"/>
                  </a:lnTo>
                  <a:lnTo>
                    <a:pt x="303576" y="52984"/>
                  </a:lnTo>
                  <a:lnTo>
                    <a:pt x="342715" y="59164"/>
                  </a:lnTo>
                  <a:lnTo>
                    <a:pt x="382121" y="66723"/>
                  </a:lnTo>
                  <a:lnTo>
                    <a:pt x="404090" y="71447"/>
                  </a:lnTo>
                  <a:lnTo>
                    <a:pt x="438999" y="79539"/>
                  </a:lnTo>
                  <a:lnTo>
                    <a:pt x="476018" y="88731"/>
                  </a:lnTo>
                  <a:lnTo>
                    <a:pt x="515420" y="99018"/>
                  </a:lnTo>
                  <a:lnTo>
                    <a:pt x="557196" y="110322"/>
                  </a:lnTo>
                  <a:lnTo>
                    <a:pt x="601059" y="122485"/>
                  </a:lnTo>
                  <a:lnTo>
                    <a:pt x="646475" y="135272"/>
                  </a:lnTo>
                  <a:lnTo>
                    <a:pt x="692720" y="148388"/>
                  </a:lnTo>
                  <a:lnTo>
                    <a:pt x="738966" y="161505"/>
                  </a:lnTo>
                  <a:lnTo>
                    <a:pt x="784382" y="174292"/>
                  </a:lnTo>
                  <a:lnTo>
                    <a:pt x="828246" y="186455"/>
                  </a:lnTo>
                  <a:lnTo>
                    <a:pt x="870022" y="197759"/>
                  </a:lnTo>
                  <a:lnTo>
                    <a:pt x="909425" y="208047"/>
                  </a:lnTo>
                  <a:lnTo>
                    <a:pt x="946444" y="217239"/>
                  </a:lnTo>
                  <a:lnTo>
                    <a:pt x="981363" y="225334"/>
                  </a:lnTo>
                  <a:lnTo>
                    <a:pt x="1021599" y="233720"/>
                  </a:lnTo>
                  <a:lnTo>
                    <a:pt x="1060658" y="240614"/>
                  </a:lnTo>
                  <a:lnTo>
                    <a:pt x="1100293" y="246249"/>
                  </a:lnTo>
                  <a:lnTo>
                    <a:pt x="1142233" y="250881"/>
                  </a:lnTo>
                  <a:lnTo>
                    <a:pt x="1187541" y="254707"/>
                  </a:lnTo>
                  <a:lnTo>
                    <a:pt x="1235827" y="257837"/>
                  </a:lnTo>
                  <a:lnTo>
                    <a:pt x="1284400" y="260298"/>
                  </a:lnTo>
                  <a:lnTo>
                    <a:pt x="1328085" y="262067"/>
                  </a:lnTo>
                  <a:lnTo>
                    <a:pt x="1360869" y="263154"/>
                  </a:lnTo>
                  <a:lnTo>
                    <a:pt x="1379287" y="263662"/>
                  </a:lnTo>
                  <a:lnTo>
                    <a:pt x="1385160" y="263799"/>
                  </a:lnTo>
                  <a:lnTo>
                    <a:pt x="1385454" y="263805"/>
                  </a:lnTo>
                  <a:lnTo>
                    <a:pt x="1385454" y="230830"/>
                  </a:lnTo>
                  <a:lnTo>
                    <a:pt x="1383670" y="230791"/>
                  </a:lnTo>
                  <a:lnTo>
                    <a:pt x="1372622" y="230513"/>
                  </a:lnTo>
                  <a:lnTo>
                    <a:pt x="1347471" y="229759"/>
                  </a:lnTo>
                  <a:lnTo>
                    <a:pt x="1309003" y="228365"/>
                  </a:lnTo>
                  <a:lnTo>
                    <a:pt x="1262309" y="226275"/>
                  </a:lnTo>
                  <a:lnTo>
                    <a:pt x="1213363" y="223505"/>
                  </a:lnTo>
                  <a:lnTo>
                    <a:pt x="1166269" y="220063"/>
                  </a:lnTo>
                  <a:lnTo>
                    <a:pt x="1122570" y="215885"/>
                  </a:lnTo>
                  <a:lnTo>
                    <a:pt x="1081877" y="210821"/>
                  </a:lnTo>
                  <a:lnTo>
                    <a:pt x="1042738" y="204640"/>
                  </a:lnTo>
                  <a:lnTo>
                    <a:pt x="1003332" y="197082"/>
                  </a:lnTo>
                  <a:lnTo>
                    <a:pt x="981363" y="192358"/>
                  </a:lnTo>
                  <a:lnTo>
                    <a:pt x="946454" y="184266"/>
                  </a:lnTo>
                  <a:lnTo>
                    <a:pt x="909435" y="175074"/>
                  </a:lnTo>
                  <a:lnTo>
                    <a:pt x="870033" y="164787"/>
                  </a:lnTo>
                  <a:lnTo>
                    <a:pt x="828258" y="153483"/>
                  </a:lnTo>
                  <a:lnTo>
                    <a:pt x="784395" y="141320"/>
                  </a:lnTo>
                  <a:lnTo>
                    <a:pt x="738979" y="128532"/>
                  </a:lnTo>
                  <a:lnTo>
                    <a:pt x="692733" y="115416"/>
                  </a:lnTo>
                  <a:lnTo>
                    <a:pt x="646488" y="102300"/>
                  </a:lnTo>
                  <a:lnTo>
                    <a:pt x="601071" y="89513"/>
                  </a:lnTo>
                  <a:lnTo>
                    <a:pt x="557208" y="77350"/>
                  </a:lnTo>
                  <a:lnTo>
                    <a:pt x="515432" y="66045"/>
                  </a:lnTo>
                  <a:lnTo>
                    <a:pt x="476029" y="55758"/>
                  </a:lnTo>
                  <a:lnTo>
                    <a:pt x="439009" y="46566"/>
                  </a:lnTo>
                  <a:lnTo>
                    <a:pt x="404090" y="38471"/>
                  </a:lnTo>
                  <a:lnTo>
                    <a:pt x="363854" y="30085"/>
                  </a:lnTo>
                  <a:lnTo>
                    <a:pt x="324796" y="23191"/>
                  </a:lnTo>
                  <a:lnTo>
                    <a:pt x="285161" y="17556"/>
                  </a:lnTo>
                  <a:lnTo>
                    <a:pt x="243220" y="12924"/>
                  </a:lnTo>
                  <a:lnTo>
                    <a:pt x="197913" y="9098"/>
                  </a:lnTo>
                  <a:lnTo>
                    <a:pt x="149627" y="5967"/>
                  </a:lnTo>
                  <a:lnTo>
                    <a:pt x="101054" y="3507"/>
                  </a:lnTo>
                  <a:lnTo>
                    <a:pt x="57368" y="1738"/>
                  </a:lnTo>
                  <a:lnTo>
                    <a:pt x="24585" y="651"/>
                  </a:lnTo>
                  <a:lnTo>
                    <a:pt x="6166" y="143"/>
                  </a:lnTo>
                  <a:lnTo>
                    <a:pt x="294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2050472" y="4885578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2050472" y="4918554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2050472" y="4951530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2050472" y="4984505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2050472" y="6369486"/>
              <a:ext cx="1385454" cy="494635"/>
            </a:xfrm>
            <a:custGeom>
              <a:avLst/>
              <a:pathLst>
                <a:path w="1385454" h="494635">
                  <a:moveTo>
                    <a:pt x="0" y="32975"/>
                  </a:moveTo>
                  <a:lnTo>
                    <a:pt x="1749" y="33051"/>
                  </a:lnTo>
                  <a:lnTo>
                    <a:pt x="12597" y="33596"/>
                  </a:lnTo>
                  <a:lnTo>
                    <a:pt x="37341" y="35074"/>
                  </a:lnTo>
                  <a:lnTo>
                    <a:pt x="75297" y="37813"/>
                  </a:lnTo>
                  <a:lnTo>
                    <a:pt x="121532" y="41924"/>
                  </a:lnTo>
                  <a:lnTo>
                    <a:pt x="170162" y="47378"/>
                  </a:lnTo>
                  <a:lnTo>
                    <a:pt x="217073" y="54158"/>
                  </a:lnTo>
                  <a:lnTo>
                    <a:pt x="260652" y="62380"/>
                  </a:lnTo>
                  <a:lnTo>
                    <a:pt x="301211" y="72331"/>
                  </a:lnTo>
                  <a:lnTo>
                    <a:pt x="340134" y="84455"/>
                  </a:lnTo>
                  <a:lnTo>
                    <a:pt x="379203" y="99266"/>
                  </a:lnTo>
                  <a:lnTo>
                    <a:pt x="404090" y="109919"/>
                  </a:lnTo>
                  <a:lnTo>
                    <a:pt x="437409" y="125339"/>
                  </a:lnTo>
                  <a:lnTo>
                    <a:pt x="472639" y="142766"/>
                  </a:lnTo>
                  <a:lnTo>
                    <a:pt x="510036" y="162200"/>
                  </a:lnTo>
                  <a:lnTo>
                    <a:pt x="549618" y="183520"/>
                  </a:lnTo>
                  <a:lnTo>
                    <a:pt x="591172" y="206472"/>
                  </a:lnTo>
                  <a:lnTo>
                    <a:pt x="634272" y="230671"/>
                  </a:lnTo>
                  <a:lnTo>
                    <a:pt x="678318" y="255623"/>
                  </a:lnTo>
                  <a:lnTo>
                    <a:pt x="722605" y="280765"/>
                  </a:lnTo>
                  <a:lnTo>
                    <a:pt x="766397" y="305515"/>
                  </a:lnTo>
                  <a:lnTo>
                    <a:pt x="809016" y="329329"/>
                  </a:lnTo>
                  <a:lnTo>
                    <a:pt x="849919" y="351748"/>
                  </a:lnTo>
                  <a:lnTo>
                    <a:pt x="888749" y="372431"/>
                  </a:lnTo>
                  <a:lnTo>
                    <a:pt x="925374" y="391171"/>
                  </a:lnTo>
                  <a:lnTo>
                    <a:pt x="959894" y="407890"/>
                  </a:lnTo>
                  <a:lnTo>
                    <a:pt x="981363" y="417692"/>
                  </a:lnTo>
                  <a:lnTo>
                    <a:pt x="1021338" y="434363"/>
                  </a:lnTo>
                  <a:lnTo>
                    <a:pt x="1060141" y="448087"/>
                  </a:lnTo>
                  <a:lnTo>
                    <a:pt x="1099488" y="459319"/>
                  </a:lnTo>
                  <a:lnTo>
                    <a:pt x="1141081" y="468563"/>
                  </a:lnTo>
                  <a:lnTo>
                    <a:pt x="1185984" y="476209"/>
                  </a:lnTo>
                  <a:lnTo>
                    <a:pt x="1233875" y="482476"/>
                  </a:lnTo>
                  <a:lnTo>
                    <a:pt x="1282208" y="487422"/>
                  </a:lnTo>
                  <a:lnTo>
                    <a:pt x="1325994" y="491007"/>
                  </a:lnTo>
                  <a:lnTo>
                    <a:pt x="1359304" y="493238"/>
                  </a:lnTo>
                  <a:lnTo>
                    <a:pt x="1378506" y="494310"/>
                  </a:lnTo>
                  <a:lnTo>
                    <a:pt x="1385027" y="494618"/>
                  </a:lnTo>
                  <a:lnTo>
                    <a:pt x="1385454" y="494635"/>
                  </a:lnTo>
                  <a:lnTo>
                    <a:pt x="1385454" y="461660"/>
                  </a:lnTo>
                  <a:lnTo>
                    <a:pt x="1383705" y="461584"/>
                  </a:lnTo>
                  <a:lnTo>
                    <a:pt x="1372856" y="461039"/>
                  </a:lnTo>
                  <a:lnTo>
                    <a:pt x="1348112" y="459561"/>
                  </a:lnTo>
                  <a:lnTo>
                    <a:pt x="1310156" y="456822"/>
                  </a:lnTo>
                  <a:lnTo>
                    <a:pt x="1263921" y="452711"/>
                  </a:lnTo>
                  <a:lnTo>
                    <a:pt x="1215292" y="447257"/>
                  </a:lnTo>
                  <a:lnTo>
                    <a:pt x="1168381" y="440476"/>
                  </a:lnTo>
                  <a:lnTo>
                    <a:pt x="1124801" y="432255"/>
                  </a:lnTo>
                  <a:lnTo>
                    <a:pt x="1084243" y="422304"/>
                  </a:lnTo>
                  <a:lnTo>
                    <a:pt x="1045320" y="410180"/>
                  </a:lnTo>
                  <a:lnTo>
                    <a:pt x="1006251" y="395369"/>
                  </a:lnTo>
                  <a:lnTo>
                    <a:pt x="981363" y="384716"/>
                  </a:lnTo>
                  <a:lnTo>
                    <a:pt x="948045" y="369296"/>
                  </a:lnTo>
                  <a:lnTo>
                    <a:pt x="912815" y="351869"/>
                  </a:lnTo>
                  <a:lnTo>
                    <a:pt x="875418" y="332435"/>
                  </a:lnTo>
                  <a:lnTo>
                    <a:pt x="835835" y="311114"/>
                  </a:lnTo>
                  <a:lnTo>
                    <a:pt x="794281" y="288163"/>
                  </a:lnTo>
                  <a:lnTo>
                    <a:pt x="751182" y="263964"/>
                  </a:lnTo>
                  <a:lnTo>
                    <a:pt x="707135" y="239012"/>
                  </a:lnTo>
                  <a:lnTo>
                    <a:pt x="662849" y="213870"/>
                  </a:lnTo>
                  <a:lnTo>
                    <a:pt x="619057" y="189119"/>
                  </a:lnTo>
                  <a:lnTo>
                    <a:pt x="576438" y="165305"/>
                  </a:lnTo>
                  <a:lnTo>
                    <a:pt x="535535" y="142887"/>
                  </a:lnTo>
                  <a:lnTo>
                    <a:pt x="496704" y="122204"/>
                  </a:lnTo>
                  <a:lnTo>
                    <a:pt x="460079" y="103464"/>
                  </a:lnTo>
                  <a:lnTo>
                    <a:pt x="425559" y="86745"/>
                  </a:lnTo>
                  <a:lnTo>
                    <a:pt x="404090" y="76943"/>
                  </a:lnTo>
                  <a:lnTo>
                    <a:pt x="364115" y="60272"/>
                  </a:lnTo>
                  <a:lnTo>
                    <a:pt x="325313" y="46548"/>
                  </a:lnTo>
                  <a:lnTo>
                    <a:pt x="285966" y="35316"/>
                  </a:lnTo>
                  <a:lnTo>
                    <a:pt x="244373" y="26072"/>
                  </a:lnTo>
                  <a:lnTo>
                    <a:pt x="199469" y="18426"/>
                  </a:lnTo>
                  <a:lnTo>
                    <a:pt x="151578" y="12159"/>
                  </a:lnTo>
                  <a:lnTo>
                    <a:pt x="103246" y="7213"/>
                  </a:lnTo>
                  <a:lnTo>
                    <a:pt x="59459" y="3628"/>
                  </a:lnTo>
                  <a:lnTo>
                    <a:pt x="26149" y="1397"/>
                  </a:lnTo>
                  <a:lnTo>
                    <a:pt x="6948" y="325"/>
                  </a:lnTo>
                  <a:lnTo>
                    <a:pt x="426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2050472" y="5017481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2050472" y="5050457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2050472" y="5083433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2050472" y="5742947"/>
              <a:ext cx="1385454" cy="263805"/>
            </a:xfrm>
            <a:custGeom>
              <a:avLst/>
              <a:pathLst>
                <a:path w="1385454" h="263805">
                  <a:moveTo>
                    <a:pt x="0" y="32975"/>
                  </a:moveTo>
                  <a:lnTo>
                    <a:pt x="1783" y="33014"/>
                  </a:lnTo>
                  <a:lnTo>
                    <a:pt x="12831" y="33292"/>
                  </a:lnTo>
                  <a:lnTo>
                    <a:pt x="37983" y="34046"/>
                  </a:lnTo>
                  <a:lnTo>
                    <a:pt x="76450" y="35440"/>
                  </a:lnTo>
                  <a:lnTo>
                    <a:pt x="123145" y="37530"/>
                  </a:lnTo>
                  <a:lnTo>
                    <a:pt x="172091" y="40300"/>
                  </a:lnTo>
                  <a:lnTo>
                    <a:pt x="219185" y="43742"/>
                  </a:lnTo>
                  <a:lnTo>
                    <a:pt x="262884" y="47920"/>
                  </a:lnTo>
                  <a:lnTo>
                    <a:pt x="303576" y="52984"/>
                  </a:lnTo>
                  <a:lnTo>
                    <a:pt x="342715" y="59164"/>
                  </a:lnTo>
                  <a:lnTo>
                    <a:pt x="382121" y="66723"/>
                  </a:lnTo>
                  <a:lnTo>
                    <a:pt x="404090" y="71447"/>
                  </a:lnTo>
                  <a:lnTo>
                    <a:pt x="438999" y="79539"/>
                  </a:lnTo>
                  <a:lnTo>
                    <a:pt x="476018" y="88731"/>
                  </a:lnTo>
                  <a:lnTo>
                    <a:pt x="515420" y="99018"/>
                  </a:lnTo>
                  <a:lnTo>
                    <a:pt x="557196" y="110322"/>
                  </a:lnTo>
                  <a:lnTo>
                    <a:pt x="601059" y="122485"/>
                  </a:lnTo>
                  <a:lnTo>
                    <a:pt x="646475" y="135272"/>
                  </a:lnTo>
                  <a:lnTo>
                    <a:pt x="692720" y="148388"/>
                  </a:lnTo>
                  <a:lnTo>
                    <a:pt x="738966" y="161505"/>
                  </a:lnTo>
                  <a:lnTo>
                    <a:pt x="784382" y="174292"/>
                  </a:lnTo>
                  <a:lnTo>
                    <a:pt x="828246" y="186455"/>
                  </a:lnTo>
                  <a:lnTo>
                    <a:pt x="870022" y="197759"/>
                  </a:lnTo>
                  <a:lnTo>
                    <a:pt x="909425" y="208047"/>
                  </a:lnTo>
                  <a:lnTo>
                    <a:pt x="946444" y="217239"/>
                  </a:lnTo>
                  <a:lnTo>
                    <a:pt x="981363" y="225334"/>
                  </a:lnTo>
                  <a:lnTo>
                    <a:pt x="1021599" y="233720"/>
                  </a:lnTo>
                  <a:lnTo>
                    <a:pt x="1060658" y="240614"/>
                  </a:lnTo>
                  <a:lnTo>
                    <a:pt x="1100293" y="246249"/>
                  </a:lnTo>
                  <a:lnTo>
                    <a:pt x="1142233" y="250881"/>
                  </a:lnTo>
                  <a:lnTo>
                    <a:pt x="1187541" y="254707"/>
                  </a:lnTo>
                  <a:lnTo>
                    <a:pt x="1235827" y="257837"/>
                  </a:lnTo>
                  <a:lnTo>
                    <a:pt x="1284400" y="260298"/>
                  </a:lnTo>
                  <a:lnTo>
                    <a:pt x="1328085" y="262067"/>
                  </a:lnTo>
                  <a:lnTo>
                    <a:pt x="1360869" y="263154"/>
                  </a:lnTo>
                  <a:lnTo>
                    <a:pt x="1379287" y="263662"/>
                  </a:lnTo>
                  <a:lnTo>
                    <a:pt x="1385160" y="263799"/>
                  </a:lnTo>
                  <a:lnTo>
                    <a:pt x="1385454" y="263805"/>
                  </a:lnTo>
                  <a:lnTo>
                    <a:pt x="1385454" y="230830"/>
                  </a:lnTo>
                  <a:lnTo>
                    <a:pt x="1383670" y="230791"/>
                  </a:lnTo>
                  <a:lnTo>
                    <a:pt x="1372622" y="230513"/>
                  </a:lnTo>
                  <a:lnTo>
                    <a:pt x="1347471" y="229759"/>
                  </a:lnTo>
                  <a:lnTo>
                    <a:pt x="1309003" y="228365"/>
                  </a:lnTo>
                  <a:lnTo>
                    <a:pt x="1262309" y="226275"/>
                  </a:lnTo>
                  <a:lnTo>
                    <a:pt x="1213363" y="223505"/>
                  </a:lnTo>
                  <a:lnTo>
                    <a:pt x="1166269" y="220063"/>
                  </a:lnTo>
                  <a:lnTo>
                    <a:pt x="1122570" y="215885"/>
                  </a:lnTo>
                  <a:lnTo>
                    <a:pt x="1081877" y="210821"/>
                  </a:lnTo>
                  <a:lnTo>
                    <a:pt x="1042738" y="204640"/>
                  </a:lnTo>
                  <a:lnTo>
                    <a:pt x="1003332" y="197082"/>
                  </a:lnTo>
                  <a:lnTo>
                    <a:pt x="981363" y="192358"/>
                  </a:lnTo>
                  <a:lnTo>
                    <a:pt x="946454" y="184266"/>
                  </a:lnTo>
                  <a:lnTo>
                    <a:pt x="909435" y="175074"/>
                  </a:lnTo>
                  <a:lnTo>
                    <a:pt x="870033" y="164787"/>
                  </a:lnTo>
                  <a:lnTo>
                    <a:pt x="828258" y="153483"/>
                  </a:lnTo>
                  <a:lnTo>
                    <a:pt x="784395" y="141320"/>
                  </a:lnTo>
                  <a:lnTo>
                    <a:pt x="738979" y="128532"/>
                  </a:lnTo>
                  <a:lnTo>
                    <a:pt x="692733" y="115416"/>
                  </a:lnTo>
                  <a:lnTo>
                    <a:pt x="646488" y="102300"/>
                  </a:lnTo>
                  <a:lnTo>
                    <a:pt x="601071" y="89513"/>
                  </a:lnTo>
                  <a:lnTo>
                    <a:pt x="557208" y="77350"/>
                  </a:lnTo>
                  <a:lnTo>
                    <a:pt x="515432" y="66045"/>
                  </a:lnTo>
                  <a:lnTo>
                    <a:pt x="476029" y="55758"/>
                  </a:lnTo>
                  <a:lnTo>
                    <a:pt x="439009" y="46566"/>
                  </a:lnTo>
                  <a:lnTo>
                    <a:pt x="404090" y="38471"/>
                  </a:lnTo>
                  <a:lnTo>
                    <a:pt x="363854" y="30085"/>
                  </a:lnTo>
                  <a:lnTo>
                    <a:pt x="324796" y="23191"/>
                  </a:lnTo>
                  <a:lnTo>
                    <a:pt x="285161" y="17556"/>
                  </a:lnTo>
                  <a:lnTo>
                    <a:pt x="243220" y="12924"/>
                  </a:lnTo>
                  <a:lnTo>
                    <a:pt x="197913" y="9098"/>
                  </a:lnTo>
                  <a:lnTo>
                    <a:pt x="149627" y="5967"/>
                  </a:lnTo>
                  <a:lnTo>
                    <a:pt x="101054" y="3507"/>
                  </a:lnTo>
                  <a:lnTo>
                    <a:pt x="57368" y="1738"/>
                  </a:lnTo>
                  <a:lnTo>
                    <a:pt x="24585" y="651"/>
                  </a:lnTo>
                  <a:lnTo>
                    <a:pt x="6166" y="143"/>
                  </a:lnTo>
                  <a:lnTo>
                    <a:pt x="294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2050472" y="5116408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2050472" y="5149384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2050472" y="5182360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2050472" y="5215336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2050472" y="6303535"/>
              <a:ext cx="1385454" cy="494635"/>
            </a:xfrm>
            <a:custGeom>
              <a:avLst/>
              <a:pathLst>
                <a:path w="1385454" h="494635">
                  <a:moveTo>
                    <a:pt x="0" y="32975"/>
                  </a:moveTo>
                  <a:lnTo>
                    <a:pt x="1749" y="33051"/>
                  </a:lnTo>
                  <a:lnTo>
                    <a:pt x="12597" y="33596"/>
                  </a:lnTo>
                  <a:lnTo>
                    <a:pt x="37341" y="35074"/>
                  </a:lnTo>
                  <a:lnTo>
                    <a:pt x="75297" y="37813"/>
                  </a:lnTo>
                  <a:lnTo>
                    <a:pt x="121532" y="41924"/>
                  </a:lnTo>
                  <a:lnTo>
                    <a:pt x="170162" y="47378"/>
                  </a:lnTo>
                  <a:lnTo>
                    <a:pt x="217073" y="54158"/>
                  </a:lnTo>
                  <a:lnTo>
                    <a:pt x="260652" y="62380"/>
                  </a:lnTo>
                  <a:lnTo>
                    <a:pt x="301211" y="72331"/>
                  </a:lnTo>
                  <a:lnTo>
                    <a:pt x="340134" y="84455"/>
                  </a:lnTo>
                  <a:lnTo>
                    <a:pt x="379203" y="99266"/>
                  </a:lnTo>
                  <a:lnTo>
                    <a:pt x="404090" y="109919"/>
                  </a:lnTo>
                  <a:lnTo>
                    <a:pt x="437409" y="125339"/>
                  </a:lnTo>
                  <a:lnTo>
                    <a:pt x="472639" y="142766"/>
                  </a:lnTo>
                  <a:lnTo>
                    <a:pt x="510036" y="162200"/>
                  </a:lnTo>
                  <a:lnTo>
                    <a:pt x="549618" y="183520"/>
                  </a:lnTo>
                  <a:lnTo>
                    <a:pt x="591172" y="206472"/>
                  </a:lnTo>
                  <a:lnTo>
                    <a:pt x="634272" y="230671"/>
                  </a:lnTo>
                  <a:lnTo>
                    <a:pt x="678318" y="255623"/>
                  </a:lnTo>
                  <a:lnTo>
                    <a:pt x="722605" y="280765"/>
                  </a:lnTo>
                  <a:lnTo>
                    <a:pt x="766397" y="305515"/>
                  </a:lnTo>
                  <a:lnTo>
                    <a:pt x="809016" y="329329"/>
                  </a:lnTo>
                  <a:lnTo>
                    <a:pt x="849919" y="351748"/>
                  </a:lnTo>
                  <a:lnTo>
                    <a:pt x="888749" y="372431"/>
                  </a:lnTo>
                  <a:lnTo>
                    <a:pt x="925374" y="391171"/>
                  </a:lnTo>
                  <a:lnTo>
                    <a:pt x="959894" y="407890"/>
                  </a:lnTo>
                  <a:lnTo>
                    <a:pt x="981363" y="417692"/>
                  </a:lnTo>
                  <a:lnTo>
                    <a:pt x="1021338" y="434363"/>
                  </a:lnTo>
                  <a:lnTo>
                    <a:pt x="1060141" y="448087"/>
                  </a:lnTo>
                  <a:lnTo>
                    <a:pt x="1099488" y="459319"/>
                  </a:lnTo>
                  <a:lnTo>
                    <a:pt x="1141081" y="468563"/>
                  </a:lnTo>
                  <a:lnTo>
                    <a:pt x="1185984" y="476209"/>
                  </a:lnTo>
                  <a:lnTo>
                    <a:pt x="1233875" y="482476"/>
                  </a:lnTo>
                  <a:lnTo>
                    <a:pt x="1282208" y="487422"/>
                  </a:lnTo>
                  <a:lnTo>
                    <a:pt x="1325994" y="491007"/>
                  </a:lnTo>
                  <a:lnTo>
                    <a:pt x="1359304" y="493238"/>
                  </a:lnTo>
                  <a:lnTo>
                    <a:pt x="1378506" y="494310"/>
                  </a:lnTo>
                  <a:lnTo>
                    <a:pt x="1385027" y="494618"/>
                  </a:lnTo>
                  <a:lnTo>
                    <a:pt x="1385454" y="494635"/>
                  </a:lnTo>
                  <a:lnTo>
                    <a:pt x="1385454" y="461660"/>
                  </a:lnTo>
                  <a:lnTo>
                    <a:pt x="1383705" y="461584"/>
                  </a:lnTo>
                  <a:lnTo>
                    <a:pt x="1372856" y="461039"/>
                  </a:lnTo>
                  <a:lnTo>
                    <a:pt x="1348112" y="459561"/>
                  </a:lnTo>
                  <a:lnTo>
                    <a:pt x="1310156" y="456822"/>
                  </a:lnTo>
                  <a:lnTo>
                    <a:pt x="1263921" y="452711"/>
                  </a:lnTo>
                  <a:lnTo>
                    <a:pt x="1215292" y="447257"/>
                  </a:lnTo>
                  <a:lnTo>
                    <a:pt x="1168381" y="440476"/>
                  </a:lnTo>
                  <a:lnTo>
                    <a:pt x="1124801" y="432255"/>
                  </a:lnTo>
                  <a:lnTo>
                    <a:pt x="1084243" y="422304"/>
                  </a:lnTo>
                  <a:lnTo>
                    <a:pt x="1045320" y="410180"/>
                  </a:lnTo>
                  <a:lnTo>
                    <a:pt x="1006251" y="395369"/>
                  </a:lnTo>
                  <a:lnTo>
                    <a:pt x="981363" y="384716"/>
                  </a:lnTo>
                  <a:lnTo>
                    <a:pt x="948045" y="369296"/>
                  </a:lnTo>
                  <a:lnTo>
                    <a:pt x="912815" y="351869"/>
                  </a:lnTo>
                  <a:lnTo>
                    <a:pt x="875418" y="332435"/>
                  </a:lnTo>
                  <a:lnTo>
                    <a:pt x="835835" y="311114"/>
                  </a:lnTo>
                  <a:lnTo>
                    <a:pt x="794281" y="288163"/>
                  </a:lnTo>
                  <a:lnTo>
                    <a:pt x="751182" y="263964"/>
                  </a:lnTo>
                  <a:lnTo>
                    <a:pt x="707135" y="239012"/>
                  </a:lnTo>
                  <a:lnTo>
                    <a:pt x="662849" y="213870"/>
                  </a:lnTo>
                  <a:lnTo>
                    <a:pt x="619057" y="189119"/>
                  </a:lnTo>
                  <a:lnTo>
                    <a:pt x="576438" y="165305"/>
                  </a:lnTo>
                  <a:lnTo>
                    <a:pt x="535535" y="142887"/>
                  </a:lnTo>
                  <a:lnTo>
                    <a:pt x="496704" y="122204"/>
                  </a:lnTo>
                  <a:lnTo>
                    <a:pt x="460079" y="103464"/>
                  </a:lnTo>
                  <a:lnTo>
                    <a:pt x="425559" y="86745"/>
                  </a:lnTo>
                  <a:lnTo>
                    <a:pt x="404090" y="76943"/>
                  </a:lnTo>
                  <a:lnTo>
                    <a:pt x="364115" y="60272"/>
                  </a:lnTo>
                  <a:lnTo>
                    <a:pt x="325313" y="46548"/>
                  </a:lnTo>
                  <a:lnTo>
                    <a:pt x="285966" y="35316"/>
                  </a:lnTo>
                  <a:lnTo>
                    <a:pt x="244373" y="26072"/>
                  </a:lnTo>
                  <a:lnTo>
                    <a:pt x="199469" y="18426"/>
                  </a:lnTo>
                  <a:lnTo>
                    <a:pt x="151578" y="12159"/>
                  </a:lnTo>
                  <a:lnTo>
                    <a:pt x="103246" y="7213"/>
                  </a:lnTo>
                  <a:lnTo>
                    <a:pt x="59459" y="3628"/>
                  </a:lnTo>
                  <a:lnTo>
                    <a:pt x="26149" y="1397"/>
                  </a:lnTo>
                  <a:lnTo>
                    <a:pt x="6948" y="325"/>
                  </a:lnTo>
                  <a:lnTo>
                    <a:pt x="426" y="1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2050472" y="5248311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2050472" y="5281287"/>
              <a:ext cx="1385454" cy="32975"/>
            </a:xfrm>
            <a:custGeom>
              <a:avLst/>
              <a:pathLst>
                <a:path w="1385454" h="32975">
                  <a:moveTo>
                    <a:pt x="0" y="32975"/>
                  </a:moveTo>
                  <a:lnTo>
                    <a:pt x="1795" y="32975"/>
                  </a:lnTo>
                  <a:lnTo>
                    <a:pt x="12912" y="32975"/>
                  </a:lnTo>
                  <a:lnTo>
                    <a:pt x="38202" y="32975"/>
                  </a:lnTo>
                  <a:lnTo>
                    <a:pt x="76845" y="32975"/>
                  </a:lnTo>
                  <a:lnTo>
                    <a:pt x="123695" y="32975"/>
                  </a:lnTo>
                  <a:lnTo>
                    <a:pt x="172748" y="32975"/>
                  </a:lnTo>
                  <a:lnTo>
                    <a:pt x="219903" y="32975"/>
                  </a:lnTo>
                  <a:lnTo>
                    <a:pt x="263642" y="32975"/>
                  </a:lnTo>
                  <a:lnTo>
                    <a:pt x="304381" y="32975"/>
                  </a:lnTo>
                  <a:lnTo>
                    <a:pt x="343595" y="32975"/>
                  </a:lnTo>
                  <a:lnTo>
                    <a:pt x="383118" y="32975"/>
                  </a:lnTo>
                  <a:lnTo>
                    <a:pt x="404090" y="32975"/>
                  </a:lnTo>
                  <a:lnTo>
                    <a:pt x="439621" y="32975"/>
                  </a:lnTo>
                  <a:lnTo>
                    <a:pt x="477342" y="32975"/>
                  </a:lnTo>
                  <a:lnTo>
                    <a:pt x="517533" y="32975"/>
                  </a:lnTo>
                  <a:lnTo>
                    <a:pt x="560171" y="32975"/>
                  </a:lnTo>
                  <a:lnTo>
                    <a:pt x="604938" y="32975"/>
                  </a:lnTo>
                  <a:lnTo>
                    <a:pt x="651253" y="32975"/>
                  </a:lnTo>
                  <a:lnTo>
                    <a:pt x="698341" y="32975"/>
                  </a:lnTo>
                  <a:lnTo>
                    <a:pt x="745323" y="32975"/>
                  </a:lnTo>
                  <a:lnTo>
                    <a:pt x="791334" y="32975"/>
                  </a:lnTo>
                  <a:lnTo>
                    <a:pt x="835638" y="32975"/>
                  </a:lnTo>
                  <a:lnTo>
                    <a:pt x="877712" y="32975"/>
                  </a:lnTo>
                  <a:lnTo>
                    <a:pt x="917306" y="32975"/>
                  </a:lnTo>
                  <a:lnTo>
                    <a:pt x="954469" y="32975"/>
                  </a:lnTo>
                  <a:lnTo>
                    <a:pt x="981363" y="32975"/>
                  </a:lnTo>
                  <a:lnTo>
                    <a:pt x="1021688" y="32975"/>
                  </a:lnTo>
                  <a:lnTo>
                    <a:pt x="1060834" y="32975"/>
                  </a:lnTo>
                  <a:lnTo>
                    <a:pt x="1100568" y="32975"/>
                  </a:lnTo>
                  <a:lnTo>
                    <a:pt x="1142627" y="32975"/>
                  </a:lnTo>
                  <a:lnTo>
                    <a:pt x="1188072" y="32975"/>
                  </a:lnTo>
                  <a:lnTo>
                    <a:pt x="1236492" y="32975"/>
                  </a:lnTo>
                  <a:lnTo>
                    <a:pt x="1285145" y="32975"/>
                  </a:lnTo>
                  <a:lnTo>
                    <a:pt x="1328791" y="32975"/>
                  </a:lnTo>
                  <a:lnTo>
                    <a:pt x="1361390" y="32975"/>
                  </a:lnTo>
                  <a:lnTo>
                    <a:pt x="1379540" y="32975"/>
                  </a:lnTo>
                  <a:lnTo>
                    <a:pt x="1385198" y="3297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59" y="0"/>
                  </a:lnTo>
                  <a:lnTo>
                    <a:pt x="1372542" y="0"/>
                  </a:lnTo>
                  <a:lnTo>
                    <a:pt x="1347251" y="0"/>
                  </a:lnTo>
                  <a:lnTo>
                    <a:pt x="1308609" y="0"/>
                  </a:lnTo>
                  <a:lnTo>
                    <a:pt x="1261758" y="0"/>
                  </a:lnTo>
                  <a:lnTo>
                    <a:pt x="1212706" y="0"/>
                  </a:lnTo>
                  <a:lnTo>
                    <a:pt x="1165550" y="0"/>
                  </a:lnTo>
                  <a:lnTo>
                    <a:pt x="1121811" y="0"/>
                  </a:lnTo>
                  <a:lnTo>
                    <a:pt x="1081072" y="0"/>
                  </a:lnTo>
                  <a:lnTo>
                    <a:pt x="1041858" y="0"/>
                  </a:lnTo>
                  <a:lnTo>
                    <a:pt x="1002335" y="0"/>
                  </a:lnTo>
                  <a:lnTo>
                    <a:pt x="981363" y="0"/>
                  </a:lnTo>
                  <a:lnTo>
                    <a:pt x="945833" y="0"/>
                  </a:lnTo>
                  <a:lnTo>
                    <a:pt x="908112" y="0"/>
                  </a:lnTo>
                  <a:lnTo>
                    <a:pt x="867921" y="0"/>
                  </a:lnTo>
                  <a:lnTo>
                    <a:pt x="825283" y="0"/>
                  </a:lnTo>
                  <a:lnTo>
                    <a:pt x="780516" y="0"/>
                  </a:lnTo>
                  <a:lnTo>
                    <a:pt x="734200" y="0"/>
                  </a:lnTo>
                  <a:lnTo>
                    <a:pt x="687113" y="0"/>
                  </a:lnTo>
                  <a:lnTo>
                    <a:pt x="640131" y="0"/>
                  </a:lnTo>
                  <a:lnTo>
                    <a:pt x="594119" y="0"/>
                  </a:lnTo>
                  <a:lnTo>
                    <a:pt x="549815" y="0"/>
                  </a:lnTo>
                  <a:lnTo>
                    <a:pt x="507742" y="0"/>
                  </a:lnTo>
                  <a:lnTo>
                    <a:pt x="468147" y="0"/>
                  </a:lnTo>
                  <a:lnTo>
                    <a:pt x="430985" y="0"/>
                  </a:lnTo>
                  <a:lnTo>
                    <a:pt x="404090" y="0"/>
                  </a:lnTo>
                  <a:lnTo>
                    <a:pt x="363765" y="0"/>
                  </a:lnTo>
                  <a:lnTo>
                    <a:pt x="324619" y="0"/>
                  </a:lnTo>
                  <a:lnTo>
                    <a:pt x="284886" y="0"/>
                  </a:lnTo>
                  <a:lnTo>
                    <a:pt x="242827" y="0"/>
                  </a:lnTo>
                  <a:lnTo>
                    <a:pt x="197382" y="0"/>
                  </a:lnTo>
                  <a:lnTo>
                    <a:pt x="148961" y="0"/>
                  </a:lnTo>
                  <a:lnTo>
                    <a:pt x="100309" y="0"/>
                  </a:lnTo>
                  <a:lnTo>
                    <a:pt x="56663" y="0"/>
                  </a:lnTo>
                  <a:lnTo>
                    <a:pt x="24064" y="0"/>
                  </a:lnTo>
                  <a:lnTo>
                    <a:pt x="5913" y="0"/>
                  </a:lnTo>
                  <a:lnTo>
                    <a:pt x="2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2050472" y="6006753"/>
              <a:ext cx="1385454" cy="527611"/>
            </a:xfrm>
            <a:custGeom>
              <a:avLst/>
              <a:pathLst>
                <a:path w="1385454" h="527611">
                  <a:moveTo>
                    <a:pt x="0" y="527611"/>
                  </a:moveTo>
                  <a:lnTo>
                    <a:pt x="1742" y="527530"/>
                  </a:lnTo>
                  <a:lnTo>
                    <a:pt x="12552" y="526949"/>
                  </a:lnTo>
                  <a:lnTo>
                    <a:pt x="37218" y="525371"/>
                  </a:lnTo>
                  <a:lnTo>
                    <a:pt x="75075" y="522447"/>
                  </a:lnTo>
                  <a:lnTo>
                    <a:pt x="121220" y="518056"/>
                  </a:lnTo>
                  <a:lnTo>
                    <a:pt x="169788" y="512230"/>
                  </a:lnTo>
                  <a:lnTo>
                    <a:pt x="216663" y="504987"/>
                  </a:lnTo>
                  <a:lnTo>
                    <a:pt x="260220" y="496206"/>
                  </a:lnTo>
                  <a:lnTo>
                    <a:pt x="300752" y="485580"/>
                  </a:lnTo>
                  <a:lnTo>
                    <a:pt x="339635" y="472639"/>
                  </a:lnTo>
                  <a:lnTo>
                    <a:pt x="378639" y="456833"/>
                  </a:lnTo>
                  <a:lnTo>
                    <a:pt x="404090" y="445172"/>
                  </a:lnTo>
                  <a:lnTo>
                    <a:pt x="437134" y="428791"/>
                  </a:lnTo>
                  <a:lnTo>
                    <a:pt x="472057" y="410295"/>
                  </a:lnTo>
                  <a:lnTo>
                    <a:pt x="509110" y="389682"/>
                  </a:lnTo>
                  <a:lnTo>
                    <a:pt x="548315" y="367075"/>
                  </a:lnTo>
                  <a:lnTo>
                    <a:pt x="589472" y="342737"/>
                  </a:lnTo>
                  <a:lnTo>
                    <a:pt x="632170" y="317065"/>
                  </a:lnTo>
                  <a:lnTo>
                    <a:pt x="675831" y="290572"/>
                  </a:lnTo>
                  <a:lnTo>
                    <a:pt x="719769" y="263845"/>
                  </a:lnTo>
                  <a:lnTo>
                    <a:pt x="763266" y="237492"/>
                  </a:lnTo>
                  <a:lnTo>
                    <a:pt x="805654" y="212087"/>
                  </a:lnTo>
                  <a:lnTo>
                    <a:pt x="846388" y="188118"/>
                  </a:lnTo>
                  <a:lnTo>
                    <a:pt x="885106" y="165954"/>
                  </a:lnTo>
                  <a:lnTo>
                    <a:pt x="921656" y="145824"/>
                  </a:lnTo>
                  <a:lnTo>
                    <a:pt x="956113" y="127821"/>
                  </a:lnTo>
                  <a:lnTo>
                    <a:pt x="981363" y="115415"/>
                  </a:lnTo>
                  <a:lnTo>
                    <a:pt x="1021288" y="97574"/>
                  </a:lnTo>
                  <a:lnTo>
                    <a:pt x="1060041" y="82883"/>
                  </a:lnTo>
                  <a:lnTo>
                    <a:pt x="1099332" y="70856"/>
                  </a:lnTo>
                  <a:lnTo>
                    <a:pt x="1140858" y="60956"/>
                  </a:lnTo>
                  <a:lnTo>
                    <a:pt x="1185684" y="52766"/>
                  </a:lnTo>
                  <a:lnTo>
                    <a:pt x="1233498" y="46050"/>
                  </a:lnTo>
                  <a:lnTo>
                    <a:pt x="1281783" y="40745"/>
                  </a:lnTo>
                  <a:lnTo>
                    <a:pt x="1325587" y="36895"/>
                  </a:lnTo>
                  <a:lnTo>
                    <a:pt x="1358996" y="34492"/>
                  </a:lnTo>
                  <a:lnTo>
                    <a:pt x="1378348" y="33333"/>
                  </a:lnTo>
                  <a:lnTo>
                    <a:pt x="1384998" y="3299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711" y="80"/>
                  </a:lnTo>
                  <a:lnTo>
                    <a:pt x="1372901" y="662"/>
                  </a:lnTo>
                  <a:lnTo>
                    <a:pt x="1348236" y="2240"/>
                  </a:lnTo>
                  <a:lnTo>
                    <a:pt x="1310379" y="5164"/>
                  </a:lnTo>
                  <a:lnTo>
                    <a:pt x="1264233" y="9555"/>
                  </a:lnTo>
                  <a:lnTo>
                    <a:pt x="1215665" y="15381"/>
                  </a:lnTo>
                  <a:lnTo>
                    <a:pt x="1168790" y="22624"/>
                  </a:lnTo>
                  <a:lnTo>
                    <a:pt x="1125234" y="31405"/>
                  </a:lnTo>
                  <a:lnTo>
                    <a:pt x="1084701" y="42030"/>
                  </a:lnTo>
                  <a:lnTo>
                    <a:pt x="1045819" y="54972"/>
                  </a:lnTo>
                  <a:lnTo>
                    <a:pt x="1006814" y="70778"/>
                  </a:lnTo>
                  <a:lnTo>
                    <a:pt x="981363" y="82439"/>
                  </a:lnTo>
                  <a:lnTo>
                    <a:pt x="948319" y="98819"/>
                  </a:lnTo>
                  <a:lnTo>
                    <a:pt x="913397" y="117315"/>
                  </a:lnTo>
                  <a:lnTo>
                    <a:pt x="876344" y="137929"/>
                  </a:lnTo>
                  <a:lnTo>
                    <a:pt x="837138" y="160536"/>
                  </a:lnTo>
                  <a:lnTo>
                    <a:pt x="795982" y="184874"/>
                  </a:lnTo>
                  <a:lnTo>
                    <a:pt x="753284" y="210545"/>
                  </a:lnTo>
                  <a:lnTo>
                    <a:pt x="709622" y="237038"/>
                  </a:lnTo>
                  <a:lnTo>
                    <a:pt x="665684" y="263766"/>
                  </a:lnTo>
                  <a:lnTo>
                    <a:pt x="622187" y="290119"/>
                  </a:lnTo>
                  <a:lnTo>
                    <a:pt x="579800" y="315524"/>
                  </a:lnTo>
                  <a:lnTo>
                    <a:pt x="539065" y="339492"/>
                  </a:lnTo>
                  <a:lnTo>
                    <a:pt x="500347" y="361657"/>
                  </a:lnTo>
                  <a:lnTo>
                    <a:pt x="463798" y="381787"/>
                  </a:lnTo>
                  <a:lnTo>
                    <a:pt x="429340" y="399789"/>
                  </a:lnTo>
                  <a:lnTo>
                    <a:pt x="404090" y="412196"/>
                  </a:lnTo>
                  <a:lnTo>
                    <a:pt x="364166" y="430037"/>
                  </a:lnTo>
                  <a:lnTo>
                    <a:pt x="325413" y="444728"/>
                  </a:lnTo>
                  <a:lnTo>
                    <a:pt x="286121" y="456754"/>
                  </a:lnTo>
                  <a:lnTo>
                    <a:pt x="244596" y="466654"/>
                  </a:lnTo>
                  <a:lnTo>
                    <a:pt x="199770" y="474844"/>
                  </a:lnTo>
                  <a:lnTo>
                    <a:pt x="151956" y="481561"/>
                  </a:lnTo>
                  <a:lnTo>
                    <a:pt x="103671" y="486865"/>
                  </a:lnTo>
                  <a:lnTo>
                    <a:pt x="59867" y="490716"/>
                  </a:lnTo>
                  <a:lnTo>
                    <a:pt x="26458" y="493118"/>
                  </a:lnTo>
                  <a:lnTo>
                    <a:pt x="7105" y="494278"/>
                  </a:lnTo>
                  <a:lnTo>
                    <a:pt x="456" y="494615"/>
                  </a:lnTo>
                  <a:lnTo>
                    <a:pt x="0" y="49463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2050472" y="5314263"/>
              <a:ext cx="1385454" cy="1154150"/>
            </a:xfrm>
            <a:custGeom>
              <a:avLst/>
              <a:pathLst>
                <a:path w="1385454" h="1154150">
                  <a:moveTo>
                    <a:pt x="0" y="1154150"/>
                  </a:moveTo>
                  <a:lnTo>
                    <a:pt x="1559" y="1153987"/>
                  </a:lnTo>
                  <a:lnTo>
                    <a:pt x="11288" y="1152812"/>
                  </a:lnTo>
                  <a:lnTo>
                    <a:pt x="33723" y="1149617"/>
                  </a:lnTo>
                  <a:lnTo>
                    <a:pt x="68715" y="1143650"/>
                  </a:lnTo>
                  <a:lnTo>
                    <a:pt x="112213" y="1134611"/>
                  </a:lnTo>
                  <a:lnTo>
                    <a:pt x="158893" y="1122538"/>
                  </a:lnTo>
                  <a:lnTo>
                    <a:pt x="204645" y="1107501"/>
                  </a:lnTo>
                  <a:lnTo>
                    <a:pt x="247501" y="1089340"/>
                  </a:lnTo>
                  <a:lnTo>
                    <a:pt x="287329" y="1067542"/>
                  </a:lnTo>
                  <a:lnTo>
                    <a:pt x="325125" y="1041250"/>
                  </a:lnTo>
                  <a:lnTo>
                    <a:pt x="362409" y="1009371"/>
                  </a:lnTo>
                  <a:lnTo>
                    <a:pt x="400720" y="970907"/>
                  </a:lnTo>
                  <a:lnTo>
                    <a:pt x="404090" y="967288"/>
                  </a:lnTo>
                  <a:lnTo>
                    <a:pt x="431698" y="936456"/>
                  </a:lnTo>
                  <a:lnTo>
                    <a:pt x="460588" y="902262"/>
                  </a:lnTo>
                  <a:lnTo>
                    <a:pt x="490942" y="864664"/>
                  </a:lnTo>
                  <a:lnTo>
                    <a:pt x="522828" y="823759"/>
                  </a:lnTo>
                  <a:lnTo>
                    <a:pt x="556201" y="779790"/>
                  </a:lnTo>
                  <a:lnTo>
                    <a:pt x="590905" y="733162"/>
                  </a:lnTo>
                  <a:lnTo>
                    <a:pt x="626685" y="684426"/>
                  </a:lnTo>
                  <a:lnTo>
                    <a:pt x="663202" y="634265"/>
                  </a:lnTo>
                  <a:lnTo>
                    <a:pt x="700059" y="583450"/>
                  </a:lnTo>
                  <a:lnTo>
                    <a:pt x="736831" y="532799"/>
                  </a:lnTo>
                  <a:lnTo>
                    <a:pt x="773100" y="483116"/>
                  </a:lnTo>
                  <a:lnTo>
                    <a:pt x="808488" y="435143"/>
                  </a:lnTo>
                  <a:lnTo>
                    <a:pt x="842688" y="389514"/>
                  </a:lnTo>
                  <a:lnTo>
                    <a:pt x="875483" y="346723"/>
                  </a:lnTo>
                  <a:lnTo>
                    <a:pt x="906759" y="307112"/>
                  </a:lnTo>
                  <a:lnTo>
                    <a:pt x="936517" y="270864"/>
                  </a:lnTo>
                  <a:lnTo>
                    <a:pt x="964869" y="238018"/>
                  </a:lnTo>
                  <a:lnTo>
                    <a:pt x="981363" y="219838"/>
                  </a:lnTo>
                  <a:lnTo>
                    <a:pt x="1019820" y="180782"/>
                  </a:lnTo>
                  <a:lnTo>
                    <a:pt x="1057136" y="148373"/>
                  </a:lnTo>
                  <a:lnTo>
                    <a:pt x="1094825" y="121646"/>
                  </a:lnTo>
                  <a:lnTo>
                    <a:pt x="1134428" y="99502"/>
                  </a:lnTo>
                  <a:lnTo>
                    <a:pt x="1177010" y="81054"/>
                  </a:lnTo>
                  <a:lnTo>
                    <a:pt x="1222560" y="65760"/>
                  </a:lnTo>
                  <a:lnTo>
                    <a:pt x="1269293" y="53432"/>
                  </a:lnTo>
                  <a:lnTo>
                    <a:pt x="1313268" y="44129"/>
                  </a:lnTo>
                  <a:lnTo>
                    <a:pt x="1349187" y="37904"/>
                  </a:lnTo>
                  <a:lnTo>
                    <a:pt x="1372771" y="34494"/>
                  </a:lnTo>
                  <a:lnTo>
                    <a:pt x="1383474" y="3318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894" y="163"/>
                  </a:lnTo>
                  <a:lnTo>
                    <a:pt x="1374166" y="1337"/>
                  </a:lnTo>
                  <a:lnTo>
                    <a:pt x="1351731" y="4533"/>
                  </a:lnTo>
                  <a:lnTo>
                    <a:pt x="1316739" y="10500"/>
                  </a:lnTo>
                  <a:lnTo>
                    <a:pt x="1273241" y="19539"/>
                  </a:lnTo>
                  <a:lnTo>
                    <a:pt x="1226560" y="31612"/>
                  </a:lnTo>
                  <a:lnTo>
                    <a:pt x="1180809" y="46648"/>
                  </a:lnTo>
                  <a:lnTo>
                    <a:pt x="1137952" y="64810"/>
                  </a:lnTo>
                  <a:lnTo>
                    <a:pt x="1098125" y="86608"/>
                  </a:lnTo>
                  <a:lnTo>
                    <a:pt x="1060328" y="112899"/>
                  </a:lnTo>
                  <a:lnTo>
                    <a:pt x="1023044" y="144778"/>
                  </a:lnTo>
                  <a:lnTo>
                    <a:pt x="984733" y="183243"/>
                  </a:lnTo>
                  <a:lnTo>
                    <a:pt x="981363" y="186862"/>
                  </a:lnTo>
                  <a:lnTo>
                    <a:pt x="953756" y="217694"/>
                  </a:lnTo>
                  <a:lnTo>
                    <a:pt x="924866" y="251888"/>
                  </a:lnTo>
                  <a:lnTo>
                    <a:pt x="894511" y="289485"/>
                  </a:lnTo>
                  <a:lnTo>
                    <a:pt x="862625" y="330391"/>
                  </a:lnTo>
                  <a:lnTo>
                    <a:pt x="829253" y="374359"/>
                  </a:lnTo>
                  <a:lnTo>
                    <a:pt x="794549" y="420988"/>
                  </a:lnTo>
                  <a:lnTo>
                    <a:pt x="758769" y="469723"/>
                  </a:lnTo>
                  <a:lnTo>
                    <a:pt x="722252" y="519885"/>
                  </a:lnTo>
                  <a:lnTo>
                    <a:pt x="685395" y="570699"/>
                  </a:lnTo>
                  <a:lnTo>
                    <a:pt x="648623" y="621350"/>
                  </a:lnTo>
                  <a:lnTo>
                    <a:pt x="612354" y="671034"/>
                  </a:lnTo>
                  <a:lnTo>
                    <a:pt x="576965" y="719007"/>
                  </a:lnTo>
                  <a:lnTo>
                    <a:pt x="542765" y="764636"/>
                  </a:lnTo>
                  <a:lnTo>
                    <a:pt x="509971" y="807426"/>
                  </a:lnTo>
                  <a:lnTo>
                    <a:pt x="478694" y="847038"/>
                  </a:lnTo>
                  <a:lnTo>
                    <a:pt x="448937" y="883286"/>
                  </a:lnTo>
                  <a:lnTo>
                    <a:pt x="420585" y="916132"/>
                  </a:lnTo>
                  <a:lnTo>
                    <a:pt x="404090" y="934312"/>
                  </a:lnTo>
                  <a:lnTo>
                    <a:pt x="365633" y="973368"/>
                  </a:lnTo>
                  <a:lnTo>
                    <a:pt x="328318" y="1005777"/>
                  </a:lnTo>
                  <a:lnTo>
                    <a:pt x="290629" y="1032503"/>
                  </a:lnTo>
                  <a:lnTo>
                    <a:pt x="251025" y="1054648"/>
                  </a:lnTo>
                  <a:lnTo>
                    <a:pt x="208444" y="1073096"/>
                  </a:lnTo>
                  <a:lnTo>
                    <a:pt x="162894" y="1088389"/>
                  </a:lnTo>
                  <a:lnTo>
                    <a:pt x="116161" y="1100717"/>
                  </a:lnTo>
                  <a:lnTo>
                    <a:pt x="72185" y="1110021"/>
                  </a:lnTo>
                  <a:lnTo>
                    <a:pt x="36267" y="1116246"/>
                  </a:lnTo>
                  <a:lnTo>
                    <a:pt x="12682" y="1119655"/>
                  </a:lnTo>
                  <a:lnTo>
                    <a:pt x="1980" y="1120965"/>
                  </a:lnTo>
                  <a:lnTo>
                    <a:pt x="0" y="1121174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2050472" y="6039729"/>
              <a:ext cx="1385454" cy="527611"/>
            </a:xfrm>
            <a:custGeom>
              <a:avLst/>
              <a:pathLst>
                <a:path w="1385454" h="527611">
                  <a:moveTo>
                    <a:pt x="0" y="527611"/>
                  </a:moveTo>
                  <a:lnTo>
                    <a:pt x="1742" y="527530"/>
                  </a:lnTo>
                  <a:lnTo>
                    <a:pt x="12552" y="526949"/>
                  </a:lnTo>
                  <a:lnTo>
                    <a:pt x="37218" y="525371"/>
                  </a:lnTo>
                  <a:lnTo>
                    <a:pt x="75075" y="522447"/>
                  </a:lnTo>
                  <a:lnTo>
                    <a:pt x="121220" y="518056"/>
                  </a:lnTo>
                  <a:lnTo>
                    <a:pt x="169788" y="512230"/>
                  </a:lnTo>
                  <a:lnTo>
                    <a:pt x="216663" y="504987"/>
                  </a:lnTo>
                  <a:lnTo>
                    <a:pt x="260220" y="496206"/>
                  </a:lnTo>
                  <a:lnTo>
                    <a:pt x="300752" y="485580"/>
                  </a:lnTo>
                  <a:lnTo>
                    <a:pt x="339635" y="472639"/>
                  </a:lnTo>
                  <a:lnTo>
                    <a:pt x="378639" y="456833"/>
                  </a:lnTo>
                  <a:lnTo>
                    <a:pt x="404090" y="445172"/>
                  </a:lnTo>
                  <a:lnTo>
                    <a:pt x="437134" y="428791"/>
                  </a:lnTo>
                  <a:lnTo>
                    <a:pt x="472057" y="410295"/>
                  </a:lnTo>
                  <a:lnTo>
                    <a:pt x="509110" y="389682"/>
                  </a:lnTo>
                  <a:lnTo>
                    <a:pt x="548315" y="367075"/>
                  </a:lnTo>
                  <a:lnTo>
                    <a:pt x="589472" y="342737"/>
                  </a:lnTo>
                  <a:lnTo>
                    <a:pt x="632170" y="317065"/>
                  </a:lnTo>
                  <a:lnTo>
                    <a:pt x="675831" y="290572"/>
                  </a:lnTo>
                  <a:lnTo>
                    <a:pt x="719769" y="263845"/>
                  </a:lnTo>
                  <a:lnTo>
                    <a:pt x="763266" y="237492"/>
                  </a:lnTo>
                  <a:lnTo>
                    <a:pt x="805654" y="212087"/>
                  </a:lnTo>
                  <a:lnTo>
                    <a:pt x="846388" y="188118"/>
                  </a:lnTo>
                  <a:lnTo>
                    <a:pt x="885106" y="165954"/>
                  </a:lnTo>
                  <a:lnTo>
                    <a:pt x="921656" y="145824"/>
                  </a:lnTo>
                  <a:lnTo>
                    <a:pt x="956113" y="127821"/>
                  </a:lnTo>
                  <a:lnTo>
                    <a:pt x="981363" y="115415"/>
                  </a:lnTo>
                  <a:lnTo>
                    <a:pt x="1021288" y="97574"/>
                  </a:lnTo>
                  <a:lnTo>
                    <a:pt x="1060041" y="82883"/>
                  </a:lnTo>
                  <a:lnTo>
                    <a:pt x="1099332" y="70856"/>
                  </a:lnTo>
                  <a:lnTo>
                    <a:pt x="1140858" y="60956"/>
                  </a:lnTo>
                  <a:lnTo>
                    <a:pt x="1185684" y="52766"/>
                  </a:lnTo>
                  <a:lnTo>
                    <a:pt x="1233498" y="46050"/>
                  </a:lnTo>
                  <a:lnTo>
                    <a:pt x="1281783" y="40745"/>
                  </a:lnTo>
                  <a:lnTo>
                    <a:pt x="1325587" y="36895"/>
                  </a:lnTo>
                  <a:lnTo>
                    <a:pt x="1358996" y="34492"/>
                  </a:lnTo>
                  <a:lnTo>
                    <a:pt x="1378348" y="33333"/>
                  </a:lnTo>
                  <a:lnTo>
                    <a:pt x="1384998" y="3299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711" y="80"/>
                  </a:lnTo>
                  <a:lnTo>
                    <a:pt x="1372901" y="662"/>
                  </a:lnTo>
                  <a:lnTo>
                    <a:pt x="1348236" y="2240"/>
                  </a:lnTo>
                  <a:lnTo>
                    <a:pt x="1310379" y="5164"/>
                  </a:lnTo>
                  <a:lnTo>
                    <a:pt x="1264233" y="9555"/>
                  </a:lnTo>
                  <a:lnTo>
                    <a:pt x="1215665" y="15381"/>
                  </a:lnTo>
                  <a:lnTo>
                    <a:pt x="1168790" y="22624"/>
                  </a:lnTo>
                  <a:lnTo>
                    <a:pt x="1125234" y="31405"/>
                  </a:lnTo>
                  <a:lnTo>
                    <a:pt x="1084701" y="42030"/>
                  </a:lnTo>
                  <a:lnTo>
                    <a:pt x="1045819" y="54972"/>
                  </a:lnTo>
                  <a:lnTo>
                    <a:pt x="1006814" y="70778"/>
                  </a:lnTo>
                  <a:lnTo>
                    <a:pt x="981363" y="82439"/>
                  </a:lnTo>
                  <a:lnTo>
                    <a:pt x="948319" y="98819"/>
                  </a:lnTo>
                  <a:lnTo>
                    <a:pt x="913397" y="117315"/>
                  </a:lnTo>
                  <a:lnTo>
                    <a:pt x="876344" y="137929"/>
                  </a:lnTo>
                  <a:lnTo>
                    <a:pt x="837138" y="160536"/>
                  </a:lnTo>
                  <a:lnTo>
                    <a:pt x="795982" y="184874"/>
                  </a:lnTo>
                  <a:lnTo>
                    <a:pt x="753284" y="210545"/>
                  </a:lnTo>
                  <a:lnTo>
                    <a:pt x="709622" y="237038"/>
                  </a:lnTo>
                  <a:lnTo>
                    <a:pt x="665684" y="263766"/>
                  </a:lnTo>
                  <a:lnTo>
                    <a:pt x="622187" y="290119"/>
                  </a:lnTo>
                  <a:lnTo>
                    <a:pt x="579800" y="315524"/>
                  </a:lnTo>
                  <a:lnTo>
                    <a:pt x="539065" y="339492"/>
                  </a:lnTo>
                  <a:lnTo>
                    <a:pt x="500347" y="361657"/>
                  </a:lnTo>
                  <a:lnTo>
                    <a:pt x="463798" y="381787"/>
                  </a:lnTo>
                  <a:lnTo>
                    <a:pt x="429340" y="399789"/>
                  </a:lnTo>
                  <a:lnTo>
                    <a:pt x="404090" y="412196"/>
                  </a:lnTo>
                  <a:lnTo>
                    <a:pt x="364166" y="430037"/>
                  </a:lnTo>
                  <a:lnTo>
                    <a:pt x="325413" y="444728"/>
                  </a:lnTo>
                  <a:lnTo>
                    <a:pt x="286121" y="456754"/>
                  </a:lnTo>
                  <a:lnTo>
                    <a:pt x="244596" y="466654"/>
                  </a:lnTo>
                  <a:lnTo>
                    <a:pt x="199770" y="474844"/>
                  </a:lnTo>
                  <a:lnTo>
                    <a:pt x="151956" y="481561"/>
                  </a:lnTo>
                  <a:lnTo>
                    <a:pt x="103671" y="486865"/>
                  </a:lnTo>
                  <a:lnTo>
                    <a:pt x="59867" y="490716"/>
                  </a:lnTo>
                  <a:lnTo>
                    <a:pt x="26458" y="493118"/>
                  </a:lnTo>
                  <a:lnTo>
                    <a:pt x="7105" y="494278"/>
                  </a:lnTo>
                  <a:lnTo>
                    <a:pt x="456" y="494615"/>
                  </a:lnTo>
                  <a:lnTo>
                    <a:pt x="0" y="49463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2050472" y="6072705"/>
              <a:ext cx="1385454" cy="527611"/>
            </a:xfrm>
            <a:custGeom>
              <a:avLst/>
              <a:pathLst>
                <a:path w="1385454" h="527611">
                  <a:moveTo>
                    <a:pt x="0" y="527611"/>
                  </a:moveTo>
                  <a:lnTo>
                    <a:pt x="1742" y="527530"/>
                  </a:lnTo>
                  <a:lnTo>
                    <a:pt x="12552" y="526949"/>
                  </a:lnTo>
                  <a:lnTo>
                    <a:pt x="37218" y="525371"/>
                  </a:lnTo>
                  <a:lnTo>
                    <a:pt x="75075" y="522447"/>
                  </a:lnTo>
                  <a:lnTo>
                    <a:pt x="121220" y="518056"/>
                  </a:lnTo>
                  <a:lnTo>
                    <a:pt x="169788" y="512230"/>
                  </a:lnTo>
                  <a:lnTo>
                    <a:pt x="216663" y="504987"/>
                  </a:lnTo>
                  <a:lnTo>
                    <a:pt x="260220" y="496206"/>
                  </a:lnTo>
                  <a:lnTo>
                    <a:pt x="300752" y="485580"/>
                  </a:lnTo>
                  <a:lnTo>
                    <a:pt x="339635" y="472639"/>
                  </a:lnTo>
                  <a:lnTo>
                    <a:pt x="378639" y="456833"/>
                  </a:lnTo>
                  <a:lnTo>
                    <a:pt x="404090" y="445172"/>
                  </a:lnTo>
                  <a:lnTo>
                    <a:pt x="437134" y="428791"/>
                  </a:lnTo>
                  <a:lnTo>
                    <a:pt x="472057" y="410295"/>
                  </a:lnTo>
                  <a:lnTo>
                    <a:pt x="509110" y="389682"/>
                  </a:lnTo>
                  <a:lnTo>
                    <a:pt x="548315" y="367075"/>
                  </a:lnTo>
                  <a:lnTo>
                    <a:pt x="589472" y="342737"/>
                  </a:lnTo>
                  <a:lnTo>
                    <a:pt x="632170" y="317065"/>
                  </a:lnTo>
                  <a:lnTo>
                    <a:pt x="675831" y="290572"/>
                  </a:lnTo>
                  <a:lnTo>
                    <a:pt x="719769" y="263845"/>
                  </a:lnTo>
                  <a:lnTo>
                    <a:pt x="763266" y="237492"/>
                  </a:lnTo>
                  <a:lnTo>
                    <a:pt x="805654" y="212087"/>
                  </a:lnTo>
                  <a:lnTo>
                    <a:pt x="846388" y="188118"/>
                  </a:lnTo>
                  <a:lnTo>
                    <a:pt x="885106" y="165954"/>
                  </a:lnTo>
                  <a:lnTo>
                    <a:pt x="921656" y="145824"/>
                  </a:lnTo>
                  <a:lnTo>
                    <a:pt x="956113" y="127821"/>
                  </a:lnTo>
                  <a:lnTo>
                    <a:pt x="981363" y="115415"/>
                  </a:lnTo>
                  <a:lnTo>
                    <a:pt x="1021288" y="97574"/>
                  </a:lnTo>
                  <a:lnTo>
                    <a:pt x="1060041" y="82883"/>
                  </a:lnTo>
                  <a:lnTo>
                    <a:pt x="1099332" y="70856"/>
                  </a:lnTo>
                  <a:lnTo>
                    <a:pt x="1140858" y="60956"/>
                  </a:lnTo>
                  <a:lnTo>
                    <a:pt x="1185684" y="52766"/>
                  </a:lnTo>
                  <a:lnTo>
                    <a:pt x="1233498" y="46050"/>
                  </a:lnTo>
                  <a:lnTo>
                    <a:pt x="1281783" y="40745"/>
                  </a:lnTo>
                  <a:lnTo>
                    <a:pt x="1325587" y="36895"/>
                  </a:lnTo>
                  <a:lnTo>
                    <a:pt x="1358996" y="34492"/>
                  </a:lnTo>
                  <a:lnTo>
                    <a:pt x="1378348" y="33333"/>
                  </a:lnTo>
                  <a:lnTo>
                    <a:pt x="1384998" y="3299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711" y="80"/>
                  </a:lnTo>
                  <a:lnTo>
                    <a:pt x="1372901" y="662"/>
                  </a:lnTo>
                  <a:lnTo>
                    <a:pt x="1348236" y="2240"/>
                  </a:lnTo>
                  <a:lnTo>
                    <a:pt x="1310379" y="5164"/>
                  </a:lnTo>
                  <a:lnTo>
                    <a:pt x="1264233" y="9555"/>
                  </a:lnTo>
                  <a:lnTo>
                    <a:pt x="1215665" y="15381"/>
                  </a:lnTo>
                  <a:lnTo>
                    <a:pt x="1168790" y="22624"/>
                  </a:lnTo>
                  <a:lnTo>
                    <a:pt x="1125234" y="31405"/>
                  </a:lnTo>
                  <a:lnTo>
                    <a:pt x="1084701" y="42030"/>
                  </a:lnTo>
                  <a:lnTo>
                    <a:pt x="1045819" y="54972"/>
                  </a:lnTo>
                  <a:lnTo>
                    <a:pt x="1006814" y="70778"/>
                  </a:lnTo>
                  <a:lnTo>
                    <a:pt x="981363" y="82439"/>
                  </a:lnTo>
                  <a:lnTo>
                    <a:pt x="948319" y="98819"/>
                  </a:lnTo>
                  <a:lnTo>
                    <a:pt x="913397" y="117315"/>
                  </a:lnTo>
                  <a:lnTo>
                    <a:pt x="876344" y="137929"/>
                  </a:lnTo>
                  <a:lnTo>
                    <a:pt x="837138" y="160536"/>
                  </a:lnTo>
                  <a:lnTo>
                    <a:pt x="795982" y="184874"/>
                  </a:lnTo>
                  <a:lnTo>
                    <a:pt x="753284" y="210545"/>
                  </a:lnTo>
                  <a:lnTo>
                    <a:pt x="709622" y="237038"/>
                  </a:lnTo>
                  <a:lnTo>
                    <a:pt x="665684" y="263766"/>
                  </a:lnTo>
                  <a:lnTo>
                    <a:pt x="622187" y="290119"/>
                  </a:lnTo>
                  <a:lnTo>
                    <a:pt x="579800" y="315524"/>
                  </a:lnTo>
                  <a:lnTo>
                    <a:pt x="539065" y="339492"/>
                  </a:lnTo>
                  <a:lnTo>
                    <a:pt x="500347" y="361657"/>
                  </a:lnTo>
                  <a:lnTo>
                    <a:pt x="463798" y="381787"/>
                  </a:lnTo>
                  <a:lnTo>
                    <a:pt x="429340" y="399789"/>
                  </a:lnTo>
                  <a:lnTo>
                    <a:pt x="404090" y="412196"/>
                  </a:lnTo>
                  <a:lnTo>
                    <a:pt x="364166" y="430037"/>
                  </a:lnTo>
                  <a:lnTo>
                    <a:pt x="325413" y="444728"/>
                  </a:lnTo>
                  <a:lnTo>
                    <a:pt x="286121" y="456754"/>
                  </a:lnTo>
                  <a:lnTo>
                    <a:pt x="244596" y="466654"/>
                  </a:lnTo>
                  <a:lnTo>
                    <a:pt x="199770" y="474844"/>
                  </a:lnTo>
                  <a:lnTo>
                    <a:pt x="151956" y="481561"/>
                  </a:lnTo>
                  <a:lnTo>
                    <a:pt x="103671" y="486865"/>
                  </a:lnTo>
                  <a:lnTo>
                    <a:pt x="59867" y="490716"/>
                  </a:lnTo>
                  <a:lnTo>
                    <a:pt x="26458" y="493118"/>
                  </a:lnTo>
                  <a:lnTo>
                    <a:pt x="7105" y="494278"/>
                  </a:lnTo>
                  <a:lnTo>
                    <a:pt x="456" y="494615"/>
                  </a:lnTo>
                  <a:lnTo>
                    <a:pt x="0" y="49463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2050472" y="6501389"/>
              <a:ext cx="1385454" cy="164878"/>
            </a:xfrm>
            <a:custGeom>
              <a:avLst/>
              <a:pathLst>
                <a:path w="1385454" h="164878">
                  <a:moveTo>
                    <a:pt x="0" y="164878"/>
                  </a:moveTo>
                  <a:lnTo>
                    <a:pt x="1791" y="164856"/>
                  </a:lnTo>
                  <a:lnTo>
                    <a:pt x="12885" y="164696"/>
                  </a:lnTo>
                  <a:lnTo>
                    <a:pt x="38130" y="164264"/>
                  </a:lnTo>
                  <a:lnTo>
                    <a:pt x="76716" y="163464"/>
                  </a:lnTo>
                  <a:lnTo>
                    <a:pt x="123515" y="162265"/>
                  </a:lnTo>
                  <a:lnTo>
                    <a:pt x="172532" y="160677"/>
                  </a:lnTo>
                  <a:lnTo>
                    <a:pt x="219668" y="158703"/>
                  </a:lnTo>
                  <a:lnTo>
                    <a:pt x="263394" y="156307"/>
                  </a:lnTo>
                  <a:lnTo>
                    <a:pt x="304118" y="153401"/>
                  </a:lnTo>
                  <a:lnTo>
                    <a:pt x="343307" y="149854"/>
                  </a:lnTo>
                  <a:lnTo>
                    <a:pt x="382791" y="145514"/>
                  </a:lnTo>
                  <a:lnTo>
                    <a:pt x="404090" y="142894"/>
                  </a:lnTo>
                  <a:lnTo>
                    <a:pt x="439412" y="138213"/>
                  </a:lnTo>
                  <a:lnTo>
                    <a:pt x="476897" y="132890"/>
                  </a:lnTo>
                  <a:lnTo>
                    <a:pt x="516822" y="126926"/>
                  </a:lnTo>
                  <a:lnTo>
                    <a:pt x="559170" y="120370"/>
                  </a:lnTo>
                  <a:lnTo>
                    <a:pt x="603633" y="113318"/>
                  </a:lnTo>
                  <a:lnTo>
                    <a:pt x="649647" y="105910"/>
                  </a:lnTo>
                  <a:lnTo>
                    <a:pt x="696452" y="98322"/>
                  </a:lnTo>
                  <a:lnTo>
                    <a:pt x="743188" y="90750"/>
                  </a:lnTo>
                  <a:lnTo>
                    <a:pt x="789002" y="83388"/>
                  </a:lnTo>
                  <a:lnTo>
                    <a:pt x="833161" y="76406"/>
                  </a:lnTo>
                  <a:lnTo>
                    <a:pt x="875137" y="69939"/>
                  </a:lnTo>
                  <a:lnTo>
                    <a:pt x="914669" y="64075"/>
                  </a:lnTo>
                  <a:lnTo>
                    <a:pt x="951784" y="58854"/>
                  </a:lnTo>
                  <a:lnTo>
                    <a:pt x="981363" y="54959"/>
                  </a:lnTo>
                  <a:lnTo>
                    <a:pt x="1021659" y="50160"/>
                  </a:lnTo>
                  <a:lnTo>
                    <a:pt x="1060776" y="46217"/>
                  </a:lnTo>
                  <a:lnTo>
                    <a:pt x="1100478" y="42994"/>
                  </a:lnTo>
                  <a:lnTo>
                    <a:pt x="1142498" y="40346"/>
                  </a:lnTo>
                  <a:lnTo>
                    <a:pt x="1187898" y="38159"/>
                  </a:lnTo>
                  <a:lnTo>
                    <a:pt x="1236274" y="36371"/>
                  </a:lnTo>
                  <a:lnTo>
                    <a:pt x="1284901" y="34967"/>
                  </a:lnTo>
                  <a:lnTo>
                    <a:pt x="1328560" y="33959"/>
                  </a:lnTo>
                  <a:lnTo>
                    <a:pt x="1361220" y="33342"/>
                  </a:lnTo>
                  <a:lnTo>
                    <a:pt x="1379458" y="33055"/>
                  </a:lnTo>
                  <a:lnTo>
                    <a:pt x="1385186" y="32978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63" y="22"/>
                  </a:lnTo>
                  <a:lnTo>
                    <a:pt x="1372568" y="181"/>
                  </a:lnTo>
                  <a:lnTo>
                    <a:pt x="1347323" y="614"/>
                  </a:lnTo>
                  <a:lnTo>
                    <a:pt x="1308738" y="1414"/>
                  </a:lnTo>
                  <a:lnTo>
                    <a:pt x="1261939" y="2613"/>
                  </a:lnTo>
                  <a:lnTo>
                    <a:pt x="1212921" y="4201"/>
                  </a:lnTo>
                  <a:lnTo>
                    <a:pt x="1165786" y="6175"/>
                  </a:lnTo>
                  <a:lnTo>
                    <a:pt x="1122060" y="8571"/>
                  </a:lnTo>
                  <a:lnTo>
                    <a:pt x="1081336" y="11477"/>
                  </a:lnTo>
                  <a:lnTo>
                    <a:pt x="1042147" y="15024"/>
                  </a:lnTo>
                  <a:lnTo>
                    <a:pt x="1002662" y="19363"/>
                  </a:lnTo>
                  <a:lnTo>
                    <a:pt x="981363" y="21983"/>
                  </a:lnTo>
                  <a:lnTo>
                    <a:pt x="946042" y="26664"/>
                  </a:lnTo>
                  <a:lnTo>
                    <a:pt x="908557" y="31988"/>
                  </a:lnTo>
                  <a:lnTo>
                    <a:pt x="868631" y="37952"/>
                  </a:lnTo>
                  <a:lnTo>
                    <a:pt x="826284" y="44507"/>
                  </a:lnTo>
                  <a:lnTo>
                    <a:pt x="781821" y="51560"/>
                  </a:lnTo>
                  <a:lnTo>
                    <a:pt x="735807" y="58968"/>
                  </a:lnTo>
                  <a:lnTo>
                    <a:pt x="689001" y="66555"/>
                  </a:lnTo>
                  <a:lnTo>
                    <a:pt x="642265" y="74127"/>
                  </a:lnTo>
                  <a:lnTo>
                    <a:pt x="596451" y="81490"/>
                  </a:lnTo>
                  <a:lnTo>
                    <a:pt x="552292" y="88472"/>
                  </a:lnTo>
                  <a:lnTo>
                    <a:pt x="510316" y="94939"/>
                  </a:lnTo>
                  <a:lnTo>
                    <a:pt x="470784" y="100803"/>
                  </a:lnTo>
                  <a:lnTo>
                    <a:pt x="433670" y="106024"/>
                  </a:lnTo>
                  <a:lnTo>
                    <a:pt x="404090" y="109919"/>
                  </a:lnTo>
                  <a:lnTo>
                    <a:pt x="363794" y="114717"/>
                  </a:lnTo>
                  <a:lnTo>
                    <a:pt x="324677" y="118661"/>
                  </a:lnTo>
                  <a:lnTo>
                    <a:pt x="284976" y="121883"/>
                  </a:lnTo>
                  <a:lnTo>
                    <a:pt x="242956" y="124532"/>
                  </a:lnTo>
                  <a:lnTo>
                    <a:pt x="197556" y="126718"/>
                  </a:lnTo>
                  <a:lnTo>
                    <a:pt x="149179" y="128507"/>
                  </a:lnTo>
                  <a:lnTo>
                    <a:pt x="100553" y="129911"/>
                  </a:lnTo>
                  <a:lnTo>
                    <a:pt x="56894" y="130919"/>
                  </a:lnTo>
                  <a:lnTo>
                    <a:pt x="24234" y="131536"/>
                  </a:lnTo>
                  <a:lnTo>
                    <a:pt x="5995" y="131823"/>
                  </a:lnTo>
                  <a:lnTo>
                    <a:pt x="268" y="131899"/>
                  </a:lnTo>
                  <a:lnTo>
                    <a:pt x="0" y="13190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2050472" y="5347238"/>
              <a:ext cx="1385454" cy="1154150"/>
            </a:xfrm>
            <a:custGeom>
              <a:avLst/>
              <a:pathLst>
                <a:path w="1385454" h="1154150">
                  <a:moveTo>
                    <a:pt x="0" y="1154150"/>
                  </a:moveTo>
                  <a:lnTo>
                    <a:pt x="1559" y="1153987"/>
                  </a:lnTo>
                  <a:lnTo>
                    <a:pt x="11288" y="1152812"/>
                  </a:lnTo>
                  <a:lnTo>
                    <a:pt x="33723" y="1149617"/>
                  </a:lnTo>
                  <a:lnTo>
                    <a:pt x="68715" y="1143650"/>
                  </a:lnTo>
                  <a:lnTo>
                    <a:pt x="112213" y="1134611"/>
                  </a:lnTo>
                  <a:lnTo>
                    <a:pt x="158893" y="1122538"/>
                  </a:lnTo>
                  <a:lnTo>
                    <a:pt x="204645" y="1107501"/>
                  </a:lnTo>
                  <a:lnTo>
                    <a:pt x="247501" y="1089340"/>
                  </a:lnTo>
                  <a:lnTo>
                    <a:pt x="287329" y="1067542"/>
                  </a:lnTo>
                  <a:lnTo>
                    <a:pt x="325125" y="1041250"/>
                  </a:lnTo>
                  <a:lnTo>
                    <a:pt x="362409" y="1009371"/>
                  </a:lnTo>
                  <a:lnTo>
                    <a:pt x="400720" y="970907"/>
                  </a:lnTo>
                  <a:lnTo>
                    <a:pt x="404090" y="967288"/>
                  </a:lnTo>
                  <a:lnTo>
                    <a:pt x="431698" y="936456"/>
                  </a:lnTo>
                  <a:lnTo>
                    <a:pt x="460588" y="902262"/>
                  </a:lnTo>
                  <a:lnTo>
                    <a:pt x="490942" y="864664"/>
                  </a:lnTo>
                  <a:lnTo>
                    <a:pt x="522828" y="823759"/>
                  </a:lnTo>
                  <a:lnTo>
                    <a:pt x="556201" y="779790"/>
                  </a:lnTo>
                  <a:lnTo>
                    <a:pt x="590905" y="733162"/>
                  </a:lnTo>
                  <a:lnTo>
                    <a:pt x="626685" y="684426"/>
                  </a:lnTo>
                  <a:lnTo>
                    <a:pt x="663202" y="634265"/>
                  </a:lnTo>
                  <a:lnTo>
                    <a:pt x="700059" y="583450"/>
                  </a:lnTo>
                  <a:lnTo>
                    <a:pt x="736831" y="532799"/>
                  </a:lnTo>
                  <a:lnTo>
                    <a:pt x="773100" y="483116"/>
                  </a:lnTo>
                  <a:lnTo>
                    <a:pt x="808488" y="435143"/>
                  </a:lnTo>
                  <a:lnTo>
                    <a:pt x="842688" y="389514"/>
                  </a:lnTo>
                  <a:lnTo>
                    <a:pt x="875483" y="346723"/>
                  </a:lnTo>
                  <a:lnTo>
                    <a:pt x="906759" y="307112"/>
                  </a:lnTo>
                  <a:lnTo>
                    <a:pt x="936517" y="270864"/>
                  </a:lnTo>
                  <a:lnTo>
                    <a:pt x="964869" y="238018"/>
                  </a:lnTo>
                  <a:lnTo>
                    <a:pt x="981363" y="219838"/>
                  </a:lnTo>
                  <a:lnTo>
                    <a:pt x="1019820" y="180782"/>
                  </a:lnTo>
                  <a:lnTo>
                    <a:pt x="1057136" y="148373"/>
                  </a:lnTo>
                  <a:lnTo>
                    <a:pt x="1094825" y="121646"/>
                  </a:lnTo>
                  <a:lnTo>
                    <a:pt x="1134428" y="99502"/>
                  </a:lnTo>
                  <a:lnTo>
                    <a:pt x="1177010" y="81054"/>
                  </a:lnTo>
                  <a:lnTo>
                    <a:pt x="1222560" y="65760"/>
                  </a:lnTo>
                  <a:lnTo>
                    <a:pt x="1269293" y="53432"/>
                  </a:lnTo>
                  <a:lnTo>
                    <a:pt x="1313268" y="44129"/>
                  </a:lnTo>
                  <a:lnTo>
                    <a:pt x="1349187" y="37904"/>
                  </a:lnTo>
                  <a:lnTo>
                    <a:pt x="1372771" y="34494"/>
                  </a:lnTo>
                  <a:lnTo>
                    <a:pt x="1383474" y="3318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894" y="163"/>
                  </a:lnTo>
                  <a:lnTo>
                    <a:pt x="1374166" y="1337"/>
                  </a:lnTo>
                  <a:lnTo>
                    <a:pt x="1351731" y="4533"/>
                  </a:lnTo>
                  <a:lnTo>
                    <a:pt x="1316739" y="10500"/>
                  </a:lnTo>
                  <a:lnTo>
                    <a:pt x="1273241" y="19539"/>
                  </a:lnTo>
                  <a:lnTo>
                    <a:pt x="1226560" y="31612"/>
                  </a:lnTo>
                  <a:lnTo>
                    <a:pt x="1180809" y="46648"/>
                  </a:lnTo>
                  <a:lnTo>
                    <a:pt x="1137952" y="64810"/>
                  </a:lnTo>
                  <a:lnTo>
                    <a:pt x="1098125" y="86608"/>
                  </a:lnTo>
                  <a:lnTo>
                    <a:pt x="1060328" y="112899"/>
                  </a:lnTo>
                  <a:lnTo>
                    <a:pt x="1023044" y="144778"/>
                  </a:lnTo>
                  <a:lnTo>
                    <a:pt x="984733" y="183243"/>
                  </a:lnTo>
                  <a:lnTo>
                    <a:pt x="981363" y="186862"/>
                  </a:lnTo>
                  <a:lnTo>
                    <a:pt x="953756" y="217694"/>
                  </a:lnTo>
                  <a:lnTo>
                    <a:pt x="924866" y="251888"/>
                  </a:lnTo>
                  <a:lnTo>
                    <a:pt x="894511" y="289485"/>
                  </a:lnTo>
                  <a:lnTo>
                    <a:pt x="862625" y="330391"/>
                  </a:lnTo>
                  <a:lnTo>
                    <a:pt x="829253" y="374359"/>
                  </a:lnTo>
                  <a:lnTo>
                    <a:pt x="794549" y="420988"/>
                  </a:lnTo>
                  <a:lnTo>
                    <a:pt x="758769" y="469723"/>
                  </a:lnTo>
                  <a:lnTo>
                    <a:pt x="722252" y="519885"/>
                  </a:lnTo>
                  <a:lnTo>
                    <a:pt x="685395" y="570699"/>
                  </a:lnTo>
                  <a:lnTo>
                    <a:pt x="648623" y="621350"/>
                  </a:lnTo>
                  <a:lnTo>
                    <a:pt x="612354" y="671034"/>
                  </a:lnTo>
                  <a:lnTo>
                    <a:pt x="576965" y="719007"/>
                  </a:lnTo>
                  <a:lnTo>
                    <a:pt x="542765" y="764636"/>
                  </a:lnTo>
                  <a:lnTo>
                    <a:pt x="509971" y="807426"/>
                  </a:lnTo>
                  <a:lnTo>
                    <a:pt x="478694" y="847038"/>
                  </a:lnTo>
                  <a:lnTo>
                    <a:pt x="448937" y="883286"/>
                  </a:lnTo>
                  <a:lnTo>
                    <a:pt x="420585" y="916132"/>
                  </a:lnTo>
                  <a:lnTo>
                    <a:pt x="404090" y="934312"/>
                  </a:lnTo>
                  <a:lnTo>
                    <a:pt x="365633" y="973368"/>
                  </a:lnTo>
                  <a:lnTo>
                    <a:pt x="328318" y="1005777"/>
                  </a:lnTo>
                  <a:lnTo>
                    <a:pt x="290629" y="1032503"/>
                  </a:lnTo>
                  <a:lnTo>
                    <a:pt x="251025" y="1054648"/>
                  </a:lnTo>
                  <a:lnTo>
                    <a:pt x="208444" y="1073096"/>
                  </a:lnTo>
                  <a:lnTo>
                    <a:pt x="162894" y="1088389"/>
                  </a:lnTo>
                  <a:lnTo>
                    <a:pt x="116161" y="1100717"/>
                  </a:lnTo>
                  <a:lnTo>
                    <a:pt x="72185" y="1110021"/>
                  </a:lnTo>
                  <a:lnTo>
                    <a:pt x="36267" y="1116246"/>
                  </a:lnTo>
                  <a:lnTo>
                    <a:pt x="12682" y="1119655"/>
                  </a:lnTo>
                  <a:lnTo>
                    <a:pt x="1980" y="1120965"/>
                  </a:lnTo>
                  <a:lnTo>
                    <a:pt x="0" y="1121174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2050472" y="6105680"/>
              <a:ext cx="1385454" cy="527611"/>
            </a:xfrm>
            <a:custGeom>
              <a:avLst/>
              <a:pathLst>
                <a:path w="1385454" h="527611">
                  <a:moveTo>
                    <a:pt x="0" y="527611"/>
                  </a:moveTo>
                  <a:lnTo>
                    <a:pt x="1742" y="527530"/>
                  </a:lnTo>
                  <a:lnTo>
                    <a:pt x="12552" y="526949"/>
                  </a:lnTo>
                  <a:lnTo>
                    <a:pt x="37218" y="525371"/>
                  </a:lnTo>
                  <a:lnTo>
                    <a:pt x="75075" y="522447"/>
                  </a:lnTo>
                  <a:lnTo>
                    <a:pt x="121220" y="518056"/>
                  </a:lnTo>
                  <a:lnTo>
                    <a:pt x="169788" y="512230"/>
                  </a:lnTo>
                  <a:lnTo>
                    <a:pt x="216663" y="504987"/>
                  </a:lnTo>
                  <a:lnTo>
                    <a:pt x="260220" y="496206"/>
                  </a:lnTo>
                  <a:lnTo>
                    <a:pt x="300752" y="485580"/>
                  </a:lnTo>
                  <a:lnTo>
                    <a:pt x="339635" y="472639"/>
                  </a:lnTo>
                  <a:lnTo>
                    <a:pt x="378639" y="456833"/>
                  </a:lnTo>
                  <a:lnTo>
                    <a:pt x="404090" y="445172"/>
                  </a:lnTo>
                  <a:lnTo>
                    <a:pt x="437134" y="428791"/>
                  </a:lnTo>
                  <a:lnTo>
                    <a:pt x="472057" y="410295"/>
                  </a:lnTo>
                  <a:lnTo>
                    <a:pt x="509110" y="389682"/>
                  </a:lnTo>
                  <a:lnTo>
                    <a:pt x="548315" y="367075"/>
                  </a:lnTo>
                  <a:lnTo>
                    <a:pt x="589472" y="342737"/>
                  </a:lnTo>
                  <a:lnTo>
                    <a:pt x="632170" y="317065"/>
                  </a:lnTo>
                  <a:lnTo>
                    <a:pt x="675831" y="290572"/>
                  </a:lnTo>
                  <a:lnTo>
                    <a:pt x="719769" y="263845"/>
                  </a:lnTo>
                  <a:lnTo>
                    <a:pt x="763266" y="237492"/>
                  </a:lnTo>
                  <a:lnTo>
                    <a:pt x="805654" y="212087"/>
                  </a:lnTo>
                  <a:lnTo>
                    <a:pt x="846388" y="188118"/>
                  </a:lnTo>
                  <a:lnTo>
                    <a:pt x="885106" y="165954"/>
                  </a:lnTo>
                  <a:lnTo>
                    <a:pt x="921656" y="145824"/>
                  </a:lnTo>
                  <a:lnTo>
                    <a:pt x="956113" y="127821"/>
                  </a:lnTo>
                  <a:lnTo>
                    <a:pt x="981363" y="115415"/>
                  </a:lnTo>
                  <a:lnTo>
                    <a:pt x="1021288" y="97574"/>
                  </a:lnTo>
                  <a:lnTo>
                    <a:pt x="1060041" y="82883"/>
                  </a:lnTo>
                  <a:lnTo>
                    <a:pt x="1099332" y="70856"/>
                  </a:lnTo>
                  <a:lnTo>
                    <a:pt x="1140858" y="60956"/>
                  </a:lnTo>
                  <a:lnTo>
                    <a:pt x="1185684" y="52766"/>
                  </a:lnTo>
                  <a:lnTo>
                    <a:pt x="1233498" y="46050"/>
                  </a:lnTo>
                  <a:lnTo>
                    <a:pt x="1281783" y="40745"/>
                  </a:lnTo>
                  <a:lnTo>
                    <a:pt x="1325587" y="36895"/>
                  </a:lnTo>
                  <a:lnTo>
                    <a:pt x="1358996" y="34492"/>
                  </a:lnTo>
                  <a:lnTo>
                    <a:pt x="1378348" y="33333"/>
                  </a:lnTo>
                  <a:lnTo>
                    <a:pt x="1384998" y="32995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711" y="80"/>
                  </a:lnTo>
                  <a:lnTo>
                    <a:pt x="1372901" y="662"/>
                  </a:lnTo>
                  <a:lnTo>
                    <a:pt x="1348236" y="2240"/>
                  </a:lnTo>
                  <a:lnTo>
                    <a:pt x="1310379" y="5164"/>
                  </a:lnTo>
                  <a:lnTo>
                    <a:pt x="1264233" y="9555"/>
                  </a:lnTo>
                  <a:lnTo>
                    <a:pt x="1215665" y="15381"/>
                  </a:lnTo>
                  <a:lnTo>
                    <a:pt x="1168790" y="22624"/>
                  </a:lnTo>
                  <a:lnTo>
                    <a:pt x="1125234" y="31405"/>
                  </a:lnTo>
                  <a:lnTo>
                    <a:pt x="1084701" y="42030"/>
                  </a:lnTo>
                  <a:lnTo>
                    <a:pt x="1045819" y="54972"/>
                  </a:lnTo>
                  <a:lnTo>
                    <a:pt x="1006814" y="70778"/>
                  </a:lnTo>
                  <a:lnTo>
                    <a:pt x="981363" y="82439"/>
                  </a:lnTo>
                  <a:lnTo>
                    <a:pt x="948319" y="98819"/>
                  </a:lnTo>
                  <a:lnTo>
                    <a:pt x="913397" y="117315"/>
                  </a:lnTo>
                  <a:lnTo>
                    <a:pt x="876344" y="137929"/>
                  </a:lnTo>
                  <a:lnTo>
                    <a:pt x="837138" y="160536"/>
                  </a:lnTo>
                  <a:lnTo>
                    <a:pt x="795982" y="184874"/>
                  </a:lnTo>
                  <a:lnTo>
                    <a:pt x="753284" y="210545"/>
                  </a:lnTo>
                  <a:lnTo>
                    <a:pt x="709622" y="237038"/>
                  </a:lnTo>
                  <a:lnTo>
                    <a:pt x="665684" y="263766"/>
                  </a:lnTo>
                  <a:lnTo>
                    <a:pt x="622187" y="290119"/>
                  </a:lnTo>
                  <a:lnTo>
                    <a:pt x="579800" y="315524"/>
                  </a:lnTo>
                  <a:lnTo>
                    <a:pt x="539065" y="339492"/>
                  </a:lnTo>
                  <a:lnTo>
                    <a:pt x="500347" y="361657"/>
                  </a:lnTo>
                  <a:lnTo>
                    <a:pt x="463798" y="381787"/>
                  </a:lnTo>
                  <a:lnTo>
                    <a:pt x="429340" y="399789"/>
                  </a:lnTo>
                  <a:lnTo>
                    <a:pt x="404090" y="412196"/>
                  </a:lnTo>
                  <a:lnTo>
                    <a:pt x="364166" y="430037"/>
                  </a:lnTo>
                  <a:lnTo>
                    <a:pt x="325413" y="444728"/>
                  </a:lnTo>
                  <a:lnTo>
                    <a:pt x="286121" y="456754"/>
                  </a:lnTo>
                  <a:lnTo>
                    <a:pt x="244596" y="466654"/>
                  </a:lnTo>
                  <a:lnTo>
                    <a:pt x="199770" y="474844"/>
                  </a:lnTo>
                  <a:lnTo>
                    <a:pt x="151956" y="481561"/>
                  </a:lnTo>
                  <a:lnTo>
                    <a:pt x="103671" y="486865"/>
                  </a:lnTo>
                  <a:lnTo>
                    <a:pt x="59867" y="490716"/>
                  </a:lnTo>
                  <a:lnTo>
                    <a:pt x="26458" y="493118"/>
                  </a:lnTo>
                  <a:lnTo>
                    <a:pt x="7105" y="494278"/>
                  </a:lnTo>
                  <a:lnTo>
                    <a:pt x="456" y="494615"/>
                  </a:lnTo>
                  <a:lnTo>
                    <a:pt x="0" y="49463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2050472" y="6534365"/>
              <a:ext cx="1385454" cy="164878"/>
            </a:xfrm>
            <a:custGeom>
              <a:avLst/>
              <a:pathLst>
                <a:path w="1385454" h="164878">
                  <a:moveTo>
                    <a:pt x="0" y="164878"/>
                  </a:moveTo>
                  <a:lnTo>
                    <a:pt x="1791" y="164856"/>
                  </a:lnTo>
                  <a:lnTo>
                    <a:pt x="12885" y="164696"/>
                  </a:lnTo>
                  <a:lnTo>
                    <a:pt x="38130" y="164264"/>
                  </a:lnTo>
                  <a:lnTo>
                    <a:pt x="76716" y="163464"/>
                  </a:lnTo>
                  <a:lnTo>
                    <a:pt x="123515" y="162265"/>
                  </a:lnTo>
                  <a:lnTo>
                    <a:pt x="172532" y="160677"/>
                  </a:lnTo>
                  <a:lnTo>
                    <a:pt x="219668" y="158703"/>
                  </a:lnTo>
                  <a:lnTo>
                    <a:pt x="263394" y="156307"/>
                  </a:lnTo>
                  <a:lnTo>
                    <a:pt x="304118" y="153401"/>
                  </a:lnTo>
                  <a:lnTo>
                    <a:pt x="343307" y="149854"/>
                  </a:lnTo>
                  <a:lnTo>
                    <a:pt x="382791" y="145514"/>
                  </a:lnTo>
                  <a:lnTo>
                    <a:pt x="404090" y="142894"/>
                  </a:lnTo>
                  <a:lnTo>
                    <a:pt x="439412" y="138213"/>
                  </a:lnTo>
                  <a:lnTo>
                    <a:pt x="476897" y="132890"/>
                  </a:lnTo>
                  <a:lnTo>
                    <a:pt x="516822" y="126926"/>
                  </a:lnTo>
                  <a:lnTo>
                    <a:pt x="559170" y="120370"/>
                  </a:lnTo>
                  <a:lnTo>
                    <a:pt x="603633" y="113318"/>
                  </a:lnTo>
                  <a:lnTo>
                    <a:pt x="649647" y="105910"/>
                  </a:lnTo>
                  <a:lnTo>
                    <a:pt x="696452" y="98322"/>
                  </a:lnTo>
                  <a:lnTo>
                    <a:pt x="743188" y="90750"/>
                  </a:lnTo>
                  <a:lnTo>
                    <a:pt x="789002" y="83388"/>
                  </a:lnTo>
                  <a:lnTo>
                    <a:pt x="833161" y="76406"/>
                  </a:lnTo>
                  <a:lnTo>
                    <a:pt x="875137" y="69939"/>
                  </a:lnTo>
                  <a:lnTo>
                    <a:pt x="914669" y="64075"/>
                  </a:lnTo>
                  <a:lnTo>
                    <a:pt x="951784" y="58854"/>
                  </a:lnTo>
                  <a:lnTo>
                    <a:pt x="981363" y="54959"/>
                  </a:lnTo>
                  <a:lnTo>
                    <a:pt x="1021659" y="50160"/>
                  </a:lnTo>
                  <a:lnTo>
                    <a:pt x="1060776" y="46217"/>
                  </a:lnTo>
                  <a:lnTo>
                    <a:pt x="1100478" y="42994"/>
                  </a:lnTo>
                  <a:lnTo>
                    <a:pt x="1142498" y="40346"/>
                  </a:lnTo>
                  <a:lnTo>
                    <a:pt x="1187898" y="38159"/>
                  </a:lnTo>
                  <a:lnTo>
                    <a:pt x="1236274" y="36371"/>
                  </a:lnTo>
                  <a:lnTo>
                    <a:pt x="1284901" y="34967"/>
                  </a:lnTo>
                  <a:lnTo>
                    <a:pt x="1328560" y="33959"/>
                  </a:lnTo>
                  <a:lnTo>
                    <a:pt x="1361220" y="33342"/>
                  </a:lnTo>
                  <a:lnTo>
                    <a:pt x="1379458" y="33055"/>
                  </a:lnTo>
                  <a:lnTo>
                    <a:pt x="1385186" y="32978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63" y="22"/>
                  </a:lnTo>
                  <a:lnTo>
                    <a:pt x="1372568" y="181"/>
                  </a:lnTo>
                  <a:lnTo>
                    <a:pt x="1347323" y="614"/>
                  </a:lnTo>
                  <a:lnTo>
                    <a:pt x="1308738" y="1414"/>
                  </a:lnTo>
                  <a:lnTo>
                    <a:pt x="1261939" y="2613"/>
                  </a:lnTo>
                  <a:lnTo>
                    <a:pt x="1212921" y="4201"/>
                  </a:lnTo>
                  <a:lnTo>
                    <a:pt x="1165786" y="6175"/>
                  </a:lnTo>
                  <a:lnTo>
                    <a:pt x="1122060" y="8571"/>
                  </a:lnTo>
                  <a:lnTo>
                    <a:pt x="1081336" y="11477"/>
                  </a:lnTo>
                  <a:lnTo>
                    <a:pt x="1042147" y="15024"/>
                  </a:lnTo>
                  <a:lnTo>
                    <a:pt x="1002662" y="19363"/>
                  </a:lnTo>
                  <a:lnTo>
                    <a:pt x="981363" y="21983"/>
                  </a:lnTo>
                  <a:lnTo>
                    <a:pt x="946042" y="26664"/>
                  </a:lnTo>
                  <a:lnTo>
                    <a:pt x="908557" y="31988"/>
                  </a:lnTo>
                  <a:lnTo>
                    <a:pt x="868631" y="37952"/>
                  </a:lnTo>
                  <a:lnTo>
                    <a:pt x="826284" y="44507"/>
                  </a:lnTo>
                  <a:lnTo>
                    <a:pt x="781821" y="51560"/>
                  </a:lnTo>
                  <a:lnTo>
                    <a:pt x="735807" y="58968"/>
                  </a:lnTo>
                  <a:lnTo>
                    <a:pt x="689001" y="66555"/>
                  </a:lnTo>
                  <a:lnTo>
                    <a:pt x="642265" y="74127"/>
                  </a:lnTo>
                  <a:lnTo>
                    <a:pt x="596451" y="81490"/>
                  </a:lnTo>
                  <a:lnTo>
                    <a:pt x="552292" y="88472"/>
                  </a:lnTo>
                  <a:lnTo>
                    <a:pt x="510316" y="94939"/>
                  </a:lnTo>
                  <a:lnTo>
                    <a:pt x="470784" y="100803"/>
                  </a:lnTo>
                  <a:lnTo>
                    <a:pt x="433670" y="106024"/>
                  </a:lnTo>
                  <a:lnTo>
                    <a:pt x="404090" y="109919"/>
                  </a:lnTo>
                  <a:lnTo>
                    <a:pt x="363794" y="114717"/>
                  </a:lnTo>
                  <a:lnTo>
                    <a:pt x="324677" y="118661"/>
                  </a:lnTo>
                  <a:lnTo>
                    <a:pt x="284976" y="121883"/>
                  </a:lnTo>
                  <a:lnTo>
                    <a:pt x="242956" y="124532"/>
                  </a:lnTo>
                  <a:lnTo>
                    <a:pt x="197556" y="126718"/>
                  </a:lnTo>
                  <a:lnTo>
                    <a:pt x="149179" y="128507"/>
                  </a:lnTo>
                  <a:lnTo>
                    <a:pt x="100553" y="129911"/>
                  </a:lnTo>
                  <a:lnTo>
                    <a:pt x="56894" y="130919"/>
                  </a:lnTo>
                  <a:lnTo>
                    <a:pt x="24234" y="131536"/>
                  </a:lnTo>
                  <a:lnTo>
                    <a:pt x="5995" y="131823"/>
                  </a:lnTo>
                  <a:lnTo>
                    <a:pt x="268" y="131899"/>
                  </a:lnTo>
                  <a:lnTo>
                    <a:pt x="0" y="131902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2050472" y="6567341"/>
              <a:ext cx="1385454" cy="263805"/>
            </a:xfrm>
            <a:custGeom>
              <a:avLst/>
              <a:pathLst>
                <a:path w="1385454" h="263805">
                  <a:moveTo>
                    <a:pt x="0" y="263805"/>
                  </a:moveTo>
                  <a:lnTo>
                    <a:pt x="1783" y="263767"/>
                  </a:lnTo>
                  <a:lnTo>
                    <a:pt x="12831" y="263489"/>
                  </a:lnTo>
                  <a:lnTo>
                    <a:pt x="37983" y="262735"/>
                  </a:lnTo>
                  <a:lnTo>
                    <a:pt x="76450" y="261341"/>
                  </a:lnTo>
                  <a:lnTo>
                    <a:pt x="123145" y="259250"/>
                  </a:lnTo>
                  <a:lnTo>
                    <a:pt x="172091" y="256481"/>
                  </a:lnTo>
                  <a:lnTo>
                    <a:pt x="219185" y="253039"/>
                  </a:lnTo>
                  <a:lnTo>
                    <a:pt x="262884" y="248861"/>
                  </a:lnTo>
                  <a:lnTo>
                    <a:pt x="303576" y="243797"/>
                  </a:lnTo>
                  <a:lnTo>
                    <a:pt x="342715" y="237616"/>
                  </a:lnTo>
                  <a:lnTo>
                    <a:pt x="382121" y="230058"/>
                  </a:lnTo>
                  <a:lnTo>
                    <a:pt x="404090" y="225334"/>
                  </a:lnTo>
                  <a:lnTo>
                    <a:pt x="438999" y="217242"/>
                  </a:lnTo>
                  <a:lnTo>
                    <a:pt x="476018" y="208050"/>
                  </a:lnTo>
                  <a:lnTo>
                    <a:pt x="515420" y="197763"/>
                  </a:lnTo>
                  <a:lnTo>
                    <a:pt x="557196" y="186458"/>
                  </a:lnTo>
                  <a:lnTo>
                    <a:pt x="601059" y="174295"/>
                  </a:lnTo>
                  <a:lnTo>
                    <a:pt x="646475" y="161508"/>
                  </a:lnTo>
                  <a:lnTo>
                    <a:pt x="692720" y="148392"/>
                  </a:lnTo>
                  <a:lnTo>
                    <a:pt x="738966" y="135276"/>
                  </a:lnTo>
                  <a:lnTo>
                    <a:pt x="784382" y="122489"/>
                  </a:lnTo>
                  <a:lnTo>
                    <a:pt x="828246" y="110326"/>
                  </a:lnTo>
                  <a:lnTo>
                    <a:pt x="870022" y="99021"/>
                  </a:lnTo>
                  <a:lnTo>
                    <a:pt x="909425" y="88734"/>
                  </a:lnTo>
                  <a:lnTo>
                    <a:pt x="946444" y="79541"/>
                  </a:lnTo>
                  <a:lnTo>
                    <a:pt x="981363" y="71447"/>
                  </a:lnTo>
                  <a:lnTo>
                    <a:pt x="1021599" y="63061"/>
                  </a:lnTo>
                  <a:lnTo>
                    <a:pt x="1060658" y="56167"/>
                  </a:lnTo>
                  <a:lnTo>
                    <a:pt x="1100293" y="50532"/>
                  </a:lnTo>
                  <a:lnTo>
                    <a:pt x="1142233" y="45900"/>
                  </a:lnTo>
                  <a:lnTo>
                    <a:pt x="1187541" y="42073"/>
                  </a:lnTo>
                  <a:lnTo>
                    <a:pt x="1235827" y="38943"/>
                  </a:lnTo>
                  <a:lnTo>
                    <a:pt x="1284400" y="36483"/>
                  </a:lnTo>
                  <a:lnTo>
                    <a:pt x="1328085" y="34713"/>
                  </a:lnTo>
                  <a:lnTo>
                    <a:pt x="1360869" y="33627"/>
                  </a:lnTo>
                  <a:lnTo>
                    <a:pt x="1379287" y="33119"/>
                  </a:lnTo>
                  <a:lnTo>
                    <a:pt x="1385160" y="32981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670" y="38"/>
                  </a:lnTo>
                  <a:lnTo>
                    <a:pt x="1372622" y="316"/>
                  </a:lnTo>
                  <a:lnTo>
                    <a:pt x="1347471" y="1070"/>
                  </a:lnTo>
                  <a:lnTo>
                    <a:pt x="1309003" y="2464"/>
                  </a:lnTo>
                  <a:lnTo>
                    <a:pt x="1262309" y="4554"/>
                  </a:lnTo>
                  <a:lnTo>
                    <a:pt x="1213363" y="7324"/>
                  </a:lnTo>
                  <a:lnTo>
                    <a:pt x="1166269" y="10766"/>
                  </a:lnTo>
                  <a:lnTo>
                    <a:pt x="1122570" y="14944"/>
                  </a:lnTo>
                  <a:lnTo>
                    <a:pt x="1081877" y="20008"/>
                  </a:lnTo>
                  <a:lnTo>
                    <a:pt x="1042738" y="26189"/>
                  </a:lnTo>
                  <a:lnTo>
                    <a:pt x="1003332" y="33747"/>
                  </a:lnTo>
                  <a:lnTo>
                    <a:pt x="981363" y="38471"/>
                  </a:lnTo>
                  <a:lnTo>
                    <a:pt x="946454" y="46563"/>
                  </a:lnTo>
                  <a:lnTo>
                    <a:pt x="909435" y="55755"/>
                  </a:lnTo>
                  <a:lnTo>
                    <a:pt x="870033" y="66042"/>
                  </a:lnTo>
                  <a:lnTo>
                    <a:pt x="828258" y="77346"/>
                  </a:lnTo>
                  <a:lnTo>
                    <a:pt x="784395" y="89509"/>
                  </a:lnTo>
                  <a:lnTo>
                    <a:pt x="738979" y="102297"/>
                  </a:lnTo>
                  <a:lnTo>
                    <a:pt x="692733" y="115413"/>
                  </a:lnTo>
                  <a:lnTo>
                    <a:pt x="646488" y="128529"/>
                  </a:lnTo>
                  <a:lnTo>
                    <a:pt x="601071" y="141316"/>
                  </a:lnTo>
                  <a:lnTo>
                    <a:pt x="557208" y="153479"/>
                  </a:lnTo>
                  <a:lnTo>
                    <a:pt x="515432" y="164784"/>
                  </a:lnTo>
                  <a:lnTo>
                    <a:pt x="476029" y="175071"/>
                  </a:lnTo>
                  <a:lnTo>
                    <a:pt x="439009" y="184263"/>
                  </a:lnTo>
                  <a:lnTo>
                    <a:pt x="404090" y="192358"/>
                  </a:lnTo>
                  <a:lnTo>
                    <a:pt x="363854" y="200744"/>
                  </a:lnTo>
                  <a:lnTo>
                    <a:pt x="324796" y="207638"/>
                  </a:lnTo>
                  <a:lnTo>
                    <a:pt x="285161" y="213273"/>
                  </a:lnTo>
                  <a:lnTo>
                    <a:pt x="243220" y="217905"/>
                  </a:lnTo>
                  <a:lnTo>
                    <a:pt x="197913" y="221731"/>
                  </a:lnTo>
                  <a:lnTo>
                    <a:pt x="149627" y="224862"/>
                  </a:lnTo>
                  <a:lnTo>
                    <a:pt x="101054" y="227322"/>
                  </a:lnTo>
                  <a:lnTo>
                    <a:pt x="57368" y="229092"/>
                  </a:lnTo>
                  <a:lnTo>
                    <a:pt x="24585" y="230178"/>
                  </a:lnTo>
                  <a:lnTo>
                    <a:pt x="6166" y="230686"/>
                  </a:lnTo>
                  <a:lnTo>
                    <a:pt x="294" y="230824"/>
                  </a:lnTo>
                  <a:lnTo>
                    <a:pt x="0" y="23083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2050472" y="5380214"/>
              <a:ext cx="1385454" cy="1352004"/>
            </a:xfrm>
            <a:custGeom>
              <a:avLst/>
              <a:pathLst>
                <a:path w="1385454" h="1352004">
                  <a:moveTo>
                    <a:pt x="0" y="1352004"/>
                  </a:moveTo>
                  <a:lnTo>
                    <a:pt x="1487" y="1351822"/>
                  </a:lnTo>
                  <a:lnTo>
                    <a:pt x="10785" y="1350507"/>
                  </a:lnTo>
                  <a:lnTo>
                    <a:pt x="32319" y="1346925"/>
                  </a:lnTo>
                  <a:lnTo>
                    <a:pt x="66127" y="1340216"/>
                  </a:lnTo>
                  <a:lnTo>
                    <a:pt x="108494" y="1330015"/>
                  </a:lnTo>
                  <a:lnTo>
                    <a:pt x="154337" y="1316350"/>
                  </a:lnTo>
                  <a:lnTo>
                    <a:pt x="199573" y="1299312"/>
                  </a:lnTo>
                  <a:lnTo>
                    <a:pt x="242118" y="1278756"/>
                  </a:lnTo>
                  <a:lnTo>
                    <a:pt x="281668" y="1254161"/>
                  </a:lnTo>
                  <a:lnTo>
                    <a:pt x="319067" y="1224614"/>
                  </a:lnTo>
                  <a:lnTo>
                    <a:pt x="355717" y="1188915"/>
                  </a:lnTo>
                  <a:lnTo>
                    <a:pt x="393117" y="1145880"/>
                  </a:lnTo>
                  <a:lnTo>
                    <a:pt x="404090" y="1132166"/>
                  </a:lnTo>
                  <a:lnTo>
                    <a:pt x="430220" y="1097894"/>
                  </a:lnTo>
                  <a:lnTo>
                    <a:pt x="457490" y="1060075"/>
                  </a:lnTo>
                  <a:lnTo>
                    <a:pt x="486063" y="1018658"/>
                  </a:lnTo>
                  <a:lnTo>
                    <a:pt x="516010" y="973720"/>
                  </a:lnTo>
                  <a:lnTo>
                    <a:pt x="547309" y="925477"/>
                  </a:lnTo>
                  <a:lnTo>
                    <a:pt x="579850" y="874295"/>
                  </a:lnTo>
                  <a:lnTo>
                    <a:pt x="613438" y="820687"/>
                  </a:lnTo>
                  <a:lnTo>
                    <a:pt x="647809" y="765293"/>
                  </a:lnTo>
                  <a:lnTo>
                    <a:pt x="682639" y="708858"/>
                  </a:lnTo>
                  <a:lnTo>
                    <a:pt x="717574" y="652186"/>
                  </a:lnTo>
                  <a:lnTo>
                    <a:pt x="752251" y="596096"/>
                  </a:lnTo>
                  <a:lnTo>
                    <a:pt x="786328" y="541371"/>
                  </a:lnTo>
                  <a:lnTo>
                    <a:pt x="819502" y="488717"/>
                  </a:lnTo>
                  <a:lnTo>
                    <a:pt x="851537" y="438724"/>
                  </a:lnTo>
                  <a:lnTo>
                    <a:pt x="882273" y="391842"/>
                  </a:lnTo>
                  <a:lnTo>
                    <a:pt x="911636" y="348374"/>
                  </a:lnTo>
                  <a:lnTo>
                    <a:pt x="939645" y="308477"/>
                  </a:lnTo>
                  <a:lnTo>
                    <a:pt x="966407" y="272170"/>
                  </a:lnTo>
                  <a:lnTo>
                    <a:pt x="981363" y="252813"/>
                  </a:lnTo>
                  <a:lnTo>
                    <a:pt x="1019208" y="207547"/>
                  </a:lnTo>
                  <a:lnTo>
                    <a:pt x="1055927" y="169863"/>
                  </a:lnTo>
                  <a:lnTo>
                    <a:pt x="1092956" y="138691"/>
                  </a:lnTo>
                  <a:lnTo>
                    <a:pt x="1131773" y="112792"/>
                  </a:lnTo>
                  <a:lnTo>
                    <a:pt x="1173433" y="91156"/>
                  </a:lnTo>
                  <a:lnTo>
                    <a:pt x="1218025" y="73144"/>
                  </a:lnTo>
                  <a:lnTo>
                    <a:pt x="1264029" y="58514"/>
                  </a:lnTo>
                  <a:lnTo>
                    <a:pt x="1307897" y="47313"/>
                  </a:lnTo>
                  <a:lnTo>
                    <a:pt x="1344637" y="39624"/>
                  </a:lnTo>
                  <a:lnTo>
                    <a:pt x="1369862" y="35218"/>
                  </a:lnTo>
                  <a:lnTo>
                    <a:pt x="1382380" y="33366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967" y="182"/>
                  </a:lnTo>
                  <a:lnTo>
                    <a:pt x="1374669" y="1497"/>
                  </a:lnTo>
                  <a:lnTo>
                    <a:pt x="1353134" y="5079"/>
                  </a:lnTo>
                  <a:lnTo>
                    <a:pt x="1319326" y="11788"/>
                  </a:lnTo>
                  <a:lnTo>
                    <a:pt x="1276959" y="21989"/>
                  </a:lnTo>
                  <a:lnTo>
                    <a:pt x="1231117" y="35654"/>
                  </a:lnTo>
                  <a:lnTo>
                    <a:pt x="1185880" y="52692"/>
                  </a:lnTo>
                  <a:lnTo>
                    <a:pt x="1143336" y="73248"/>
                  </a:lnTo>
                  <a:lnTo>
                    <a:pt x="1103785" y="97843"/>
                  </a:lnTo>
                  <a:lnTo>
                    <a:pt x="1066387" y="127390"/>
                  </a:lnTo>
                  <a:lnTo>
                    <a:pt x="1029737" y="163089"/>
                  </a:lnTo>
                  <a:lnTo>
                    <a:pt x="992336" y="206124"/>
                  </a:lnTo>
                  <a:lnTo>
                    <a:pt x="981363" y="219838"/>
                  </a:lnTo>
                  <a:lnTo>
                    <a:pt x="955234" y="254110"/>
                  </a:lnTo>
                  <a:lnTo>
                    <a:pt x="927964" y="291929"/>
                  </a:lnTo>
                  <a:lnTo>
                    <a:pt x="899391" y="333346"/>
                  </a:lnTo>
                  <a:lnTo>
                    <a:pt x="869444" y="378284"/>
                  </a:lnTo>
                  <a:lnTo>
                    <a:pt x="838145" y="426527"/>
                  </a:lnTo>
                  <a:lnTo>
                    <a:pt x="805604" y="477709"/>
                  </a:lnTo>
                  <a:lnTo>
                    <a:pt x="772015" y="531317"/>
                  </a:lnTo>
                  <a:lnTo>
                    <a:pt x="737645" y="586711"/>
                  </a:lnTo>
                  <a:lnTo>
                    <a:pt x="702815" y="643146"/>
                  </a:lnTo>
                  <a:lnTo>
                    <a:pt x="667880" y="699818"/>
                  </a:lnTo>
                  <a:lnTo>
                    <a:pt x="633202" y="755908"/>
                  </a:lnTo>
                  <a:lnTo>
                    <a:pt x="599126" y="810633"/>
                  </a:lnTo>
                  <a:lnTo>
                    <a:pt x="565951" y="863287"/>
                  </a:lnTo>
                  <a:lnTo>
                    <a:pt x="533917" y="913280"/>
                  </a:lnTo>
                  <a:lnTo>
                    <a:pt x="503181" y="960162"/>
                  </a:lnTo>
                  <a:lnTo>
                    <a:pt x="473817" y="1003630"/>
                  </a:lnTo>
                  <a:lnTo>
                    <a:pt x="445809" y="1043527"/>
                  </a:lnTo>
                  <a:lnTo>
                    <a:pt x="419046" y="1079834"/>
                  </a:lnTo>
                  <a:lnTo>
                    <a:pt x="404090" y="1099191"/>
                  </a:lnTo>
                  <a:lnTo>
                    <a:pt x="366245" y="1144457"/>
                  </a:lnTo>
                  <a:lnTo>
                    <a:pt x="329526" y="1182141"/>
                  </a:lnTo>
                  <a:lnTo>
                    <a:pt x="292497" y="1213313"/>
                  </a:lnTo>
                  <a:lnTo>
                    <a:pt x="253680" y="1239212"/>
                  </a:lnTo>
                  <a:lnTo>
                    <a:pt x="212021" y="1260848"/>
                  </a:lnTo>
                  <a:lnTo>
                    <a:pt x="167428" y="1278860"/>
                  </a:lnTo>
                  <a:lnTo>
                    <a:pt x="121424" y="1293490"/>
                  </a:lnTo>
                  <a:lnTo>
                    <a:pt x="77557" y="1304691"/>
                  </a:lnTo>
                  <a:lnTo>
                    <a:pt x="40817" y="1312380"/>
                  </a:lnTo>
                  <a:lnTo>
                    <a:pt x="15592" y="1316786"/>
                  </a:lnTo>
                  <a:lnTo>
                    <a:pt x="3073" y="1318638"/>
                  </a:lnTo>
                  <a:lnTo>
                    <a:pt x="0" y="1319029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2050472" y="5413190"/>
              <a:ext cx="1385454" cy="1352004"/>
            </a:xfrm>
            <a:custGeom>
              <a:avLst/>
              <a:pathLst>
                <a:path w="1385454" h="1352004">
                  <a:moveTo>
                    <a:pt x="0" y="1352004"/>
                  </a:moveTo>
                  <a:lnTo>
                    <a:pt x="1487" y="1351822"/>
                  </a:lnTo>
                  <a:lnTo>
                    <a:pt x="10785" y="1350507"/>
                  </a:lnTo>
                  <a:lnTo>
                    <a:pt x="32319" y="1346925"/>
                  </a:lnTo>
                  <a:lnTo>
                    <a:pt x="66127" y="1340216"/>
                  </a:lnTo>
                  <a:lnTo>
                    <a:pt x="108494" y="1330015"/>
                  </a:lnTo>
                  <a:lnTo>
                    <a:pt x="154337" y="1316350"/>
                  </a:lnTo>
                  <a:lnTo>
                    <a:pt x="199573" y="1299312"/>
                  </a:lnTo>
                  <a:lnTo>
                    <a:pt x="242118" y="1278756"/>
                  </a:lnTo>
                  <a:lnTo>
                    <a:pt x="281668" y="1254161"/>
                  </a:lnTo>
                  <a:lnTo>
                    <a:pt x="319067" y="1224614"/>
                  </a:lnTo>
                  <a:lnTo>
                    <a:pt x="355717" y="1188915"/>
                  </a:lnTo>
                  <a:lnTo>
                    <a:pt x="393117" y="1145880"/>
                  </a:lnTo>
                  <a:lnTo>
                    <a:pt x="404090" y="1132166"/>
                  </a:lnTo>
                  <a:lnTo>
                    <a:pt x="430220" y="1097894"/>
                  </a:lnTo>
                  <a:lnTo>
                    <a:pt x="457490" y="1060075"/>
                  </a:lnTo>
                  <a:lnTo>
                    <a:pt x="486063" y="1018658"/>
                  </a:lnTo>
                  <a:lnTo>
                    <a:pt x="516010" y="973720"/>
                  </a:lnTo>
                  <a:lnTo>
                    <a:pt x="547309" y="925477"/>
                  </a:lnTo>
                  <a:lnTo>
                    <a:pt x="579850" y="874295"/>
                  </a:lnTo>
                  <a:lnTo>
                    <a:pt x="613438" y="820687"/>
                  </a:lnTo>
                  <a:lnTo>
                    <a:pt x="647809" y="765293"/>
                  </a:lnTo>
                  <a:lnTo>
                    <a:pt x="682639" y="708858"/>
                  </a:lnTo>
                  <a:lnTo>
                    <a:pt x="717574" y="652186"/>
                  </a:lnTo>
                  <a:lnTo>
                    <a:pt x="752251" y="596096"/>
                  </a:lnTo>
                  <a:lnTo>
                    <a:pt x="786328" y="541371"/>
                  </a:lnTo>
                  <a:lnTo>
                    <a:pt x="819502" y="488717"/>
                  </a:lnTo>
                  <a:lnTo>
                    <a:pt x="851537" y="438724"/>
                  </a:lnTo>
                  <a:lnTo>
                    <a:pt x="882273" y="391842"/>
                  </a:lnTo>
                  <a:lnTo>
                    <a:pt x="911636" y="348374"/>
                  </a:lnTo>
                  <a:lnTo>
                    <a:pt x="939645" y="308477"/>
                  </a:lnTo>
                  <a:lnTo>
                    <a:pt x="966407" y="272170"/>
                  </a:lnTo>
                  <a:lnTo>
                    <a:pt x="981363" y="252813"/>
                  </a:lnTo>
                  <a:lnTo>
                    <a:pt x="1019208" y="207547"/>
                  </a:lnTo>
                  <a:lnTo>
                    <a:pt x="1055927" y="169863"/>
                  </a:lnTo>
                  <a:lnTo>
                    <a:pt x="1092956" y="138691"/>
                  </a:lnTo>
                  <a:lnTo>
                    <a:pt x="1131773" y="112792"/>
                  </a:lnTo>
                  <a:lnTo>
                    <a:pt x="1173433" y="91156"/>
                  </a:lnTo>
                  <a:lnTo>
                    <a:pt x="1218025" y="73144"/>
                  </a:lnTo>
                  <a:lnTo>
                    <a:pt x="1264029" y="58514"/>
                  </a:lnTo>
                  <a:lnTo>
                    <a:pt x="1307897" y="47313"/>
                  </a:lnTo>
                  <a:lnTo>
                    <a:pt x="1344637" y="39624"/>
                  </a:lnTo>
                  <a:lnTo>
                    <a:pt x="1369862" y="35218"/>
                  </a:lnTo>
                  <a:lnTo>
                    <a:pt x="1382380" y="33366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967" y="182"/>
                  </a:lnTo>
                  <a:lnTo>
                    <a:pt x="1374669" y="1497"/>
                  </a:lnTo>
                  <a:lnTo>
                    <a:pt x="1353134" y="5079"/>
                  </a:lnTo>
                  <a:lnTo>
                    <a:pt x="1319326" y="11788"/>
                  </a:lnTo>
                  <a:lnTo>
                    <a:pt x="1276959" y="21989"/>
                  </a:lnTo>
                  <a:lnTo>
                    <a:pt x="1231117" y="35654"/>
                  </a:lnTo>
                  <a:lnTo>
                    <a:pt x="1185880" y="52692"/>
                  </a:lnTo>
                  <a:lnTo>
                    <a:pt x="1143336" y="73248"/>
                  </a:lnTo>
                  <a:lnTo>
                    <a:pt x="1103785" y="97843"/>
                  </a:lnTo>
                  <a:lnTo>
                    <a:pt x="1066387" y="127390"/>
                  </a:lnTo>
                  <a:lnTo>
                    <a:pt x="1029737" y="163089"/>
                  </a:lnTo>
                  <a:lnTo>
                    <a:pt x="992336" y="206124"/>
                  </a:lnTo>
                  <a:lnTo>
                    <a:pt x="981363" y="219838"/>
                  </a:lnTo>
                  <a:lnTo>
                    <a:pt x="955234" y="254110"/>
                  </a:lnTo>
                  <a:lnTo>
                    <a:pt x="927964" y="291929"/>
                  </a:lnTo>
                  <a:lnTo>
                    <a:pt x="899391" y="333346"/>
                  </a:lnTo>
                  <a:lnTo>
                    <a:pt x="869444" y="378284"/>
                  </a:lnTo>
                  <a:lnTo>
                    <a:pt x="838145" y="426527"/>
                  </a:lnTo>
                  <a:lnTo>
                    <a:pt x="805604" y="477709"/>
                  </a:lnTo>
                  <a:lnTo>
                    <a:pt x="772015" y="531317"/>
                  </a:lnTo>
                  <a:lnTo>
                    <a:pt x="737645" y="586711"/>
                  </a:lnTo>
                  <a:lnTo>
                    <a:pt x="702815" y="643146"/>
                  </a:lnTo>
                  <a:lnTo>
                    <a:pt x="667880" y="699818"/>
                  </a:lnTo>
                  <a:lnTo>
                    <a:pt x="633202" y="755908"/>
                  </a:lnTo>
                  <a:lnTo>
                    <a:pt x="599126" y="810633"/>
                  </a:lnTo>
                  <a:lnTo>
                    <a:pt x="565951" y="863287"/>
                  </a:lnTo>
                  <a:lnTo>
                    <a:pt x="533917" y="913280"/>
                  </a:lnTo>
                  <a:lnTo>
                    <a:pt x="503181" y="960162"/>
                  </a:lnTo>
                  <a:lnTo>
                    <a:pt x="473817" y="1003630"/>
                  </a:lnTo>
                  <a:lnTo>
                    <a:pt x="445809" y="1043527"/>
                  </a:lnTo>
                  <a:lnTo>
                    <a:pt x="419046" y="1079834"/>
                  </a:lnTo>
                  <a:lnTo>
                    <a:pt x="404090" y="1099191"/>
                  </a:lnTo>
                  <a:lnTo>
                    <a:pt x="366245" y="1144457"/>
                  </a:lnTo>
                  <a:lnTo>
                    <a:pt x="329526" y="1182141"/>
                  </a:lnTo>
                  <a:lnTo>
                    <a:pt x="292497" y="1213313"/>
                  </a:lnTo>
                  <a:lnTo>
                    <a:pt x="253680" y="1239212"/>
                  </a:lnTo>
                  <a:lnTo>
                    <a:pt x="212021" y="1260848"/>
                  </a:lnTo>
                  <a:lnTo>
                    <a:pt x="167428" y="1278860"/>
                  </a:lnTo>
                  <a:lnTo>
                    <a:pt x="121424" y="1293490"/>
                  </a:lnTo>
                  <a:lnTo>
                    <a:pt x="77557" y="1304691"/>
                  </a:lnTo>
                  <a:lnTo>
                    <a:pt x="40817" y="1312380"/>
                  </a:lnTo>
                  <a:lnTo>
                    <a:pt x="15592" y="1316786"/>
                  </a:lnTo>
                  <a:lnTo>
                    <a:pt x="3073" y="1318638"/>
                  </a:lnTo>
                  <a:lnTo>
                    <a:pt x="0" y="1319029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2050472" y="5446166"/>
              <a:ext cx="1385454" cy="1352004"/>
            </a:xfrm>
            <a:custGeom>
              <a:avLst/>
              <a:pathLst>
                <a:path w="1385454" h="1352004">
                  <a:moveTo>
                    <a:pt x="0" y="1352004"/>
                  </a:moveTo>
                  <a:lnTo>
                    <a:pt x="1487" y="1351822"/>
                  </a:lnTo>
                  <a:lnTo>
                    <a:pt x="10785" y="1350507"/>
                  </a:lnTo>
                  <a:lnTo>
                    <a:pt x="32319" y="1346925"/>
                  </a:lnTo>
                  <a:lnTo>
                    <a:pt x="66127" y="1340216"/>
                  </a:lnTo>
                  <a:lnTo>
                    <a:pt x="108494" y="1330015"/>
                  </a:lnTo>
                  <a:lnTo>
                    <a:pt x="154337" y="1316350"/>
                  </a:lnTo>
                  <a:lnTo>
                    <a:pt x="199573" y="1299312"/>
                  </a:lnTo>
                  <a:lnTo>
                    <a:pt x="242118" y="1278756"/>
                  </a:lnTo>
                  <a:lnTo>
                    <a:pt x="281668" y="1254161"/>
                  </a:lnTo>
                  <a:lnTo>
                    <a:pt x="319067" y="1224614"/>
                  </a:lnTo>
                  <a:lnTo>
                    <a:pt x="355717" y="1188915"/>
                  </a:lnTo>
                  <a:lnTo>
                    <a:pt x="393117" y="1145880"/>
                  </a:lnTo>
                  <a:lnTo>
                    <a:pt x="404090" y="1132166"/>
                  </a:lnTo>
                  <a:lnTo>
                    <a:pt x="430220" y="1097894"/>
                  </a:lnTo>
                  <a:lnTo>
                    <a:pt x="457490" y="1060075"/>
                  </a:lnTo>
                  <a:lnTo>
                    <a:pt x="486063" y="1018658"/>
                  </a:lnTo>
                  <a:lnTo>
                    <a:pt x="516010" y="973720"/>
                  </a:lnTo>
                  <a:lnTo>
                    <a:pt x="547309" y="925477"/>
                  </a:lnTo>
                  <a:lnTo>
                    <a:pt x="579850" y="874295"/>
                  </a:lnTo>
                  <a:lnTo>
                    <a:pt x="613438" y="820687"/>
                  </a:lnTo>
                  <a:lnTo>
                    <a:pt x="647809" y="765293"/>
                  </a:lnTo>
                  <a:lnTo>
                    <a:pt x="682639" y="708858"/>
                  </a:lnTo>
                  <a:lnTo>
                    <a:pt x="717574" y="652186"/>
                  </a:lnTo>
                  <a:lnTo>
                    <a:pt x="752251" y="596096"/>
                  </a:lnTo>
                  <a:lnTo>
                    <a:pt x="786328" y="541371"/>
                  </a:lnTo>
                  <a:lnTo>
                    <a:pt x="819502" y="488717"/>
                  </a:lnTo>
                  <a:lnTo>
                    <a:pt x="851537" y="438724"/>
                  </a:lnTo>
                  <a:lnTo>
                    <a:pt x="882273" y="391842"/>
                  </a:lnTo>
                  <a:lnTo>
                    <a:pt x="911636" y="348374"/>
                  </a:lnTo>
                  <a:lnTo>
                    <a:pt x="939645" y="308477"/>
                  </a:lnTo>
                  <a:lnTo>
                    <a:pt x="966407" y="272170"/>
                  </a:lnTo>
                  <a:lnTo>
                    <a:pt x="981363" y="252813"/>
                  </a:lnTo>
                  <a:lnTo>
                    <a:pt x="1019208" y="207547"/>
                  </a:lnTo>
                  <a:lnTo>
                    <a:pt x="1055927" y="169863"/>
                  </a:lnTo>
                  <a:lnTo>
                    <a:pt x="1092956" y="138691"/>
                  </a:lnTo>
                  <a:lnTo>
                    <a:pt x="1131773" y="112792"/>
                  </a:lnTo>
                  <a:lnTo>
                    <a:pt x="1173433" y="91156"/>
                  </a:lnTo>
                  <a:lnTo>
                    <a:pt x="1218025" y="73144"/>
                  </a:lnTo>
                  <a:lnTo>
                    <a:pt x="1264029" y="58514"/>
                  </a:lnTo>
                  <a:lnTo>
                    <a:pt x="1307897" y="47313"/>
                  </a:lnTo>
                  <a:lnTo>
                    <a:pt x="1344637" y="39624"/>
                  </a:lnTo>
                  <a:lnTo>
                    <a:pt x="1369862" y="35218"/>
                  </a:lnTo>
                  <a:lnTo>
                    <a:pt x="1382380" y="33366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967" y="182"/>
                  </a:lnTo>
                  <a:lnTo>
                    <a:pt x="1374669" y="1497"/>
                  </a:lnTo>
                  <a:lnTo>
                    <a:pt x="1353134" y="5079"/>
                  </a:lnTo>
                  <a:lnTo>
                    <a:pt x="1319326" y="11788"/>
                  </a:lnTo>
                  <a:lnTo>
                    <a:pt x="1276959" y="21989"/>
                  </a:lnTo>
                  <a:lnTo>
                    <a:pt x="1231117" y="35654"/>
                  </a:lnTo>
                  <a:lnTo>
                    <a:pt x="1185880" y="52692"/>
                  </a:lnTo>
                  <a:lnTo>
                    <a:pt x="1143336" y="73248"/>
                  </a:lnTo>
                  <a:lnTo>
                    <a:pt x="1103785" y="97843"/>
                  </a:lnTo>
                  <a:lnTo>
                    <a:pt x="1066387" y="127390"/>
                  </a:lnTo>
                  <a:lnTo>
                    <a:pt x="1029737" y="163089"/>
                  </a:lnTo>
                  <a:lnTo>
                    <a:pt x="992336" y="206124"/>
                  </a:lnTo>
                  <a:lnTo>
                    <a:pt x="981363" y="219838"/>
                  </a:lnTo>
                  <a:lnTo>
                    <a:pt x="955234" y="254110"/>
                  </a:lnTo>
                  <a:lnTo>
                    <a:pt x="927964" y="291929"/>
                  </a:lnTo>
                  <a:lnTo>
                    <a:pt x="899391" y="333346"/>
                  </a:lnTo>
                  <a:lnTo>
                    <a:pt x="869444" y="378284"/>
                  </a:lnTo>
                  <a:lnTo>
                    <a:pt x="838145" y="426527"/>
                  </a:lnTo>
                  <a:lnTo>
                    <a:pt x="805604" y="477709"/>
                  </a:lnTo>
                  <a:lnTo>
                    <a:pt x="772015" y="531317"/>
                  </a:lnTo>
                  <a:lnTo>
                    <a:pt x="737645" y="586711"/>
                  </a:lnTo>
                  <a:lnTo>
                    <a:pt x="702815" y="643146"/>
                  </a:lnTo>
                  <a:lnTo>
                    <a:pt x="667880" y="699818"/>
                  </a:lnTo>
                  <a:lnTo>
                    <a:pt x="633202" y="755908"/>
                  </a:lnTo>
                  <a:lnTo>
                    <a:pt x="599126" y="810633"/>
                  </a:lnTo>
                  <a:lnTo>
                    <a:pt x="565951" y="863287"/>
                  </a:lnTo>
                  <a:lnTo>
                    <a:pt x="533917" y="913280"/>
                  </a:lnTo>
                  <a:lnTo>
                    <a:pt x="503181" y="960162"/>
                  </a:lnTo>
                  <a:lnTo>
                    <a:pt x="473817" y="1003630"/>
                  </a:lnTo>
                  <a:lnTo>
                    <a:pt x="445809" y="1043527"/>
                  </a:lnTo>
                  <a:lnTo>
                    <a:pt x="419046" y="1079834"/>
                  </a:lnTo>
                  <a:lnTo>
                    <a:pt x="404090" y="1099191"/>
                  </a:lnTo>
                  <a:lnTo>
                    <a:pt x="366245" y="1144457"/>
                  </a:lnTo>
                  <a:lnTo>
                    <a:pt x="329526" y="1182141"/>
                  </a:lnTo>
                  <a:lnTo>
                    <a:pt x="292497" y="1213313"/>
                  </a:lnTo>
                  <a:lnTo>
                    <a:pt x="253680" y="1239212"/>
                  </a:lnTo>
                  <a:lnTo>
                    <a:pt x="212021" y="1260848"/>
                  </a:lnTo>
                  <a:lnTo>
                    <a:pt x="167428" y="1278860"/>
                  </a:lnTo>
                  <a:lnTo>
                    <a:pt x="121424" y="1293490"/>
                  </a:lnTo>
                  <a:lnTo>
                    <a:pt x="77557" y="1304691"/>
                  </a:lnTo>
                  <a:lnTo>
                    <a:pt x="40817" y="1312380"/>
                  </a:lnTo>
                  <a:lnTo>
                    <a:pt x="15592" y="1316786"/>
                  </a:lnTo>
                  <a:lnTo>
                    <a:pt x="3073" y="1318638"/>
                  </a:lnTo>
                  <a:lnTo>
                    <a:pt x="0" y="1319029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2050472" y="5479141"/>
              <a:ext cx="1385454" cy="1384980"/>
            </a:xfrm>
            <a:custGeom>
              <a:avLst/>
              <a:pathLst>
                <a:path w="1385454" h="1384980">
                  <a:moveTo>
                    <a:pt x="0" y="1384980"/>
                  </a:moveTo>
                  <a:lnTo>
                    <a:pt x="1474" y="1384795"/>
                  </a:lnTo>
                  <a:lnTo>
                    <a:pt x="10699" y="1383459"/>
                  </a:lnTo>
                  <a:lnTo>
                    <a:pt x="32078" y="1379818"/>
                  </a:lnTo>
                  <a:lnTo>
                    <a:pt x="65681" y="1372996"/>
                  </a:lnTo>
                  <a:lnTo>
                    <a:pt x="107850" y="1362617"/>
                  </a:lnTo>
                  <a:lnTo>
                    <a:pt x="153544" y="1348705"/>
                  </a:lnTo>
                  <a:lnTo>
                    <a:pt x="198687" y="1331355"/>
                  </a:lnTo>
                  <a:lnTo>
                    <a:pt x="241176" y="1310428"/>
                  </a:lnTo>
                  <a:lnTo>
                    <a:pt x="280679" y="1285401"/>
                  </a:lnTo>
                  <a:lnTo>
                    <a:pt x="318011" y="1255356"/>
                  </a:lnTo>
                  <a:lnTo>
                    <a:pt x="354556" y="1219078"/>
                  </a:lnTo>
                  <a:lnTo>
                    <a:pt x="391803" y="1175356"/>
                  </a:lnTo>
                  <a:lnTo>
                    <a:pt x="404090" y="1159646"/>
                  </a:lnTo>
                  <a:lnTo>
                    <a:pt x="429989" y="1124837"/>
                  </a:lnTo>
                  <a:lnTo>
                    <a:pt x="457007" y="1086455"/>
                  </a:lnTo>
                  <a:lnTo>
                    <a:pt x="485304" y="1044449"/>
                  </a:lnTo>
                  <a:lnTo>
                    <a:pt x="514950" y="998891"/>
                  </a:lnTo>
                  <a:lnTo>
                    <a:pt x="545928" y="949995"/>
                  </a:lnTo>
                  <a:lnTo>
                    <a:pt x="578132" y="898118"/>
                  </a:lnTo>
                  <a:lnTo>
                    <a:pt x="611378" y="843767"/>
                  </a:lnTo>
                  <a:lnTo>
                    <a:pt x="645410" y="787576"/>
                  </a:lnTo>
                  <a:lnTo>
                    <a:pt x="679917" y="730280"/>
                  </a:lnTo>
                  <a:lnTo>
                    <a:pt x="714556" y="672682"/>
                  </a:lnTo>
                  <a:lnTo>
                    <a:pt x="748971" y="615599"/>
                  </a:lnTo>
                  <a:lnTo>
                    <a:pt x="782826" y="559819"/>
                  </a:lnTo>
                  <a:lnTo>
                    <a:pt x="815823" y="506057"/>
                  </a:lnTo>
                  <a:lnTo>
                    <a:pt x="847723" y="454914"/>
                  </a:lnTo>
                  <a:lnTo>
                    <a:pt x="878360" y="406859"/>
                  </a:lnTo>
                  <a:lnTo>
                    <a:pt x="907653" y="362212"/>
                  </a:lnTo>
                  <a:lnTo>
                    <a:pt x="935606" y="321149"/>
                  </a:lnTo>
                  <a:lnTo>
                    <a:pt x="962313" y="283708"/>
                  </a:lnTo>
                  <a:lnTo>
                    <a:pt x="981363" y="258309"/>
                  </a:lnTo>
                  <a:lnTo>
                    <a:pt x="1019102" y="212033"/>
                  </a:lnTo>
                  <a:lnTo>
                    <a:pt x="1055717" y="173486"/>
                  </a:lnTo>
                  <a:lnTo>
                    <a:pt x="1092632" y="141584"/>
                  </a:lnTo>
                  <a:lnTo>
                    <a:pt x="1131313" y="115066"/>
                  </a:lnTo>
                  <a:lnTo>
                    <a:pt x="1172813" y="92901"/>
                  </a:lnTo>
                  <a:lnTo>
                    <a:pt x="1217239" y="74437"/>
                  </a:lnTo>
                  <a:lnTo>
                    <a:pt x="1263111" y="59419"/>
                  </a:lnTo>
                  <a:lnTo>
                    <a:pt x="1306950" y="47895"/>
                  </a:lnTo>
                  <a:lnTo>
                    <a:pt x="1343819" y="39949"/>
                  </a:lnTo>
                  <a:lnTo>
                    <a:pt x="1369320" y="35362"/>
                  </a:lnTo>
                  <a:lnTo>
                    <a:pt x="1382158" y="33407"/>
                  </a:lnTo>
                  <a:lnTo>
                    <a:pt x="1385454" y="32975"/>
                  </a:lnTo>
                  <a:lnTo>
                    <a:pt x="1385454" y="0"/>
                  </a:lnTo>
                  <a:lnTo>
                    <a:pt x="1383979" y="185"/>
                  </a:lnTo>
                  <a:lnTo>
                    <a:pt x="1374755" y="1521"/>
                  </a:lnTo>
                  <a:lnTo>
                    <a:pt x="1353375" y="5162"/>
                  </a:lnTo>
                  <a:lnTo>
                    <a:pt x="1319773" y="11984"/>
                  </a:lnTo>
                  <a:lnTo>
                    <a:pt x="1277603" y="22363"/>
                  </a:lnTo>
                  <a:lnTo>
                    <a:pt x="1231910" y="36275"/>
                  </a:lnTo>
                  <a:lnTo>
                    <a:pt x="1186766" y="53624"/>
                  </a:lnTo>
                  <a:lnTo>
                    <a:pt x="1144277" y="74551"/>
                  </a:lnTo>
                  <a:lnTo>
                    <a:pt x="1104774" y="99578"/>
                  </a:lnTo>
                  <a:lnTo>
                    <a:pt x="1067442" y="129624"/>
                  </a:lnTo>
                  <a:lnTo>
                    <a:pt x="1030898" y="165902"/>
                  </a:lnTo>
                  <a:lnTo>
                    <a:pt x="993651" y="209624"/>
                  </a:lnTo>
                  <a:lnTo>
                    <a:pt x="981363" y="225334"/>
                  </a:lnTo>
                  <a:lnTo>
                    <a:pt x="955465" y="260143"/>
                  </a:lnTo>
                  <a:lnTo>
                    <a:pt x="928447" y="298525"/>
                  </a:lnTo>
                  <a:lnTo>
                    <a:pt x="900150" y="340531"/>
                  </a:lnTo>
                  <a:lnTo>
                    <a:pt x="870503" y="386088"/>
                  </a:lnTo>
                  <a:lnTo>
                    <a:pt x="839526" y="434985"/>
                  </a:lnTo>
                  <a:lnTo>
                    <a:pt x="807321" y="486861"/>
                  </a:lnTo>
                  <a:lnTo>
                    <a:pt x="774075" y="541212"/>
                  </a:lnTo>
                  <a:lnTo>
                    <a:pt x="740043" y="597404"/>
                  </a:lnTo>
                  <a:lnTo>
                    <a:pt x="705536" y="654700"/>
                  </a:lnTo>
                  <a:lnTo>
                    <a:pt x="670898" y="712298"/>
                  </a:lnTo>
                  <a:lnTo>
                    <a:pt x="636482" y="769381"/>
                  </a:lnTo>
                  <a:lnTo>
                    <a:pt x="602627" y="825161"/>
                  </a:lnTo>
                  <a:lnTo>
                    <a:pt x="569631" y="878923"/>
                  </a:lnTo>
                  <a:lnTo>
                    <a:pt x="537731" y="930066"/>
                  </a:lnTo>
                  <a:lnTo>
                    <a:pt x="507094" y="978121"/>
                  </a:lnTo>
                  <a:lnTo>
                    <a:pt x="477801" y="1022767"/>
                  </a:lnTo>
                  <a:lnTo>
                    <a:pt x="449848" y="1063831"/>
                  </a:lnTo>
                  <a:lnTo>
                    <a:pt x="423140" y="1101272"/>
                  </a:lnTo>
                  <a:lnTo>
                    <a:pt x="404090" y="1126670"/>
                  </a:lnTo>
                  <a:lnTo>
                    <a:pt x="366351" y="1172947"/>
                  </a:lnTo>
                  <a:lnTo>
                    <a:pt x="329737" y="1211494"/>
                  </a:lnTo>
                  <a:lnTo>
                    <a:pt x="292822" y="1243396"/>
                  </a:lnTo>
                  <a:lnTo>
                    <a:pt x="254141" y="1269914"/>
                  </a:lnTo>
                  <a:lnTo>
                    <a:pt x="212641" y="1292079"/>
                  </a:lnTo>
                  <a:lnTo>
                    <a:pt x="168215" y="1310543"/>
                  </a:lnTo>
                  <a:lnTo>
                    <a:pt x="122343" y="1325560"/>
                  </a:lnTo>
                  <a:lnTo>
                    <a:pt x="78504" y="1337085"/>
                  </a:lnTo>
                  <a:lnTo>
                    <a:pt x="41635" y="1345031"/>
                  </a:lnTo>
                  <a:lnTo>
                    <a:pt x="16134" y="1349618"/>
                  </a:lnTo>
                  <a:lnTo>
                    <a:pt x="3295" y="1351573"/>
                  </a:lnTo>
                  <a:lnTo>
                    <a:pt x="0" y="1352004"/>
                  </a:lnTo>
                  <a:close/>
                </a:path>
              </a:pathLst>
            </a:custGeom>
            <a:solidFill>
              <a:srgbClr val="9C27B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1357745" y="6831146"/>
              <a:ext cx="692727" cy="32975"/>
            </a:xfrm>
            <a:custGeom>
              <a:avLst/>
              <a:pathLst>
                <a:path w="692727" h="32975">
                  <a:moveTo>
                    <a:pt x="0" y="0"/>
                  </a:moveTo>
                  <a:lnTo>
                    <a:pt x="692727" y="0"/>
                  </a:lnTo>
                  <a:lnTo>
                    <a:pt x="692727" y="32975"/>
                  </a:lnTo>
                  <a:lnTo>
                    <a:pt x="0" y="32975"/>
                  </a:lnTo>
                  <a:close/>
                </a:path>
              </a:pathLst>
            </a:custGeom>
            <a:solidFill>
              <a:srgbClr val="9C27B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1357745" y="6699243"/>
              <a:ext cx="692727" cy="131902"/>
            </a:xfrm>
            <a:custGeom>
              <a:avLst/>
              <a:pathLst>
                <a:path w="692727" h="131902">
                  <a:moveTo>
                    <a:pt x="0" y="0"/>
                  </a:moveTo>
                  <a:lnTo>
                    <a:pt x="692727" y="0"/>
                  </a:lnTo>
                  <a:lnTo>
                    <a:pt x="692727" y="131902"/>
                  </a:lnTo>
                  <a:lnTo>
                    <a:pt x="0" y="131902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1357745" y="6402462"/>
              <a:ext cx="692727" cy="296781"/>
            </a:xfrm>
            <a:custGeom>
              <a:avLst/>
              <a:pathLst>
                <a:path w="692727" h="296781">
                  <a:moveTo>
                    <a:pt x="0" y="0"/>
                  </a:moveTo>
                  <a:lnTo>
                    <a:pt x="692727" y="0"/>
                  </a:lnTo>
                  <a:lnTo>
                    <a:pt x="692727" y="296781"/>
                  </a:lnTo>
                  <a:lnTo>
                    <a:pt x="0" y="296781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1357745" y="2148593"/>
              <a:ext cx="692727" cy="4253869"/>
            </a:xfrm>
            <a:custGeom>
              <a:avLst/>
              <a:pathLst>
                <a:path w="692727" h="4253869">
                  <a:moveTo>
                    <a:pt x="0" y="0"/>
                  </a:moveTo>
                  <a:lnTo>
                    <a:pt x="692727" y="0"/>
                  </a:lnTo>
                  <a:lnTo>
                    <a:pt x="692727" y="4253869"/>
                  </a:lnTo>
                  <a:lnTo>
                    <a:pt x="0" y="4253869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3435927" y="6798171"/>
              <a:ext cx="692727" cy="65951"/>
            </a:xfrm>
            <a:custGeom>
              <a:avLst/>
              <a:pathLst>
                <a:path w="692727" h="65951">
                  <a:moveTo>
                    <a:pt x="0" y="0"/>
                  </a:moveTo>
                  <a:lnTo>
                    <a:pt x="692727" y="0"/>
                  </a:lnTo>
                  <a:lnTo>
                    <a:pt x="692727" y="65951"/>
                  </a:lnTo>
                  <a:lnTo>
                    <a:pt x="0" y="65951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3435927" y="6600316"/>
              <a:ext cx="692727" cy="197854"/>
            </a:xfrm>
            <a:custGeom>
              <a:avLst/>
              <a:pathLst>
                <a:path w="692727" h="197854">
                  <a:moveTo>
                    <a:pt x="0" y="0"/>
                  </a:moveTo>
                  <a:lnTo>
                    <a:pt x="692727" y="0"/>
                  </a:lnTo>
                  <a:lnTo>
                    <a:pt x="692727" y="197854"/>
                  </a:lnTo>
                  <a:lnTo>
                    <a:pt x="0" y="197854"/>
                  </a:lnTo>
                  <a:close/>
                </a:path>
              </a:pathLst>
            </a:custGeom>
            <a:solidFill>
              <a:srgbClr val="9C27B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3435927" y="6138656"/>
              <a:ext cx="692727" cy="461660"/>
            </a:xfrm>
            <a:custGeom>
              <a:avLst/>
              <a:pathLst>
                <a:path w="692727" h="461660">
                  <a:moveTo>
                    <a:pt x="0" y="0"/>
                  </a:moveTo>
                  <a:lnTo>
                    <a:pt x="692727" y="0"/>
                  </a:lnTo>
                  <a:lnTo>
                    <a:pt x="692727" y="461660"/>
                  </a:lnTo>
                  <a:lnTo>
                    <a:pt x="0" y="461660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3435927" y="5512117"/>
              <a:ext cx="692727" cy="626538"/>
            </a:xfrm>
            <a:custGeom>
              <a:avLst/>
              <a:pathLst>
                <a:path w="692727" h="626538">
                  <a:moveTo>
                    <a:pt x="0" y="0"/>
                  </a:moveTo>
                  <a:lnTo>
                    <a:pt x="692727" y="0"/>
                  </a:lnTo>
                  <a:lnTo>
                    <a:pt x="692727" y="626538"/>
                  </a:lnTo>
                  <a:lnTo>
                    <a:pt x="0" y="626538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3435927" y="2148593"/>
              <a:ext cx="692727" cy="3363524"/>
            </a:xfrm>
            <a:custGeom>
              <a:avLst/>
              <a:pathLst>
                <a:path w="692727" h="3363524">
                  <a:moveTo>
                    <a:pt x="0" y="0"/>
                  </a:moveTo>
                  <a:lnTo>
                    <a:pt x="692727" y="0"/>
                  </a:lnTo>
                  <a:lnTo>
                    <a:pt x="692727" y="3363524"/>
                  </a:lnTo>
                  <a:lnTo>
                    <a:pt x="0" y="3363524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1499849" y="6776313"/>
              <a:ext cx="408519" cy="142641"/>
            </a:xfrm>
            <a:custGeom>
              <a:avLst/>
              <a:pathLst>
                <a:path w="408519" h="142641">
                  <a:moveTo>
                    <a:pt x="19512" y="142641"/>
                  </a:moveTo>
                  <a:lnTo>
                    <a:pt x="389006" y="142641"/>
                  </a:lnTo>
                  <a:lnTo>
                    <a:pt x="388220" y="142625"/>
                  </a:lnTo>
                  <a:lnTo>
                    <a:pt x="391358" y="142499"/>
                  </a:lnTo>
                  <a:lnTo>
                    <a:pt x="394435" y="141871"/>
                  </a:lnTo>
                  <a:lnTo>
                    <a:pt x="397371" y="140757"/>
                  </a:lnTo>
                  <a:lnTo>
                    <a:pt x="400091" y="139187"/>
                  </a:lnTo>
                  <a:lnTo>
                    <a:pt x="402523" y="137201"/>
                  </a:lnTo>
                  <a:lnTo>
                    <a:pt x="404606" y="134850"/>
                  </a:lnTo>
                  <a:lnTo>
                    <a:pt x="406284" y="132196"/>
                  </a:lnTo>
                  <a:lnTo>
                    <a:pt x="407515" y="129307"/>
                  </a:lnTo>
                  <a:lnTo>
                    <a:pt x="408266" y="126258"/>
                  </a:lnTo>
                  <a:lnTo>
                    <a:pt x="408519" y="123128"/>
                  </a:lnTo>
                  <a:lnTo>
                    <a:pt x="408519" y="19512"/>
                  </a:lnTo>
                  <a:lnTo>
                    <a:pt x="408266" y="16382"/>
                  </a:lnTo>
                  <a:lnTo>
                    <a:pt x="407515" y="13333"/>
                  </a:lnTo>
                  <a:lnTo>
                    <a:pt x="406284" y="10444"/>
                  </a:lnTo>
                  <a:lnTo>
                    <a:pt x="404606" y="7790"/>
                  </a:lnTo>
                  <a:lnTo>
                    <a:pt x="402523" y="5440"/>
                  </a:lnTo>
                  <a:lnTo>
                    <a:pt x="400091" y="3454"/>
                  </a:lnTo>
                  <a:lnTo>
                    <a:pt x="397371" y="1883"/>
                  </a:lnTo>
                  <a:lnTo>
                    <a:pt x="394435" y="770"/>
                  </a:lnTo>
                  <a:lnTo>
                    <a:pt x="391358" y="142"/>
                  </a:lnTo>
                  <a:lnTo>
                    <a:pt x="389006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tx155"/>
            <p:cNvSpPr/>
            <p:nvPr/>
          </p:nvSpPr>
          <p:spPr>
            <a:xfrm>
              <a:off x="1532370" y="6806188"/>
              <a:ext cx="343476" cy="80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156" name="pg156"/>
            <p:cNvSpPr/>
            <p:nvPr/>
          </p:nvSpPr>
          <p:spPr>
            <a:xfrm>
              <a:off x="1442603" y="6693874"/>
              <a:ext cx="523011" cy="142641"/>
            </a:xfrm>
            <a:custGeom>
              <a:avLst/>
              <a:pathLst>
                <a:path w="523011" h="142641">
                  <a:moveTo>
                    <a:pt x="19512" y="142641"/>
                  </a:moveTo>
                  <a:lnTo>
                    <a:pt x="503498" y="142641"/>
                  </a:lnTo>
                  <a:lnTo>
                    <a:pt x="502713" y="142625"/>
                  </a:lnTo>
                  <a:lnTo>
                    <a:pt x="505850" y="142499"/>
                  </a:lnTo>
                  <a:lnTo>
                    <a:pt x="508927" y="141871"/>
                  </a:lnTo>
                  <a:lnTo>
                    <a:pt x="511863" y="140757"/>
                  </a:lnTo>
                  <a:lnTo>
                    <a:pt x="514583" y="139187"/>
                  </a:lnTo>
                  <a:lnTo>
                    <a:pt x="517015" y="137201"/>
                  </a:lnTo>
                  <a:lnTo>
                    <a:pt x="519098" y="134850"/>
                  </a:lnTo>
                  <a:lnTo>
                    <a:pt x="520776" y="132196"/>
                  </a:lnTo>
                  <a:lnTo>
                    <a:pt x="522007" y="129307"/>
                  </a:lnTo>
                  <a:lnTo>
                    <a:pt x="522759" y="126258"/>
                  </a:lnTo>
                  <a:lnTo>
                    <a:pt x="523011" y="123128"/>
                  </a:lnTo>
                  <a:lnTo>
                    <a:pt x="523011" y="19512"/>
                  </a:lnTo>
                  <a:lnTo>
                    <a:pt x="522759" y="16382"/>
                  </a:lnTo>
                  <a:lnTo>
                    <a:pt x="522007" y="13333"/>
                  </a:lnTo>
                  <a:lnTo>
                    <a:pt x="520776" y="10444"/>
                  </a:lnTo>
                  <a:lnTo>
                    <a:pt x="519098" y="7790"/>
                  </a:lnTo>
                  <a:lnTo>
                    <a:pt x="517015" y="5440"/>
                  </a:lnTo>
                  <a:lnTo>
                    <a:pt x="514583" y="3454"/>
                  </a:lnTo>
                  <a:lnTo>
                    <a:pt x="511863" y="1883"/>
                  </a:lnTo>
                  <a:lnTo>
                    <a:pt x="508927" y="770"/>
                  </a:lnTo>
                  <a:lnTo>
                    <a:pt x="505850" y="142"/>
                  </a:lnTo>
                  <a:lnTo>
                    <a:pt x="503498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tx157"/>
            <p:cNvSpPr/>
            <p:nvPr/>
          </p:nvSpPr>
          <p:spPr>
            <a:xfrm>
              <a:off x="1475124" y="6725125"/>
              <a:ext cx="457968" cy="78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158" name="pg158"/>
            <p:cNvSpPr/>
            <p:nvPr/>
          </p:nvSpPr>
          <p:spPr>
            <a:xfrm>
              <a:off x="1536001" y="6479532"/>
              <a:ext cx="336214" cy="142641"/>
            </a:xfrm>
            <a:custGeom>
              <a:avLst/>
              <a:pathLst>
                <a:path w="336214" h="142641">
                  <a:moveTo>
                    <a:pt x="19512" y="142641"/>
                  </a:moveTo>
                  <a:lnTo>
                    <a:pt x="316701" y="142641"/>
                  </a:lnTo>
                  <a:lnTo>
                    <a:pt x="315915" y="142625"/>
                  </a:lnTo>
                  <a:lnTo>
                    <a:pt x="319053" y="142499"/>
                  </a:lnTo>
                  <a:lnTo>
                    <a:pt x="322130" y="141871"/>
                  </a:lnTo>
                  <a:lnTo>
                    <a:pt x="325066" y="140757"/>
                  </a:lnTo>
                  <a:lnTo>
                    <a:pt x="327785" y="139187"/>
                  </a:lnTo>
                  <a:lnTo>
                    <a:pt x="330218" y="137201"/>
                  </a:lnTo>
                  <a:lnTo>
                    <a:pt x="332300" y="134850"/>
                  </a:lnTo>
                  <a:lnTo>
                    <a:pt x="333979" y="132196"/>
                  </a:lnTo>
                  <a:lnTo>
                    <a:pt x="335210" y="129307"/>
                  </a:lnTo>
                  <a:lnTo>
                    <a:pt x="335961" y="126258"/>
                  </a:lnTo>
                  <a:lnTo>
                    <a:pt x="336214" y="123128"/>
                  </a:lnTo>
                  <a:lnTo>
                    <a:pt x="336214" y="19512"/>
                  </a:lnTo>
                  <a:lnTo>
                    <a:pt x="335961" y="16382"/>
                  </a:lnTo>
                  <a:lnTo>
                    <a:pt x="335210" y="13333"/>
                  </a:lnTo>
                  <a:lnTo>
                    <a:pt x="333979" y="10444"/>
                  </a:lnTo>
                  <a:lnTo>
                    <a:pt x="332300" y="7790"/>
                  </a:lnTo>
                  <a:lnTo>
                    <a:pt x="330218" y="5440"/>
                  </a:lnTo>
                  <a:lnTo>
                    <a:pt x="327785" y="3454"/>
                  </a:lnTo>
                  <a:lnTo>
                    <a:pt x="325066" y="1883"/>
                  </a:lnTo>
                  <a:lnTo>
                    <a:pt x="322130" y="770"/>
                  </a:lnTo>
                  <a:lnTo>
                    <a:pt x="319053" y="142"/>
                  </a:lnTo>
                  <a:lnTo>
                    <a:pt x="316701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tx159"/>
            <p:cNvSpPr/>
            <p:nvPr/>
          </p:nvSpPr>
          <p:spPr>
            <a:xfrm>
              <a:off x="1568523" y="6487916"/>
              <a:ext cx="271171" cy="1017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160" name="pg160"/>
            <p:cNvSpPr/>
            <p:nvPr/>
          </p:nvSpPr>
          <p:spPr>
            <a:xfrm>
              <a:off x="1542009" y="4204206"/>
              <a:ext cx="324198" cy="142641"/>
            </a:xfrm>
            <a:custGeom>
              <a:avLst/>
              <a:pathLst>
                <a:path w="324198" h="142641">
                  <a:moveTo>
                    <a:pt x="19512" y="142641"/>
                  </a:moveTo>
                  <a:lnTo>
                    <a:pt x="304685" y="142641"/>
                  </a:lnTo>
                  <a:lnTo>
                    <a:pt x="303900" y="142625"/>
                  </a:lnTo>
                  <a:lnTo>
                    <a:pt x="307037" y="142499"/>
                  </a:lnTo>
                  <a:lnTo>
                    <a:pt x="310114" y="141871"/>
                  </a:lnTo>
                  <a:lnTo>
                    <a:pt x="313050" y="140757"/>
                  </a:lnTo>
                  <a:lnTo>
                    <a:pt x="315770" y="139187"/>
                  </a:lnTo>
                  <a:lnTo>
                    <a:pt x="318202" y="137201"/>
                  </a:lnTo>
                  <a:lnTo>
                    <a:pt x="320285" y="134850"/>
                  </a:lnTo>
                  <a:lnTo>
                    <a:pt x="321963" y="132196"/>
                  </a:lnTo>
                  <a:lnTo>
                    <a:pt x="323194" y="129307"/>
                  </a:lnTo>
                  <a:lnTo>
                    <a:pt x="323946" y="126258"/>
                  </a:lnTo>
                  <a:lnTo>
                    <a:pt x="324198" y="123128"/>
                  </a:lnTo>
                  <a:lnTo>
                    <a:pt x="324198" y="19512"/>
                  </a:lnTo>
                  <a:lnTo>
                    <a:pt x="323946" y="16382"/>
                  </a:lnTo>
                  <a:lnTo>
                    <a:pt x="323194" y="13333"/>
                  </a:lnTo>
                  <a:lnTo>
                    <a:pt x="321963" y="10444"/>
                  </a:lnTo>
                  <a:lnTo>
                    <a:pt x="320285" y="7790"/>
                  </a:lnTo>
                  <a:lnTo>
                    <a:pt x="318202" y="5440"/>
                  </a:lnTo>
                  <a:lnTo>
                    <a:pt x="315770" y="3454"/>
                  </a:lnTo>
                  <a:lnTo>
                    <a:pt x="313050" y="1883"/>
                  </a:lnTo>
                  <a:lnTo>
                    <a:pt x="310114" y="770"/>
                  </a:lnTo>
                  <a:lnTo>
                    <a:pt x="307037" y="142"/>
                  </a:lnTo>
                  <a:lnTo>
                    <a:pt x="304685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tx161"/>
            <p:cNvSpPr/>
            <p:nvPr/>
          </p:nvSpPr>
          <p:spPr>
            <a:xfrm>
              <a:off x="1574531" y="4235458"/>
              <a:ext cx="259155" cy="78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162" name="pg162"/>
            <p:cNvSpPr/>
            <p:nvPr/>
          </p:nvSpPr>
          <p:spPr>
            <a:xfrm>
              <a:off x="3547965" y="6759826"/>
              <a:ext cx="468650" cy="142641"/>
            </a:xfrm>
            <a:custGeom>
              <a:avLst/>
              <a:pathLst>
                <a:path w="468650" h="142641">
                  <a:moveTo>
                    <a:pt x="19512" y="142641"/>
                  </a:moveTo>
                  <a:lnTo>
                    <a:pt x="449137" y="142641"/>
                  </a:lnTo>
                  <a:lnTo>
                    <a:pt x="448351" y="142625"/>
                  </a:lnTo>
                  <a:lnTo>
                    <a:pt x="451489" y="142499"/>
                  </a:lnTo>
                  <a:lnTo>
                    <a:pt x="454566" y="141871"/>
                  </a:lnTo>
                  <a:lnTo>
                    <a:pt x="457502" y="140757"/>
                  </a:lnTo>
                  <a:lnTo>
                    <a:pt x="460222" y="139187"/>
                  </a:lnTo>
                  <a:lnTo>
                    <a:pt x="462654" y="137201"/>
                  </a:lnTo>
                  <a:lnTo>
                    <a:pt x="464737" y="134850"/>
                  </a:lnTo>
                  <a:lnTo>
                    <a:pt x="466415" y="132196"/>
                  </a:lnTo>
                  <a:lnTo>
                    <a:pt x="467646" y="129307"/>
                  </a:lnTo>
                  <a:lnTo>
                    <a:pt x="468397" y="126258"/>
                  </a:lnTo>
                  <a:lnTo>
                    <a:pt x="468650" y="123128"/>
                  </a:lnTo>
                  <a:lnTo>
                    <a:pt x="468650" y="19512"/>
                  </a:lnTo>
                  <a:lnTo>
                    <a:pt x="468397" y="16382"/>
                  </a:lnTo>
                  <a:lnTo>
                    <a:pt x="467646" y="13333"/>
                  </a:lnTo>
                  <a:lnTo>
                    <a:pt x="466415" y="10444"/>
                  </a:lnTo>
                  <a:lnTo>
                    <a:pt x="464737" y="7790"/>
                  </a:lnTo>
                  <a:lnTo>
                    <a:pt x="462654" y="5440"/>
                  </a:lnTo>
                  <a:lnTo>
                    <a:pt x="460222" y="3454"/>
                  </a:lnTo>
                  <a:lnTo>
                    <a:pt x="457502" y="1883"/>
                  </a:lnTo>
                  <a:lnTo>
                    <a:pt x="454566" y="770"/>
                  </a:lnTo>
                  <a:lnTo>
                    <a:pt x="451489" y="142"/>
                  </a:lnTo>
                  <a:lnTo>
                    <a:pt x="449137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tx163"/>
            <p:cNvSpPr/>
            <p:nvPr/>
          </p:nvSpPr>
          <p:spPr>
            <a:xfrm>
              <a:off x="3580487" y="6791077"/>
              <a:ext cx="403607" cy="78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164" name="pg164"/>
            <p:cNvSpPr/>
            <p:nvPr/>
          </p:nvSpPr>
          <p:spPr>
            <a:xfrm>
              <a:off x="3578031" y="6627923"/>
              <a:ext cx="408519" cy="142641"/>
            </a:xfrm>
            <a:custGeom>
              <a:avLst/>
              <a:pathLst>
                <a:path w="408519" h="142641">
                  <a:moveTo>
                    <a:pt x="19512" y="142641"/>
                  </a:moveTo>
                  <a:lnTo>
                    <a:pt x="389006" y="142641"/>
                  </a:lnTo>
                  <a:lnTo>
                    <a:pt x="388220" y="142625"/>
                  </a:lnTo>
                  <a:lnTo>
                    <a:pt x="391358" y="142499"/>
                  </a:lnTo>
                  <a:lnTo>
                    <a:pt x="394435" y="141871"/>
                  </a:lnTo>
                  <a:lnTo>
                    <a:pt x="397371" y="140757"/>
                  </a:lnTo>
                  <a:lnTo>
                    <a:pt x="400091" y="139187"/>
                  </a:lnTo>
                  <a:lnTo>
                    <a:pt x="402523" y="137201"/>
                  </a:lnTo>
                  <a:lnTo>
                    <a:pt x="404606" y="134850"/>
                  </a:lnTo>
                  <a:lnTo>
                    <a:pt x="406284" y="132196"/>
                  </a:lnTo>
                  <a:lnTo>
                    <a:pt x="407515" y="129307"/>
                  </a:lnTo>
                  <a:lnTo>
                    <a:pt x="408266" y="126258"/>
                  </a:lnTo>
                  <a:lnTo>
                    <a:pt x="408519" y="123128"/>
                  </a:lnTo>
                  <a:lnTo>
                    <a:pt x="408519" y="19512"/>
                  </a:lnTo>
                  <a:lnTo>
                    <a:pt x="408266" y="16382"/>
                  </a:lnTo>
                  <a:lnTo>
                    <a:pt x="407515" y="13333"/>
                  </a:lnTo>
                  <a:lnTo>
                    <a:pt x="406284" y="10444"/>
                  </a:lnTo>
                  <a:lnTo>
                    <a:pt x="404606" y="7790"/>
                  </a:lnTo>
                  <a:lnTo>
                    <a:pt x="402523" y="5440"/>
                  </a:lnTo>
                  <a:lnTo>
                    <a:pt x="400091" y="3454"/>
                  </a:lnTo>
                  <a:lnTo>
                    <a:pt x="397371" y="1883"/>
                  </a:lnTo>
                  <a:lnTo>
                    <a:pt x="394435" y="770"/>
                  </a:lnTo>
                  <a:lnTo>
                    <a:pt x="391358" y="142"/>
                  </a:lnTo>
                  <a:lnTo>
                    <a:pt x="389006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tx165"/>
            <p:cNvSpPr/>
            <p:nvPr/>
          </p:nvSpPr>
          <p:spPr>
            <a:xfrm>
              <a:off x="3610552" y="6657798"/>
              <a:ext cx="343476" cy="802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166" name="pg166"/>
            <p:cNvSpPr/>
            <p:nvPr/>
          </p:nvSpPr>
          <p:spPr>
            <a:xfrm>
              <a:off x="3520785" y="6298165"/>
              <a:ext cx="523011" cy="142641"/>
            </a:xfrm>
            <a:custGeom>
              <a:avLst/>
              <a:pathLst>
                <a:path w="523011" h="142641">
                  <a:moveTo>
                    <a:pt x="19512" y="142641"/>
                  </a:moveTo>
                  <a:lnTo>
                    <a:pt x="503498" y="142641"/>
                  </a:lnTo>
                  <a:lnTo>
                    <a:pt x="502713" y="142625"/>
                  </a:lnTo>
                  <a:lnTo>
                    <a:pt x="505850" y="142499"/>
                  </a:lnTo>
                  <a:lnTo>
                    <a:pt x="508927" y="141871"/>
                  </a:lnTo>
                  <a:lnTo>
                    <a:pt x="511863" y="140757"/>
                  </a:lnTo>
                  <a:lnTo>
                    <a:pt x="514583" y="139187"/>
                  </a:lnTo>
                  <a:lnTo>
                    <a:pt x="517015" y="137201"/>
                  </a:lnTo>
                  <a:lnTo>
                    <a:pt x="519098" y="134850"/>
                  </a:lnTo>
                  <a:lnTo>
                    <a:pt x="520776" y="132196"/>
                  </a:lnTo>
                  <a:lnTo>
                    <a:pt x="522007" y="129307"/>
                  </a:lnTo>
                  <a:lnTo>
                    <a:pt x="522759" y="126258"/>
                  </a:lnTo>
                  <a:lnTo>
                    <a:pt x="523011" y="123128"/>
                  </a:lnTo>
                  <a:lnTo>
                    <a:pt x="523011" y="19512"/>
                  </a:lnTo>
                  <a:lnTo>
                    <a:pt x="522759" y="16382"/>
                  </a:lnTo>
                  <a:lnTo>
                    <a:pt x="522007" y="13333"/>
                  </a:lnTo>
                  <a:lnTo>
                    <a:pt x="520776" y="10444"/>
                  </a:lnTo>
                  <a:lnTo>
                    <a:pt x="519098" y="7790"/>
                  </a:lnTo>
                  <a:lnTo>
                    <a:pt x="517015" y="5440"/>
                  </a:lnTo>
                  <a:lnTo>
                    <a:pt x="514583" y="3454"/>
                  </a:lnTo>
                  <a:lnTo>
                    <a:pt x="511863" y="1883"/>
                  </a:lnTo>
                  <a:lnTo>
                    <a:pt x="508927" y="770"/>
                  </a:lnTo>
                  <a:lnTo>
                    <a:pt x="505850" y="142"/>
                  </a:lnTo>
                  <a:lnTo>
                    <a:pt x="503498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tx167"/>
            <p:cNvSpPr/>
            <p:nvPr/>
          </p:nvSpPr>
          <p:spPr>
            <a:xfrm>
              <a:off x="3553306" y="6329417"/>
              <a:ext cx="457968" cy="78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168" name="pg168"/>
            <p:cNvSpPr/>
            <p:nvPr/>
          </p:nvSpPr>
          <p:spPr>
            <a:xfrm>
              <a:off x="3614183" y="5754066"/>
              <a:ext cx="336214" cy="142641"/>
            </a:xfrm>
            <a:custGeom>
              <a:avLst/>
              <a:pathLst>
                <a:path w="336214" h="142641">
                  <a:moveTo>
                    <a:pt x="19512" y="142641"/>
                  </a:moveTo>
                  <a:lnTo>
                    <a:pt x="316701" y="142641"/>
                  </a:lnTo>
                  <a:lnTo>
                    <a:pt x="315915" y="142625"/>
                  </a:lnTo>
                  <a:lnTo>
                    <a:pt x="319053" y="142499"/>
                  </a:lnTo>
                  <a:lnTo>
                    <a:pt x="322130" y="141871"/>
                  </a:lnTo>
                  <a:lnTo>
                    <a:pt x="325066" y="140757"/>
                  </a:lnTo>
                  <a:lnTo>
                    <a:pt x="327785" y="139187"/>
                  </a:lnTo>
                  <a:lnTo>
                    <a:pt x="330218" y="137201"/>
                  </a:lnTo>
                  <a:lnTo>
                    <a:pt x="332300" y="134850"/>
                  </a:lnTo>
                  <a:lnTo>
                    <a:pt x="333979" y="132196"/>
                  </a:lnTo>
                  <a:lnTo>
                    <a:pt x="335210" y="129307"/>
                  </a:lnTo>
                  <a:lnTo>
                    <a:pt x="335961" y="126258"/>
                  </a:lnTo>
                  <a:lnTo>
                    <a:pt x="336214" y="123128"/>
                  </a:lnTo>
                  <a:lnTo>
                    <a:pt x="336214" y="19512"/>
                  </a:lnTo>
                  <a:lnTo>
                    <a:pt x="335961" y="16382"/>
                  </a:lnTo>
                  <a:lnTo>
                    <a:pt x="335210" y="13333"/>
                  </a:lnTo>
                  <a:lnTo>
                    <a:pt x="333979" y="10444"/>
                  </a:lnTo>
                  <a:lnTo>
                    <a:pt x="332300" y="7790"/>
                  </a:lnTo>
                  <a:lnTo>
                    <a:pt x="330218" y="5440"/>
                  </a:lnTo>
                  <a:lnTo>
                    <a:pt x="327785" y="3454"/>
                  </a:lnTo>
                  <a:lnTo>
                    <a:pt x="325066" y="1883"/>
                  </a:lnTo>
                  <a:lnTo>
                    <a:pt x="322130" y="770"/>
                  </a:lnTo>
                  <a:lnTo>
                    <a:pt x="319053" y="142"/>
                  </a:lnTo>
                  <a:lnTo>
                    <a:pt x="316701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3646705" y="5762450"/>
              <a:ext cx="271171" cy="1017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170" name="pg170"/>
            <p:cNvSpPr/>
            <p:nvPr/>
          </p:nvSpPr>
          <p:spPr>
            <a:xfrm>
              <a:off x="3620191" y="3759034"/>
              <a:ext cx="324198" cy="142641"/>
            </a:xfrm>
            <a:custGeom>
              <a:avLst/>
              <a:pathLst>
                <a:path w="324198" h="142641">
                  <a:moveTo>
                    <a:pt x="19512" y="142641"/>
                  </a:moveTo>
                  <a:lnTo>
                    <a:pt x="304685" y="142641"/>
                  </a:lnTo>
                  <a:lnTo>
                    <a:pt x="303900" y="142625"/>
                  </a:lnTo>
                  <a:lnTo>
                    <a:pt x="307037" y="142499"/>
                  </a:lnTo>
                  <a:lnTo>
                    <a:pt x="310114" y="141871"/>
                  </a:lnTo>
                  <a:lnTo>
                    <a:pt x="313050" y="140757"/>
                  </a:lnTo>
                  <a:lnTo>
                    <a:pt x="315770" y="139187"/>
                  </a:lnTo>
                  <a:lnTo>
                    <a:pt x="318202" y="137201"/>
                  </a:lnTo>
                  <a:lnTo>
                    <a:pt x="320285" y="134850"/>
                  </a:lnTo>
                  <a:lnTo>
                    <a:pt x="321963" y="132196"/>
                  </a:lnTo>
                  <a:lnTo>
                    <a:pt x="323194" y="129307"/>
                  </a:lnTo>
                  <a:lnTo>
                    <a:pt x="323946" y="126258"/>
                  </a:lnTo>
                  <a:lnTo>
                    <a:pt x="324198" y="123128"/>
                  </a:lnTo>
                  <a:lnTo>
                    <a:pt x="324198" y="19512"/>
                  </a:lnTo>
                  <a:lnTo>
                    <a:pt x="323946" y="16382"/>
                  </a:lnTo>
                  <a:lnTo>
                    <a:pt x="323194" y="13333"/>
                  </a:lnTo>
                  <a:lnTo>
                    <a:pt x="321963" y="10444"/>
                  </a:lnTo>
                  <a:lnTo>
                    <a:pt x="320285" y="7790"/>
                  </a:lnTo>
                  <a:lnTo>
                    <a:pt x="318202" y="5440"/>
                  </a:lnTo>
                  <a:lnTo>
                    <a:pt x="315770" y="3454"/>
                  </a:lnTo>
                  <a:lnTo>
                    <a:pt x="313050" y="1883"/>
                  </a:lnTo>
                  <a:lnTo>
                    <a:pt x="310114" y="770"/>
                  </a:lnTo>
                  <a:lnTo>
                    <a:pt x="307037" y="142"/>
                  </a:lnTo>
                  <a:lnTo>
                    <a:pt x="304685" y="0"/>
                  </a:lnTo>
                  <a:lnTo>
                    <a:pt x="19512" y="0"/>
                  </a:lnTo>
                  <a:lnTo>
                    <a:pt x="21864" y="142"/>
                  </a:lnTo>
                  <a:lnTo>
                    <a:pt x="18727" y="15"/>
                  </a:lnTo>
                  <a:lnTo>
                    <a:pt x="15609" y="394"/>
                  </a:lnTo>
                  <a:lnTo>
                    <a:pt x="12593" y="1268"/>
                  </a:lnTo>
                  <a:lnTo>
                    <a:pt x="9756" y="2614"/>
                  </a:lnTo>
                  <a:lnTo>
                    <a:pt x="7172" y="4398"/>
                  </a:lnTo>
                  <a:lnTo>
                    <a:pt x="4907" y="6573"/>
                  </a:lnTo>
                  <a:lnTo>
                    <a:pt x="3020" y="9083"/>
                  </a:lnTo>
                  <a:lnTo>
                    <a:pt x="1561" y="11864"/>
                  </a:lnTo>
                  <a:lnTo>
                    <a:pt x="567" y="14843"/>
                  </a:lnTo>
                  <a:lnTo>
                    <a:pt x="63" y="17942"/>
                  </a:lnTo>
                  <a:lnTo>
                    <a:pt x="0" y="19512"/>
                  </a:lnTo>
                  <a:lnTo>
                    <a:pt x="0" y="123128"/>
                  </a:lnTo>
                  <a:lnTo>
                    <a:pt x="63" y="121558"/>
                  </a:lnTo>
                  <a:lnTo>
                    <a:pt x="63" y="124698"/>
                  </a:lnTo>
                  <a:lnTo>
                    <a:pt x="567" y="127798"/>
                  </a:lnTo>
                  <a:lnTo>
                    <a:pt x="1561" y="130777"/>
                  </a:lnTo>
                  <a:lnTo>
                    <a:pt x="3020" y="133557"/>
                  </a:lnTo>
                  <a:lnTo>
                    <a:pt x="4907" y="136068"/>
                  </a:lnTo>
                  <a:lnTo>
                    <a:pt x="7172" y="138243"/>
                  </a:lnTo>
                  <a:lnTo>
                    <a:pt x="9756" y="140027"/>
                  </a:lnTo>
                  <a:lnTo>
                    <a:pt x="12593" y="141373"/>
                  </a:lnTo>
                  <a:lnTo>
                    <a:pt x="15609" y="142247"/>
                  </a:lnTo>
                  <a:lnTo>
                    <a:pt x="18727" y="1426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tx171"/>
            <p:cNvSpPr/>
            <p:nvPr/>
          </p:nvSpPr>
          <p:spPr>
            <a:xfrm>
              <a:off x="3652713" y="3790285"/>
              <a:ext cx="259155" cy="788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503525" y="7104324"/>
              <a:ext cx="2401168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3535211" y="7106495"/>
              <a:ext cx="494158" cy="1646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520462" y="932419"/>
              <a:ext cx="315029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self-reported level of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520462" y="1154553"/>
              <a:ext cx="3861494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problems with self-care of the EQ-5D-5L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520462" y="1371331"/>
              <a:ext cx="3996828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 and today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520462" y="1590787"/>
              <a:ext cx="73977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(N=145)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2025-09-15T10:39:25Z</dcterms:modified>
  <cp:category/>
</cp:coreProperties>
</file>