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914400"/>
            <a:ext cx="4572000" cy="6400800"/>
            <a:chOff x="457200" y="914400"/>
            <a:chExt cx="4572000" cy="6400800"/>
          </a:xfrm>
        </p:grpSpPr>
        <p:sp>
          <p:nvSpPr>
            <p:cNvPr id="3" name="rc3"/>
            <p:cNvSpPr/>
            <p:nvPr/>
          </p:nvSpPr>
          <p:spPr>
            <a:xfrm>
              <a:off x="457200" y="914400"/>
              <a:ext cx="4572000" cy="6400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g4"/>
            <p:cNvSpPr/>
            <p:nvPr/>
          </p:nvSpPr>
          <p:spPr>
            <a:xfrm>
              <a:off x="2050472" y="2246833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" name="pg5"/>
            <p:cNvSpPr/>
            <p:nvPr/>
          </p:nvSpPr>
          <p:spPr>
            <a:xfrm>
              <a:off x="2050472" y="2279580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" name="pg6"/>
            <p:cNvSpPr/>
            <p:nvPr/>
          </p:nvSpPr>
          <p:spPr>
            <a:xfrm>
              <a:off x="2050472" y="4997558"/>
              <a:ext cx="1385454" cy="65493"/>
            </a:xfrm>
            <a:custGeom>
              <a:avLst/>
              <a:pathLst>
                <a:path w="1385454" h="65493">
                  <a:moveTo>
                    <a:pt x="0" y="32746"/>
                  </a:moveTo>
                  <a:lnTo>
                    <a:pt x="1795" y="32752"/>
                  </a:lnTo>
                  <a:lnTo>
                    <a:pt x="12910" y="32791"/>
                  </a:lnTo>
                  <a:lnTo>
                    <a:pt x="38198" y="32899"/>
                  </a:lnTo>
                  <a:lnTo>
                    <a:pt x="76837" y="33098"/>
                  </a:lnTo>
                  <a:lnTo>
                    <a:pt x="123684" y="33396"/>
                  </a:lnTo>
                  <a:lnTo>
                    <a:pt x="172734" y="33791"/>
                  </a:lnTo>
                  <a:lnTo>
                    <a:pt x="219889" y="34282"/>
                  </a:lnTo>
                  <a:lnTo>
                    <a:pt x="263627" y="34878"/>
                  </a:lnTo>
                  <a:lnTo>
                    <a:pt x="304365" y="35601"/>
                  </a:lnTo>
                  <a:lnTo>
                    <a:pt x="343578" y="36483"/>
                  </a:lnTo>
                  <a:lnTo>
                    <a:pt x="383098" y="37563"/>
                  </a:lnTo>
                  <a:lnTo>
                    <a:pt x="404090" y="38204"/>
                  </a:lnTo>
                  <a:lnTo>
                    <a:pt x="439608" y="39373"/>
                  </a:lnTo>
                  <a:lnTo>
                    <a:pt x="477314" y="40703"/>
                  </a:lnTo>
                  <a:lnTo>
                    <a:pt x="517488" y="42194"/>
                  </a:lnTo>
                  <a:lnTo>
                    <a:pt x="560108" y="43833"/>
                  </a:lnTo>
                  <a:lnTo>
                    <a:pt x="604856" y="45595"/>
                  </a:lnTo>
                  <a:lnTo>
                    <a:pt x="651153" y="47446"/>
                  </a:lnTo>
                  <a:lnTo>
                    <a:pt x="698223" y="49341"/>
                  </a:lnTo>
                  <a:lnTo>
                    <a:pt x="745189" y="51230"/>
                  </a:lnTo>
                  <a:lnTo>
                    <a:pt x="791189" y="53064"/>
                  </a:lnTo>
                  <a:lnTo>
                    <a:pt x="835484" y="54801"/>
                  </a:lnTo>
                  <a:lnTo>
                    <a:pt x="877551" y="56407"/>
                  </a:lnTo>
                  <a:lnTo>
                    <a:pt x="917142" y="57861"/>
                  </a:lnTo>
                  <a:lnTo>
                    <a:pt x="954301" y="59153"/>
                  </a:lnTo>
                  <a:lnTo>
                    <a:pt x="981363" y="60035"/>
                  </a:lnTo>
                  <a:lnTo>
                    <a:pt x="1021686" y="61227"/>
                  </a:lnTo>
                  <a:lnTo>
                    <a:pt x="1060831" y="62207"/>
                  </a:lnTo>
                  <a:lnTo>
                    <a:pt x="1100562" y="63007"/>
                  </a:lnTo>
                  <a:lnTo>
                    <a:pt x="1142619" y="63665"/>
                  </a:lnTo>
                  <a:lnTo>
                    <a:pt x="1188061" y="64208"/>
                  </a:lnTo>
                  <a:lnTo>
                    <a:pt x="1236479" y="64652"/>
                  </a:lnTo>
                  <a:lnTo>
                    <a:pt x="1285130" y="65000"/>
                  </a:lnTo>
                  <a:lnTo>
                    <a:pt x="1328776" y="65250"/>
                  </a:lnTo>
                  <a:lnTo>
                    <a:pt x="1361379" y="65403"/>
                  </a:lnTo>
                  <a:lnTo>
                    <a:pt x="1379535" y="65474"/>
                  </a:lnTo>
                  <a:lnTo>
                    <a:pt x="1385197" y="65492"/>
                  </a:lnTo>
                  <a:lnTo>
                    <a:pt x="1385454" y="65493"/>
                  </a:lnTo>
                  <a:lnTo>
                    <a:pt x="1385454" y="32746"/>
                  </a:lnTo>
                  <a:lnTo>
                    <a:pt x="1383659" y="32741"/>
                  </a:lnTo>
                  <a:lnTo>
                    <a:pt x="1372544" y="32701"/>
                  </a:lnTo>
                  <a:lnTo>
                    <a:pt x="1347256" y="32593"/>
                  </a:lnTo>
                  <a:lnTo>
                    <a:pt x="1308617" y="32394"/>
                  </a:lnTo>
                  <a:lnTo>
                    <a:pt x="1261770" y="32096"/>
                  </a:lnTo>
                  <a:lnTo>
                    <a:pt x="1212719" y="31701"/>
                  </a:lnTo>
                  <a:lnTo>
                    <a:pt x="1165565" y="31210"/>
                  </a:lnTo>
                  <a:lnTo>
                    <a:pt x="1121826" y="30615"/>
                  </a:lnTo>
                  <a:lnTo>
                    <a:pt x="1081089" y="29892"/>
                  </a:lnTo>
                  <a:lnTo>
                    <a:pt x="1041876" y="29009"/>
                  </a:lnTo>
                  <a:lnTo>
                    <a:pt x="1002355" y="27930"/>
                  </a:lnTo>
                  <a:lnTo>
                    <a:pt x="981363" y="27288"/>
                  </a:lnTo>
                  <a:lnTo>
                    <a:pt x="945846" y="26120"/>
                  </a:lnTo>
                  <a:lnTo>
                    <a:pt x="908140" y="24789"/>
                  </a:lnTo>
                  <a:lnTo>
                    <a:pt x="867965" y="23299"/>
                  </a:lnTo>
                  <a:lnTo>
                    <a:pt x="825345" y="21660"/>
                  </a:lnTo>
                  <a:lnTo>
                    <a:pt x="780597" y="19897"/>
                  </a:lnTo>
                  <a:lnTo>
                    <a:pt x="734301" y="18046"/>
                  </a:lnTo>
                  <a:lnTo>
                    <a:pt x="687231" y="16151"/>
                  </a:lnTo>
                  <a:lnTo>
                    <a:pt x="640264" y="14263"/>
                  </a:lnTo>
                  <a:lnTo>
                    <a:pt x="594265" y="12428"/>
                  </a:lnTo>
                  <a:lnTo>
                    <a:pt x="549970" y="10692"/>
                  </a:lnTo>
                  <a:lnTo>
                    <a:pt x="507902" y="9086"/>
                  </a:lnTo>
                  <a:lnTo>
                    <a:pt x="468312" y="7632"/>
                  </a:lnTo>
                  <a:lnTo>
                    <a:pt x="431152" y="6339"/>
                  </a:lnTo>
                  <a:lnTo>
                    <a:pt x="404090" y="5457"/>
                  </a:lnTo>
                  <a:lnTo>
                    <a:pt x="363767" y="4265"/>
                  </a:lnTo>
                  <a:lnTo>
                    <a:pt x="324623" y="3286"/>
                  </a:lnTo>
                  <a:lnTo>
                    <a:pt x="284891" y="2485"/>
                  </a:lnTo>
                  <a:lnTo>
                    <a:pt x="242835" y="1828"/>
                  </a:lnTo>
                  <a:lnTo>
                    <a:pt x="197392" y="1285"/>
                  </a:lnTo>
                  <a:lnTo>
                    <a:pt x="148975" y="841"/>
                  </a:lnTo>
                  <a:lnTo>
                    <a:pt x="100324" y="492"/>
                  </a:lnTo>
                  <a:lnTo>
                    <a:pt x="56677" y="243"/>
                  </a:lnTo>
                  <a:lnTo>
                    <a:pt x="24074" y="90"/>
                  </a:lnTo>
                  <a:lnTo>
                    <a:pt x="5918" y="19"/>
                  </a:lnTo>
                  <a:lnTo>
                    <a:pt x="2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" name="pg7"/>
            <p:cNvSpPr/>
            <p:nvPr/>
          </p:nvSpPr>
          <p:spPr>
            <a:xfrm>
              <a:off x="2050472" y="2312326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" name="pg8"/>
            <p:cNvSpPr/>
            <p:nvPr/>
          </p:nvSpPr>
          <p:spPr>
            <a:xfrm>
              <a:off x="2050472" y="2345073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" name="pg9"/>
            <p:cNvSpPr/>
            <p:nvPr/>
          </p:nvSpPr>
          <p:spPr>
            <a:xfrm>
              <a:off x="2050472" y="5030305"/>
              <a:ext cx="1385454" cy="65493"/>
            </a:xfrm>
            <a:custGeom>
              <a:avLst/>
              <a:pathLst>
                <a:path w="1385454" h="65493">
                  <a:moveTo>
                    <a:pt x="0" y="32746"/>
                  </a:moveTo>
                  <a:lnTo>
                    <a:pt x="1795" y="32752"/>
                  </a:lnTo>
                  <a:lnTo>
                    <a:pt x="12910" y="32791"/>
                  </a:lnTo>
                  <a:lnTo>
                    <a:pt x="38198" y="32899"/>
                  </a:lnTo>
                  <a:lnTo>
                    <a:pt x="76837" y="33098"/>
                  </a:lnTo>
                  <a:lnTo>
                    <a:pt x="123684" y="33396"/>
                  </a:lnTo>
                  <a:lnTo>
                    <a:pt x="172734" y="33791"/>
                  </a:lnTo>
                  <a:lnTo>
                    <a:pt x="219889" y="34282"/>
                  </a:lnTo>
                  <a:lnTo>
                    <a:pt x="263627" y="34878"/>
                  </a:lnTo>
                  <a:lnTo>
                    <a:pt x="304365" y="35601"/>
                  </a:lnTo>
                  <a:lnTo>
                    <a:pt x="343578" y="36483"/>
                  </a:lnTo>
                  <a:lnTo>
                    <a:pt x="383098" y="37563"/>
                  </a:lnTo>
                  <a:lnTo>
                    <a:pt x="404090" y="38204"/>
                  </a:lnTo>
                  <a:lnTo>
                    <a:pt x="439608" y="39373"/>
                  </a:lnTo>
                  <a:lnTo>
                    <a:pt x="477314" y="40703"/>
                  </a:lnTo>
                  <a:lnTo>
                    <a:pt x="517488" y="42194"/>
                  </a:lnTo>
                  <a:lnTo>
                    <a:pt x="560108" y="43833"/>
                  </a:lnTo>
                  <a:lnTo>
                    <a:pt x="604856" y="45595"/>
                  </a:lnTo>
                  <a:lnTo>
                    <a:pt x="651153" y="47446"/>
                  </a:lnTo>
                  <a:lnTo>
                    <a:pt x="698223" y="49341"/>
                  </a:lnTo>
                  <a:lnTo>
                    <a:pt x="745189" y="51230"/>
                  </a:lnTo>
                  <a:lnTo>
                    <a:pt x="791189" y="53064"/>
                  </a:lnTo>
                  <a:lnTo>
                    <a:pt x="835484" y="54801"/>
                  </a:lnTo>
                  <a:lnTo>
                    <a:pt x="877551" y="56407"/>
                  </a:lnTo>
                  <a:lnTo>
                    <a:pt x="917142" y="57861"/>
                  </a:lnTo>
                  <a:lnTo>
                    <a:pt x="954301" y="59153"/>
                  </a:lnTo>
                  <a:lnTo>
                    <a:pt x="981363" y="60035"/>
                  </a:lnTo>
                  <a:lnTo>
                    <a:pt x="1021686" y="61227"/>
                  </a:lnTo>
                  <a:lnTo>
                    <a:pt x="1060831" y="62207"/>
                  </a:lnTo>
                  <a:lnTo>
                    <a:pt x="1100562" y="63007"/>
                  </a:lnTo>
                  <a:lnTo>
                    <a:pt x="1142619" y="63665"/>
                  </a:lnTo>
                  <a:lnTo>
                    <a:pt x="1188061" y="64208"/>
                  </a:lnTo>
                  <a:lnTo>
                    <a:pt x="1236479" y="64652"/>
                  </a:lnTo>
                  <a:lnTo>
                    <a:pt x="1285130" y="65000"/>
                  </a:lnTo>
                  <a:lnTo>
                    <a:pt x="1328776" y="65250"/>
                  </a:lnTo>
                  <a:lnTo>
                    <a:pt x="1361379" y="65403"/>
                  </a:lnTo>
                  <a:lnTo>
                    <a:pt x="1379535" y="65474"/>
                  </a:lnTo>
                  <a:lnTo>
                    <a:pt x="1385197" y="65492"/>
                  </a:lnTo>
                  <a:lnTo>
                    <a:pt x="1385454" y="65493"/>
                  </a:lnTo>
                  <a:lnTo>
                    <a:pt x="1385454" y="32746"/>
                  </a:lnTo>
                  <a:lnTo>
                    <a:pt x="1383659" y="32741"/>
                  </a:lnTo>
                  <a:lnTo>
                    <a:pt x="1372544" y="32701"/>
                  </a:lnTo>
                  <a:lnTo>
                    <a:pt x="1347256" y="32593"/>
                  </a:lnTo>
                  <a:lnTo>
                    <a:pt x="1308617" y="32394"/>
                  </a:lnTo>
                  <a:lnTo>
                    <a:pt x="1261770" y="32096"/>
                  </a:lnTo>
                  <a:lnTo>
                    <a:pt x="1212719" y="31701"/>
                  </a:lnTo>
                  <a:lnTo>
                    <a:pt x="1165565" y="31210"/>
                  </a:lnTo>
                  <a:lnTo>
                    <a:pt x="1121826" y="30615"/>
                  </a:lnTo>
                  <a:lnTo>
                    <a:pt x="1081089" y="29892"/>
                  </a:lnTo>
                  <a:lnTo>
                    <a:pt x="1041876" y="29009"/>
                  </a:lnTo>
                  <a:lnTo>
                    <a:pt x="1002355" y="27930"/>
                  </a:lnTo>
                  <a:lnTo>
                    <a:pt x="981363" y="27288"/>
                  </a:lnTo>
                  <a:lnTo>
                    <a:pt x="945846" y="26120"/>
                  </a:lnTo>
                  <a:lnTo>
                    <a:pt x="908140" y="24789"/>
                  </a:lnTo>
                  <a:lnTo>
                    <a:pt x="867965" y="23299"/>
                  </a:lnTo>
                  <a:lnTo>
                    <a:pt x="825345" y="21660"/>
                  </a:lnTo>
                  <a:lnTo>
                    <a:pt x="780597" y="19897"/>
                  </a:lnTo>
                  <a:lnTo>
                    <a:pt x="734301" y="18046"/>
                  </a:lnTo>
                  <a:lnTo>
                    <a:pt x="687231" y="16151"/>
                  </a:lnTo>
                  <a:lnTo>
                    <a:pt x="640264" y="14263"/>
                  </a:lnTo>
                  <a:lnTo>
                    <a:pt x="594265" y="12428"/>
                  </a:lnTo>
                  <a:lnTo>
                    <a:pt x="549970" y="10692"/>
                  </a:lnTo>
                  <a:lnTo>
                    <a:pt x="507902" y="9086"/>
                  </a:lnTo>
                  <a:lnTo>
                    <a:pt x="468312" y="7632"/>
                  </a:lnTo>
                  <a:lnTo>
                    <a:pt x="431152" y="6339"/>
                  </a:lnTo>
                  <a:lnTo>
                    <a:pt x="404090" y="5457"/>
                  </a:lnTo>
                  <a:lnTo>
                    <a:pt x="363767" y="4265"/>
                  </a:lnTo>
                  <a:lnTo>
                    <a:pt x="324623" y="3286"/>
                  </a:lnTo>
                  <a:lnTo>
                    <a:pt x="284891" y="2485"/>
                  </a:lnTo>
                  <a:lnTo>
                    <a:pt x="242835" y="1828"/>
                  </a:lnTo>
                  <a:lnTo>
                    <a:pt x="197392" y="1285"/>
                  </a:lnTo>
                  <a:lnTo>
                    <a:pt x="148975" y="841"/>
                  </a:lnTo>
                  <a:lnTo>
                    <a:pt x="100324" y="492"/>
                  </a:lnTo>
                  <a:lnTo>
                    <a:pt x="56677" y="243"/>
                  </a:lnTo>
                  <a:lnTo>
                    <a:pt x="24074" y="90"/>
                  </a:lnTo>
                  <a:lnTo>
                    <a:pt x="5918" y="19"/>
                  </a:lnTo>
                  <a:lnTo>
                    <a:pt x="2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" name="pg10"/>
            <p:cNvSpPr/>
            <p:nvPr/>
          </p:nvSpPr>
          <p:spPr>
            <a:xfrm>
              <a:off x="2050472" y="2377820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" name="pg11"/>
            <p:cNvSpPr/>
            <p:nvPr/>
          </p:nvSpPr>
          <p:spPr>
            <a:xfrm>
              <a:off x="2050472" y="2410566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" name="pg12"/>
            <p:cNvSpPr/>
            <p:nvPr/>
          </p:nvSpPr>
          <p:spPr>
            <a:xfrm>
              <a:off x="2050472" y="2443313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" name="pg13"/>
            <p:cNvSpPr/>
            <p:nvPr/>
          </p:nvSpPr>
          <p:spPr>
            <a:xfrm>
              <a:off x="2050472" y="2476060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2050472" y="2508807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2050472" y="2541553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2050472" y="5979960"/>
              <a:ext cx="1385454" cy="229227"/>
            </a:xfrm>
            <a:custGeom>
              <a:avLst/>
              <a:pathLst>
                <a:path w="1385454" h="229227">
                  <a:moveTo>
                    <a:pt x="0" y="32746"/>
                  </a:moveTo>
                  <a:lnTo>
                    <a:pt x="1786" y="32779"/>
                  </a:lnTo>
                  <a:lnTo>
                    <a:pt x="12853" y="33016"/>
                  </a:lnTo>
                  <a:lnTo>
                    <a:pt x="38043" y="33659"/>
                  </a:lnTo>
                  <a:lnTo>
                    <a:pt x="76559" y="34848"/>
                  </a:lnTo>
                  <a:lnTo>
                    <a:pt x="123296" y="36630"/>
                  </a:lnTo>
                  <a:lnTo>
                    <a:pt x="172271" y="38990"/>
                  </a:lnTo>
                  <a:lnTo>
                    <a:pt x="219382" y="41925"/>
                  </a:lnTo>
                  <a:lnTo>
                    <a:pt x="263092" y="45486"/>
                  </a:lnTo>
                  <a:lnTo>
                    <a:pt x="303797" y="49804"/>
                  </a:lnTo>
                  <a:lnTo>
                    <a:pt x="342957" y="55074"/>
                  </a:lnTo>
                  <a:lnTo>
                    <a:pt x="382395" y="61520"/>
                  </a:lnTo>
                  <a:lnTo>
                    <a:pt x="404090" y="65493"/>
                  </a:lnTo>
                  <a:lnTo>
                    <a:pt x="439165" y="72415"/>
                  </a:lnTo>
                  <a:lnTo>
                    <a:pt x="476371" y="80282"/>
                  </a:lnTo>
                  <a:lnTo>
                    <a:pt x="515984" y="89089"/>
                  </a:lnTo>
                  <a:lnTo>
                    <a:pt x="557989" y="98769"/>
                  </a:lnTo>
                  <a:lnTo>
                    <a:pt x="602093" y="109183"/>
                  </a:lnTo>
                  <a:lnTo>
                    <a:pt x="647750" y="120128"/>
                  </a:lnTo>
                  <a:lnTo>
                    <a:pt x="694221" y="131348"/>
                  </a:lnTo>
                  <a:lnTo>
                    <a:pt x="740665" y="142558"/>
                  </a:lnTo>
                  <a:lnTo>
                    <a:pt x="786242" y="153476"/>
                  </a:lnTo>
                  <a:lnTo>
                    <a:pt x="830226" y="163849"/>
                  </a:lnTo>
                  <a:lnTo>
                    <a:pt x="872084" y="173476"/>
                  </a:lnTo>
                  <a:lnTo>
                    <a:pt x="911539" y="182224"/>
                  </a:lnTo>
                  <a:lnTo>
                    <a:pt x="948597" y="190030"/>
                  </a:lnTo>
                  <a:lnTo>
                    <a:pt x="981363" y="196480"/>
                  </a:lnTo>
                  <a:lnTo>
                    <a:pt x="1021624" y="203622"/>
                  </a:lnTo>
                  <a:lnTo>
                    <a:pt x="1060706" y="209493"/>
                  </a:lnTo>
                  <a:lnTo>
                    <a:pt x="1100368" y="214291"/>
                  </a:lnTo>
                  <a:lnTo>
                    <a:pt x="1142341" y="218234"/>
                  </a:lnTo>
                  <a:lnTo>
                    <a:pt x="1187686" y="221491"/>
                  </a:lnTo>
                  <a:lnTo>
                    <a:pt x="1236009" y="224156"/>
                  </a:lnTo>
                  <a:lnTo>
                    <a:pt x="1284604" y="226249"/>
                  </a:lnTo>
                  <a:lnTo>
                    <a:pt x="1328279" y="227753"/>
                  </a:lnTo>
                  <a:lnTo>
                    <a:pt x="1361012" y="228676"/>
                  </a:lnTo>
                  <a:lnTo>
                    <a:pt x="1379357" y="229106"/>
                  </a:lnTo>
                  <a:lnTo>
                    <a:pt x="1385171" y="229222"/>
                  </a:lnTo>
                  <a:lnTo>
                    <a:pt x="1385454" y="229227"/>
                  </a:lnTo>
                  <a:lnTo>
                    <a:pt x="1385454" y="196480"/>
                  </a:lnTo>
                  <a:lnTo>
                    <a:pt x="1383667" y="196447"/>
                  </a:lnTo>
                  <a:lnTo>
                    <a:pt x="1372600" y="196210"/>
                  </a:lnTo>
                  <a:lnTo>
                    <a:pt x="1347411" y="195567"/>
                  </a:lnTo>
                  <a:lnTo>
                    <a:pt x="1308895" y="194378"/>
                  </a:lnTo>
                  <a:lnTo>
                    <a:pt x="1262158" y="192596"/>
                  </a:lnTo>
                  <a:lnTo>
                    <a:pt x="1213182" y="190236"/>
                  </a:lnTo>
                  <a:lnTo>
                    <a:pt x="1166071" y="187301"/>
                  </a:lnTo>
                  <a:lnTo>
                    <a:pt x="1122362" y="183740"/>
                  </a:lnTo>
                  <a:lnTo>
                    <a:pt x="1081656" y="179422"/>
                  </a:lnTo>
                  <a:lnTo>
                    <a:pt x="1042497" y="174152"/>
                  </a:lnTo>
                  <a:lnTo>
                    <a:pt x="1003059" y="167706"/>
                  </a:lnTo>
                  <a:lnTo>
                    <a:pt x="981363" y="163733"/>
                  </a:lnTo>
                  <a:lnTo>
                    <a:pt x="946288" y="156811"/>
                  </a:lnTo>
                  <a:lnTo>
                    <a:pt x="909082" y="148944"/>
                  </a:lnTo>
                  <a:lnTo>
                    <a:pt x="869470" y="140137"/>
                  </a:lnTo>
                  <a:lnTo>
                    <a:pt x="827464" y="130458"/>
                  </a:lnTo>
                  <a:lnTo>
                    <a:pt x="783360" y="120043"/>
                  </a:lnTo>
                  <a:lnTo>
                    <a:pt x="737703" y="109098"/>
                  </a:lnTo>
                  <a:lnTo>
                    <a:pt x="691232" y="97879"/>
                  </a:lnTo>
                  <a:lnTo>
                    <a:pt x="644789" y="86668"/>
                  </a:lnTo>
                  <a:lnTo>
                    <a:pt x="599211" y="75750"/>
                  </a:lnTo>
                  <a:lnTo>
                    <a:pt x="555228" y="65377"/>
                  </a:lnTo>
                  <a:lnTo>
                    <a:pt x="513370" y="55750"/>
                  </a:lnTo>
                  <a:lnTo>
                    <a:pt x="473914" y="47002"/>
                  </a:lnTo>
                  <a:lnTo>
                    <a:pt x="436856" y="39196"/>
                  </a:lnTo>
                  <a:lnTo>
                    <a:pt x="404090" y="32746"/>
                  </a:lnTo>
                  <a:lnTo>
                    <a:pt x="363830" y="25604"/>
                  </a:lnTo>
                  <a:lnTo>
                    <a:pt x="324747" y="19733"/>
                  </a:lnTo>
                  <a:lnTo>
                    <a:pt x="285085" y="14936"/>
                  </a:lnTo>
                  <a:lnTo>
                    <a:pt x="243112" y="10992"/>
                  </a:lnTo>
                  <a:lnTo>
                    <a:pt x="197767" y="7735"/>
                  </a:lnTo>
                  <a:lnTo>
                    <a:pt x="149444" y="5071"/>
                  </a:lnTo>
                  <a:lnTo>
                    <a:pt x="100849" y="2977"/>
                  </a:lnTo>
                  <a:lnTo>
                    <a:pt x="57174" y="1473"/>
                  </a:lnTo>
                  <a:lnTo>
                    <a:pt x="24441" y="551"/>
                  </a:lnTo>
                  <a:lnTo>
                    <a:pt x="6096" y="120"/>
                  </a:lnTo>
                  <a:lnTo>
                    <a:pt x="283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7" name="pg17"/>
            <p:cNvSpPr/>
            <p:nvPr/>
          </p:nvSpPr>
          <p:spPr>
            <a:xfrm>
              <a:off x="2050472" y="6012707"/>
              <a:ext cx="1385454" cy="229227"/>
            </a:xfrm>
            <a:custGeom>
              <a:avLst/>
              <a:pathLst>
                <a:path w="1385454" h="229227">
                  <a:moveTo>
                    <a:pt x="0" y="32746"/>
                  </a:moveTo>
                  <a:lnTo>
                    <a:pt x="1786" y="32779"/>
                  </a:lnTo>
                  <a:lnTo>
                    <a:pt x="12853" y="33016"/>
                  </a:lnTo>
                  <a:lnTo>
                    <a:pt x="38043" y="33659"/>
                  </a:lnTo>
                  <a:lnTo>
                    <a:pt x="76559" y="34848"/>
                  </a:lnTo>
                  <a:lnTo>
                    <a:pt x="123296" y="36630"/>
                  </a:lnTo>
                  <a:lnTo>
                    <a:pt x="172271" y="38990"/>
                  </a:lnTo>
                  <a:lnTo>
                    <a:pt x="219382" y="41925"/>
                  </a:lnTo>
                  <a:lnTo>
                    <a:pt x="263092" y="45486"/>
                  </a:lnTo>
                  <a:lnTo>
                    <a:pt x="303797" y="49804"/>
                  </a:lnTo>
                  <a:lnTo>
                    <a:pt x="342957" y="55074"/>
                  </a:lnTo>
                  <a:lnTo>
                    <a:pt x="382395" y="61520"/>
                  </a:lnTo>
                  <a:lnTo>
                    <a:pt x="404090" y="65493"/>
                  </a:lnTo>
                  <a:lnTo>
                    <a:pt x="439165" y="72415"/>
                  </a:lnTo>
                  <a:lnTo>
                    <a:pt x="476371" y="80282"/>
                  </a:lnTo>
                  <a:lnTo>
                    <a:pt x="515984" y="89089"/>
                  </a:lnTo>
                  <a:lnTo>
                    <a:pt x="557989" y="98769"/>
                  </a:lnTo>
                  <a:lnTo>
                    <a:pt x="602093" y="109183"/>
                  </a:lnTo>
                  <a:lnTo>
                    <a:pt x="647750" y="120128"/>
                  </a:lnTo>
                  <a:lnTo>
                    <a:pt x="694221" y="131348"/>
                  </a:lnTo>
                  <a:lnTo>
                    <a:pt x="740665" y="142558"/>
                  </a:lnTo>
                  <a:lnTo>
                    <a:pt x="786242" y="153476"/>
                  </a:lnTo>
                  <a:lnTo>
                    <a:pt x="830226" y="163849"/>
                  </a:lnTo>
                  <a:lnTo>
                    <a:pt x="872084" y="173476"/>
                  </a:lnTo>
                  <a:lnTo>
                    <a:pt x="911539" y="182224"/>
                  </a:lnTo>
                  <a:lnTo>
                    <a:pt x="948597" y="190030"/>
                  </a:lnTo>
                  <a:lnTo>
                    <a:pt x="981363" y="196480"/>
                  </a:lnTo>
                  <a:lnTo>
                    <a:pt x="1021624" y="203622"/>
                  </a:lnTo>
                  <a:lnTo>
                    <a:pt x="1060706" y="209493"/>
                  </a:lnTo>
                  <a:lnTo>
                    <a:pt x="1100368" y="214291"/>
                  </a:lnTo>
                  <a:lnTo>
                    <a:pt x="1142341" y="218234"/>
                  </a:lnTo>
                  <a:lnTo>
                    <a:pt x="1187686" y="221491"/>
                  </a:lnTo>
                  <a:lnTo>
                    <a:pt x="1236009" y="224156"/>
                  </a:lnTo>
                  <a:lnTo>
                    <a:pt x="1284604" y="226249"/>
                  </a:lnTo>
                  <a:lnTo>
                    <a:pt x="1328279" y="227753"/>
                  </a:lnTo>
                  <a:lnTo>
                    <a:pt x="1361012" y="228676"/>
                  </a:lnTo>
                  <a:lnTo>
                    <a:pt x="1379357" y="229106"/>
                  </a:lnTo>
                  <a:lnTo>
                    <a:pt x="1385171" y="229222"/>
                  </a:lnTo>
                  <a:lnTo>
                    <a:pt x="1385454" y="229227"/>
                  </a:lnTo>
                  <a:lnTo>
                    <a:pt x="1385454" y="196480"/>
                  </a:lnTo>
                  <a:lnTo>
                    <a:pt x="1383667" y="196447"/>
                  </a:lnTo>
                  <a:lnTo>
                    <a:pt x="1372600" y="196210"/>
                  </a:lnTo>
                  <a:lnTo>
                    <a:pt x="1347411" y="195567"/>
                  </a:lnTo>
                  <a:lnTo>
                    <a:pt x="1308895" y="194378"/>
                  </a:lnTo>
                  <a:lnTo>
                    <a:pt x="1262158" y="192596"/>
                  </a:lnTo>
                  <a:lnTo>
                    <a:pt x="1213182" y="190236"/>
                  </a:lnTo>
                  <a:lnTo>
                    <a:pt x="1166071" y="187301"/>
                  </a:lnTo>
                  <a:lnTo>
                    <a:pt x="1122362" y="183740"/>
                  </a:lnTo>
                  <a:lnTo>
                    <a:pt x="1081656" y="179422"/>
                  </a:lnTo>
                  <a:lnTo>
                    <a:pt x="1042497" y="174152"/>
                  </a:lnTo>
                  <a:lnTo>
                    <a:pt x="1003059" y="167706"/>
                  </a:lnTo>
                  <a:lnTo>
                    <a:pt x="981363" y="163733"/>
                  </a:lnTo>
                  <a:lnTo>
                    <a:pt x="946288" y="156811"/>
                  </a:lnTo>
                  <a:lnTo>
                    <a:pt x="909082" y="148944"/>
                  </a:lnTo>
                  <a:lnTo>
                    <a:pt x="869470" y="140137"/>
                  </a:lnTo>
                  <a:lnTo>
                    <a:pt x="827464" y="130458"/>
                  </a:lnTo>
                  <a:lnTo>
                    <a:pt x="783360" y="120043"/>
                  </a:lnTo>
                  <a:lnTo>
                    <a:pt x="737703" y="109098"/>
                  </a:lnTo>
                  <a:lnTo>
                    <a:pt x="691232" y="97879"/>
                  </a:lnTo>
                  <a:lnTo>
                    <a:pt x="644789" y="86668"/>
                  </a:lnTo>
                  <a:lnTo>
                    <a:pt x="599211" y="75750"/>
                  </a:lnTo>
                  <a:lnTo>
                    <a:pt x="555228" y="65377"/>
                  </a:lnTo>
                  <a:lnTo>
                    <a:pt x="513370" y="55750"/>
                  </a:lnTo>
                  <a:lnTo>
                    <a:pt x="473914" y="47002"/>
                  </a:lnTo>
                  <a:lnTo>
                    <a:pt x="436856" y="39196"/>
                  </a:lnTo>
                  <a:lnTo>
                    <a:pt x="404090" y="32746"/>
                  </a:lnTo>
                  <a:lnTo>
                    <a:pt x="363830" y="25604"/>
                  </a:lnTo>
                  <a:lnTo>
                    <a:pt x="324747" y="19733"/>
                  </a:lnTo>
                  <a:lnTo>
                    <a:pt x="285085" y="14936"/>
                  </a:lnTo>
                  <a:lnTo>
                    <a:pt x="243112" y="10992"/>
                  </a:lnTo>
                  <a:lnTo>
                    <a:pt x="197767" y="7735"/>
                  </a:lnTo>
                  <a:lnTo>
                    <a:pt x="149444" y="5071"/>
                  </a:lnTo>
                  <a:lnTo>
                    <a:pt x="100849" y="2977"/>
                  </a:lnTo>
                  <a:lnTo>
                    <a:pt x="57174" y="1473"/>
                  </a:lnTo>
                  <a:lnTo>
                    <a:pt x="24441" y="551"/>
                  </a:lnTo>
                  <a:lnTo>
                    <a:pt x="6096" y="120"/>
                  </a:lnTo>
                  <a:lnTo>
                    <a:pt x="283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2050472" y="2574300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2050472" y="2607047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2050472" y="5063052"/>
              <a:ext cx="1385454" cy="65493"/>
            </a:xfrm>
            <a:custGeom>
              <a:avLst/>
              <a:pathLst>
                <a:path w="1385454" h="65493">
                  <a:moveTo>
                    <a:pt x="0" y="32746"/>
                  </a:moveTo>
                  <a:lnTo>
                    <a:pt x="1795" y="32752"/>
                  </a:lnTo>
                  <a:lnTo>
                    <a:pt x="12910" y="32791"/>
                  </a:lnTo>
                  <a:lnTo>
                    <a:pt x="38198" y="32899"/>
                  </a:lnTo>
                  <a:lnTo>
                    <a:pt x="76837" y="33098"/>
                  </a:lnTo>
                  <a:lnTo>
                    <a:pt x="123684" y="33396"/>
                  </a:lnTo>
                  <a:lnTo>
                    <a:pt x="172734" y="33791"/>
                  </a:lnTo>
                  <a:lnTo>
                    <a:pt x="219889" y="34282"/>
                  </a:lnTo>
                  <a:lnTo>
                    <a:pt x="263627" y="34878"/>
                  </a:lnTo>
                  <a:lnTo>
                    <a:pt x="304365" y="35601"/>
                  </a:lnTo>
                  <a:lnTo>
                    <a:pt x="343578" y="36483"/>
                  </a:lnTo>
                  <a:lnTo>
                    <a:pt x="383098" y="37563"/>
                  </a:lnTo>
                  <a:lnTo>
                    <a:pt x="404090" y="38204"/>
                  </a:lnTo>
                  <a:lnTo>
                    <a:pt x="439608" y="39373"/>
                  </a:lnTo>
                  <a:lnTo>
                    <a:pt x="477314" y="40703"/>
                  </a:lnTo>
                  <a:lnTo>
                    <a:pt x="517488" y="42194"/>
                  </a:lnTo>
                  <a:lnTo>
                    <a:pt x="560108" y="43833"/>
                  </a:lnTo>
                  <a:lnTo>
                    <a:pt x="604856" y="45595"/>
                  </a:lnTo>
                  <a:lnTo>
                    <a:pt x="651153" y="47446"/>
                  </a:lnTo>
                  <a:lnTo>
                    <a:pt x="698223" y="49341"/>
                  </a:lnTo>
                  <a:lnTo>
                    <a:pt x="745189" y="51230"/>
                  </a:lnTo>
                  <a:lnTo>
                    <a:pt x="791189" y="53064"/>
                  </a:lnTo>
                  <a:lnTo>
                    <a:pt x="835484" y="54801"/>
                  </a:lnTo>
                  <a:lnTo>
                    <a:pt x="877551" y="56407"/>
                  </a:lnTo>
                  <a:lnTo>
                    <a:pt x="917142" y="57861"/>
                  </a:lnTo>
                  <a:lnTo>
                    <a:pt x="954301" y="59153"/>
                  </a:lnTo>
                  <a:lnTo>
                    <a:pt x="981363" y="60035"/>
                  </a:lnTo>
                  <a:lnTo>
                    <a:pt x="1021686" y="61227"/>
                  </a:lnTo>
                  <a:lnTo>
                    <a:pt x="1060831" y="62207"/>
                  </a:lnTo>
                  <a:lnTo>
                    <a:pt x="1100562" y="63007"/>
                  </a:lnTo>
                  <a:lnTo>
                    <a:pt x="1142619" y="63665"/>
                  </a:lnTo>
                  <a:lnTo>
                    <a:pt x="1188061" y="64208"/>
                  </a:lnTo>
                  <a:lnTo>
                    <a:pt x="1236479" y="64652"/>
                  </a:lnTo>
                  <a:lnTo>
                    <a:pt x="1285130" y="65000"/>
                  </a:lnTo>
                  <a:lnTo>
                    <a:pt x="1328776" y="65250"/>
                  </a:lnTo>
                  <a:lnTo>
                    <a:pt x="1361379" y="65403"/>
                  </a:lnTo>
                  <a:lnTo>
                    <a:pt x="1379535" y="65474"/>
                  </a:lnTo>
                  <a:lnTo>
                    <a:pt x="1385197" y="65492"/>
                  </a:lnTo>
                  <a:lnTo>
                    <a:pt x="1385454" y="65493"/>
                  </a:lnTo>
                  <a:lnTo>
                    <a:pt x="1385454" y="32746"/>
                  </a:lnTo>
                  <a:lnTo>
                    <a:pt x="1383659" y="32741"/>
                  </a:lnTo>
                  <a:lnTo>
                    <a:pt x="1372544" y="32701"/>
                  </a:lnTo>
                  <a:lnTo>
                    <a:pt x="1347256" y="32593"/>
                  </a:lnTo>
                  <a:lnTo>
                    <a:pt x="1308617" y="32394"/>
                  </a:lnTo>
                  <a:lnTo>
                    <a:pt x="1261770" y="32096"/>
                  </a:lnTo>
                  <a:lnTo>
                    <a:pt x="1212719" y="31701"/>
                  </a:lnTo>
                  <a:lnTo>
                    <a:pt x="1165565" y="31210"/>
                  </a:lnTo>
                  <a:lnTo>
                    <a:pt x="1121826" y="30615"/>
                  </a:lnTo>
                  <a:lnTo>
                    <a:pt x="1081089" y="29892"/>
                  </a:lnTo>
                  <a:lnTo>
                    <a:pt x="1041876" y="29009"/>
                  </a:lnTo>
                  <a:lnTo>
                    <a:pt x="1002355" y="27930"/>
                  </a:lnTo>
                  <a:lnTo>
                    <a:pt x="981363" y="27288"/>
                  </a:lnTo>
                  <a:lnTo>
                    <a:pt x="945846" y="26120"/>
                  </a:lnTo>
                  <a:lnTo>
                    <a:pt x="908140" y="24789"/>
                  </a:lnTo>
                  <a:lnTo>
                    <a:pt x="867965" y="23299"/>
                  </a:lnTo>
                  <a:lnTo>
                    <a:pt x="825345" y="21660"/>
                  </a:lnTo>
                  <a:lnTo>
                    <a:pt x="780597" y="19897"/>
                  </a:lnTo>
                  <a:lnTo>
                    <a:pt x="734301" y="18046"/>
                  </a:lnTo>
                  <a:lnTo>
                    <a:pt x="687231" y="16151"/>
                  </a:lnTo>
                  <a:lnTo>
                    <a:pt x="640264" y="14263"/>
                  </a:lnTo>
                  <a:lnTo>
                    <a:pt x="594265" y="12428"/>
                  </a:lnTo>
                  <a:lnTo>
                    <a:pt x="549970" y="10692"/>
                  </a:lnTo>
                  <a:lnTo>
                    <a:pt x="507902" y="9086"/>
                  </a:lnTo>
                  <a:lnTo>
                    <a:pt x="468312" y="7632"/>
                  </a:lnTo>
                  <a:lnTo>
                    <a:pt x="431152" y="6339"/>
                  </a:lnTo>
                  <a:lnTo>
                    <a:pt x="404090" y="5457"/>
                  </a:lnTo>
                  <a:lnTo>
                    <a:pt x="363767" y="4265"/>
                  </a:lnTo>
                  <a:lnTo>
                    <a:pt x="324623" y="3286"/>
                  </a:lnTo>
                  <a:lnTo>
                    <a:pt x="284891" y="2485"/>
                  </a:lnTo>
                  <a:lnTo>
                    <a:pt x="242835" y="1828"/>
                  </a:lnTo>
                  <a:lnTo>
                    <a:pt x="197392" y="1285"/>
                  </a:lnTo>
                  <a:lnTo>
                    <a:pt x="148975" y="841"/>
                  </a:lnTo>
                  <a:lnTo>
                    <a:pt x="100324" y="492"/>
                  </a:lnTo>
                  <a:lnTo>
                    <a:pt x="56677" y="243"/>
                  </a:lnTo>
                  <a:lnTo>
                    <a:pt x="24074" y="90"/>
                  </a:lnTo>
                  <a:lnTo>
                    <a:pt x="5918" y="19"/>
                  </a:lnTo>
                  <a:lnTo>
                    <a:pt x="2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2050472" y="5095799"/>
              <a:ext cx="1385454" cy="65493"/>
            </a:xfrm>
            <a:custGeom>
              <a:avLst/>
              <a:pathLst>
                <a:path w="1385454" h="65493">
                  <a:moveTo>
                    <a:pt x="0" y="32746"/>
                  </a:moveTo>
                  <a:lnTo>
                    <a:pt x="1795" y="32752"/>
                  </a:lnTo>
                  <a:lnTo>
                    <a:pt x="12910" y="32791"/>
                  </a:lnTo>
                  <a:lnTo>
                    <a:pt x="38198" y="32899"/>
                  </a:lnTo>
                  <a:lnTo>
                    <a:pt x="76837" y="33098"/>
                  </a:lnTo>
                  <a:lnTo>
                    <a:pt x="123684" y="33396"/>
                  </a:lnTo>
                  <a:lnTo>
                    <a:pt x="172734" y="33791"/>
                  </a:lnTo>
                  <a:lnTo>
                    <a:pt x="219889" y="34282"/>
                  </a:lnTo>
                  <a:lnTo>
                    <a:pt x="263627" y="34878"/>
                  </a:lnTo>
                  <a:lnTo>
                    <a:pt x="304365" y="35601"/>
                  </a:lnTo>
                  <a:lnTo>
                    <a:pt x="343578" y="36483"/>
                  </a:lnTo>
                  <a:lnTo>
                    <a:pt x="383098" y="37563"/>
                  </a:lnTo>
                  <a:lnTo>
                    <a:pt x="404090" y="38204"/>
                  </a:lnTo>
                  <a:lnTo>
                    <a:pt x="439608" y="39373"/>
                  </a:lnTo>
                  <a:lnTo>
                    <a:pt x="477314" y="40703"/>
                  </a:lnTo>
                  <a:lnTo>
                    <a:pt x="517488" y="42194"/>
                  </a:lnTo>
                  <a:lnTo>
                    <a:pt x="560108" y="43833"/>
                  </a:lnTo>
                  <a:lnTo>
                    <a:pt x="604856" y="45595"/>
                  </a:lnTo>
                  <a:lnTo>
                    <a:pt x="651153" y="47446"/>
                  </a:lnTo>
                  <a:lnTo>
                    <a:pt x="698223" y="49341"/>
                  </a:lnTo>
                  <a:lnTo>
                    <a:pt x="745189" y="51230"/>
                  </a:lnTo>
                  <a:lnTo>
                    <a:pt x="791189" y="53064"/>
                  </a:lnTo>
                  <a:lnTo>
                    <a:pt x="835484" y="54801"/>
                  </a:lnTo>
                  <a:lnTo>
                    <a:pt x="877551" y="56407"/>
                  </a:lnTo>
                  <a:lnTo>
                    <a:pt x="917142" y="57861"/>
                  </a:lnTo>
                  <a:lnTo>
                    <a:pt x="954301" y="59153"/>
                  </a:lnTo>
                  <a:lnTo>
                    <a:pt x="981363" y="60035"/>
                  </a:lnTo>
                  <a:lnTo>
                    <a:pt x="1021686" y="61227"/>
                  </a:lnTo>
                  <a:lnTo>
                    <a:pt x="1060831" y="62207"/>
                  </a:lnTo>
                  <a:lnTo>
                    <a:pt x="1100562" y="63007"/>
                  </a:lnTo>
                  <a:lnTo>
                    <a:pt x="1142619" y="63665"/>
                  </a:lnTo>
                  <a:lnTo>
                    <a:pt x="1188061" y="64208"/>
                  </a:lnTo>
                  <a:lnTo>
                    <a:pt x="1236479" y="64652"/>
                  </a:lnTo>
                  <a:lnTo>
                    <a:pt x="1285130" y="65000"/>
                  </a:lnTo>
                  <a:lnTo>
                    <a:pt x="1328776" y="65250"/>
                  </a:lnTo>
                  <a:lnTo>
                    <a:pt x="1361379" y="65403"/>
                  </a:lnTo>
                  <a:lnTo>
                    <a:pt x="1379535" y="65474"/>
                  </a:lnTo>
                  <a:lnTo>
                    <a:pt x="1385197" y="65492"/>
                  </a:lnTo>
                  <a:lnTo>
                    <a:pt x="1385454" y="65493"/>
                  </a:lnTo>
                  <a:lnTo>
                    <a:pt x="1385454" y="32746"/>
                  </a:lnTo>
                  <a:lnTo>
                    <a:pt x="1383659" y="32741"/>
                  </a:lnTo>
                  <a:lnTo>
                    <a:pt x="1372544" y="32701"/>
                  </a:lnTo>
                  <a:lnTo>
                    <a:pt x="1347256" y="32593"/>
                  </a:lnTo>
                  <a:lnTo>
                    <a:pt x="1308617" y="32394"/>
                  </a:lnTo>
                  <a:lnTo>
                    <a:pt x="1261770" y="32096"/>
                  </a:lnTo>
                  <a:lnTo>
                    <a:pt x="1212719" y="31701"/>
                  </a:lnTo>
                  <a:lnTo>
                    <a:pt x="1165565" y="31210"/>
                  </a:lnTo>
                  <a:lnTo>
                    <a:pt x="1121826" y="30615"/>
                  </a:lnTo>
                  <a:lnTo>
                    <a:pt x="1081089" y="29892"/>
                  </a:lnTo>
                  <a:lnTo>
                    <a:pt x="1041876" y="29009"/>
                  </a:lnTo>
                  <a:lnTo>
                    <a:pt x="1002355" y="27930"/>
                  </a:lnTo>
                  <a:lnTo>
                    <a:pt x="981363" y="27288"/>
                  </a:lnTo>
                  <a:lnTo>
                    <a:pt x="945846" y="26120"/>
                  </a:lnTo>
                  <a:lnTo>
                    <a:pt x="908140" y="24789"/>
                  </a:lnTo>
                  <a:lnTo>
                    <a:pt x="867965" y="23299"/>
                  </a:lnTo>
                  <a:lnTo>
                    <a:pt x="825345" y="21660"/>
                  </a:lnTo>
                  <a:lnTo>
                    <a:pt x="780597" y="19897"/>
                  </a:lnTo>
                  <a:lnTo>
                    <a:pt x="734301" y="18046"/>
                  </a:lnTo>
                  <a:lnTo>
                    <a:pt x="687231" y="16151"/>
                  </a:lnTo>
                  <a:lnTo>
                    <a:pt x="640264" y="14263"/>
                  </a:lnTo>
                  <a:lnTo>
                    <a:pt x="594265" y="12428"/>
                  </a:lnTo>
                  <a:lnTo>
                    <a:pt x="549970" y="10692"/>
                  </a:lnTo>
                  <a:lnTo>
                    <a:pt x="507902" y="9086"/>
                  </a:lnTo>
                  <a:lnTo>
                    <a:pt x="468312" y="7632"/>
                  </a:lnTo>
                  <a:lnTo>
                    <a:pt x="431152" y="6339"/>
                  </a:lnTo>
                  <a:lnTo>
                    <a:pt x="404090" y="5457"/>
                  </a:lnTo>
                  <a:lnTo>
                    <a:pt x="363767" y="4265"/>
                  </a:lnTo>
                  <a:lnTo>
                    <a:pt x="324623" y="3286"/>
                  </a:lnTo>
                  <a:lnTo>
                    <a:pt x="284891" y="2485"/>
                  </a:lnTo>
                  <a:lnTo>
                    <a:pt x="242835" y="1828"/>
                  </a:lnTo>
                  <a:lnTo>
                    <a:pt x="197392" y="1285"/>
                  </a:lnTo>
                  <a:lnTo>
                    <a:pt x="148975" y="841"/>
                  </a:lnTo>
                  <a:lnTo>
                    <a:pt x="100324" y="492"/>
                  </a:lnTo>
                  <a:lnTo>
                    <a:pt x="56677" y="243"/>
                  </a:lnTo>
                  <a:lnTo>
                    <a:pt x="24074" y="90"/>
                  </a:lnTo>
                  <a:lnTo>
                    <a:pt x="5918" y="19"/>
                  </a:lnTo>
                  <a:lnTo>
                    <a:pt x="2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2050472" y="6045454"/>
              <a:ext cx="1385454" cy="229227"/>
            </a:xfrm>
            <a:custGeom>
              <a:avLst/>
              <a:pathLst>
                <a:path w="1385454" h="229227">
                  <a:moveTo>
                    <a:pt x="0" y="32746"/>
                  </a:moveTo>
                  <a:lnTo>
                    <a:pt x="1786" y="32779"/>
                  </a:lnTo>
                  <a:lnTo>
                    <a:pt x="12853" y="33016"/>
                  </a:lnTo>
                  <a:lnTo>
                    <a:pt x="38043" y="33659"/>
                  </a:lnTo>
                  <a:lnTo>
                    <a:pt x="76559" y="34848"/>
                  </a:lnTo>
                  <a:lnTo>
                    <a:pt x="123296" y="36630"/>
                  </a:lnTo>
                  <a:lnTo>
                    <a:pt x="172271" y="38990"/>
                  </a:lnTo>
                  <a:lnTo>
                    <a:pt x="219382" y="41925"/>
                  </a:lnTo>
                  <a:lnTo>
                    <a:pt x="263092" y="45486"/>
                  </a:lnTo>
                  <a:lnTo>
                    <a:pt x="303797" y="49804"/>
                  </a:lnTo>
                  <a:lnTo>
                    <a:pt x="342957" y="55074"/>
                  </a:lnTo>
                  <a:lnTo>
                    <a:pt x="382395" y="61520"/>
                  </a:lnTo>
                  <a:lnTo>
                    <a:pt x="404090" y="65493"/>
                  </a:lnTo>
                  <a:lnTo>
                    <a:pt x="439165" y="72415"/>
                  </a:lnTo>
                  <a:lnTo>
                    <a:pt x="476371" y="80282"/>
                  </a:lnTo>
                  <a:lnTo>
                    <a:pt x="515984" y="89089"/>
                  </a:lnTo>
                  <a:lnTo>
                    <a:pt x="557989" y="98769"/>
                  </a:lnTo>
                  <a:lnTo>
                    <a:pt x="602093" y="109183"/>
                  </a:lnTo>
                  <a:lnTo>
                    <a:pt x="647750" y="120128"/>
                  </a:lnTo>
                  <a:lnTo>
                    <a:pt x="694221" y="131348"/>
                  </a:lnTo>
                  <a:lnTo>
                    <a:pt x="740665" y="142558"/>
                  </a:lnTo>
                  <a:lnTo>
                    <a:pt x="786242" y="153476"/>
                  </a:lnTo>
                  <a:lnTo>
                    <a:pt x="830226" y="163849"/>
                  </a:lnTo>
                  <a:lnTo>
                    <a:pt x="872084" y="173476"/>
                  </a:lnTo>
                  <a:lnTo>
                    <a:pt x="911539" y="182224"/>
                  </a:lnTo>
                  <a:lnTo>
                    <a:pt x="948597" y="190030"/>
                  </a:lnTo>
                  <a:lnTo>
                    <a:pt x="981363" y="196480"/>
                  </a:lnTo>
                  <a:lnTo>
                    <a:pt x="1021624" y="203622"/>
                  </a:lnTo>
                  <a:lnTo>
                    <a:pt x="1060706" y="209493"/>
                  </a:lnTo>
                  <a:lnTo>
                    <a:pt x="1100368" y="214291"/>
                  </a:lnTo>
                  <a:lnTo>
                    <a:pt x="1142341" y="218234"/>
                  </a:lnTo>
                  <a:lnTo>
                    <a:pt x="1187686" y="221491"/>
                  </a:lnTo>
                  <a:lnTo>
                    <a:pt x="1236009" y="224156"/>
                  </a:lnTo>
                  <a:lnTo>
                    <a:pt x="1284604" y="226249"/>
                  </a:lnTo>
                  <a:lnTo>
                    <a:pt x="1328279" y="227753"/>
                  </a:lnTo>
                  <a:lnTo>
                    <a:pt x="1361012" y="228676"/>
                  </a:lnTo>
                  <a:lnTo>
                    <a:pt x="1379357" y="229106"/>
                  </a:lnTo>
                  <a:lnTo>
                    <a:pt x="1385171" y="229222"/>
                  </a:lnTo>
                  <a:lnTo>
                    <a:pt x="1385454" y="229227"/>
                  </a:lnTo>
                  <a:lnTo>
                    <a:pt x="1385454" y="196480"/>
                  </a:lnTo>
                  <a:lnTo>
                    <a:pt x="1383667" y="196447"/>
                  </a:lnTo>
                  <a:lnTo>
                    <a:pt x="1372600" y="196210"/>
                  </a:lnTo>
                  <a:lnTo>
                    <a:pt x="1347411" y="195567"/>
                  </a:lnTo>
                  <a:lnTo>
                    <a:pt x="1308895" y="194378"/>
                  </a:lnTo>
                  <a:lnTo>
                    <a:pt x="1262158" y="192596"/>
                  </a:lnTo>
                  <a:lnTo>
                    <a:pt x="1213182" y="190236"/>
                  </a:lnTo>
                  <a:lnTo>
                    <a:pt x="1166071" y="187301"/>
                  </a:lnTo>
                  <a:lnTo>
                    <a:pt x="1122362" y="183740"/>
                  </a:lnTo>
                  <a:lnTo>
                    <a:pt x="1081656" y="179422"/>
                  </a:lnTo>
                  <a:lnTo>
                    <a:pt x="1042497" y="174152"/>
                  </a:lnTo>
                  <a:lnTo>
                    <a:pt x="1003059" y="167706"/>
                  </a:lnTo>
                  <a:lnTo>
                    <a:pt x="981363" y="163733"/>
                  </a:lnTo>
                  <a:lnTo>
                    <a:pt x="946288" y="156811"/>
                  </a:lnTo>
                  <a:lnTo>
                    <a:pt x="909082" y="148944"/>
                  </a:lnTo>
                  <a:lnTo>
                    <a:pt x="869470" y="140137"/>
                  </a:lnTo>
                  <a:lnTo>
                    <a:pt x="827464" y="130458"/>
                  </a:lnTo>
                  <a:lnTo>
                    <a:pt x="783360" y="120043"/>
                  </a:lnTo>
                  <a:lnTo>
                    <a:pt x="737703" y="109098"/>
                  </a:lnTo>
                  <a:lnTo>
                    <a:pt x="691232" y="97879"/>
                  </a:lnTo>
                  <a:lnTo>
                    <a:pt x="644789" y="86668"/>
                  </a:lnTo>
                  <a:lnTo>
                    <a:pt x="599211" y="75750"/>
                  </a:lnTo>
                  <a:lnTo>
                    <a:pt x="555228" y="65377"/>
                  </a:lnTo>
                  <a:lnTo>
                    <a:pt x="513370" y="55750"/>
                  </a:lnTo>
                  <a:lnTo>
                    <a:pt x="473914" y="47002"/>
                  </a:lnTo>
                  <a:lnTo>
                    <a:pt x="436856" y="39196"/>
                  </a:lnTo>
                  <a:lnTo>
                    <a:pt x="404090" y="32746"/>
                  </a:lnTo>
                  <a:lnTo>
                    <a:pt x="363830" y="25604"/>
                  </a:lnTo>
                  <a:lnTo>
                    <a:pt x="324747" y="19733"/>
                  </a:lnTo>
                  <a:lnTo>
                    <a:pt x="285085" y="14936"/>
                  </a:lnTo>
                  <a:lnTo>
                    <a:pt x="243112" y="10992"/>
                  </a:lnTo>
                  <a:lnTo>
                    <a:pt x="197767" y="7735"/>
                  </a:lnTo>
                  <a:lnTo>
                    <a:pt x="149444" y="5071"/>
                  </a:lnTo>
                  <a:lnTo>
                    <a:pt x="100849" y="2977"/>
                  </a:lnTo>
                  <a:lnTo>
                    <a:pt x="57174" y="1473"/>
                  </a:lnTo>
                  <a:lnTo>
                    <a:pt x="24441" y="551"/>
                  </a:lnTo>
                  <a:lnTo>
                    <a:pt x="6096" y="120"/>
                  </a:lnTo>
                  <a:lnTo>
                    <a:pt x="283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2050472" y="5128545"/>
              <a:ext cx="1385454" cy="65493"/>
            </a:xfrm>
            <a:custGeom>
              <a:avLst/>
              <a:pathLst>
                <a:path w="1385454" h="65493">
                  <a:moveTo>
                    <a:pt x="0" y="32746"/>
                  </a:moveTo>
                  <a:lnTo>
                    <a:pt x="1795" y="32752"/>
                  </a:lnTo>
                  <a:lnTo>
                    <a:pt x="12910" y="32791"/>
                  </a:lnTo>
                  <a:lnTo>
                    <a:pt x="38198" y="32899"/>
                  </a:lnTo>
                  <a:lnTo>
                    <a:pt x="76837" y="33098"/>
                  </a:lnTo>
                  <a:lnTo>
                    <a:pt x="123684" y="33396"/>
                  </a:lnTo>
                  <a:lnTo>
                    <a:pt x="172734" y="33791"/>
                  </a:lnTo>
                  <a:lnTo>
                    <a:pt x="219889" y="34282"/>
                  </a:lnTo>
                  <a:lnTo>
                    <a:pt x="263627" y="34878"/>
                  </a:lnTo>
                  <a:lnTo>
                    <a:pt x="304365" y="35601"/>
                  </a:lnTo>
                  <a:lnTo>
                    <a:pt x="343578" y="36483"/>
                  </a:lnTo>
                  <a:lnTo>
                    <a:pt x="383098" y="37563"/>
                  </a:lnTo>
                  <a:lnTo>
                    <a:pt x="404090" y="38204"/>
                  </a:lnTo>
                  <a:lnTo>
                    <a:pt x="439608" y="39373"/>
                  </a:lnTo>
                  <a:lnTo>
                    <a:pt x="477314" y="40703"/>
                  </a:lnTo>
                  <a:lnTo>
                    <a:pt x="517488" y="42194"/>
                  </a:lnTo>
                  <a:lnTo>
                    <a:pt x="560108" y="43833"/>
                  </a:lnTo>
                  <a:lnTo>
                    <a:pt x="604856" y="45595"/>
                  </a:lnTo>
                  <a:lnTo>
                    <a:pt x="651153" y="47446"/>
                  </a:lnTo>
                  <a:lnTo>
                    <a:pt x="698223" y="49341"/>
                  </a:lnTo>
                  <a:lnTo>
                    <a:pt x="745189" y="51230"/>
                  </a:lnTo>
                  <a:lnTo>
                    <a:pt x="791189" y="53064"/>
                  </a:lnTo>
                  <a:lnTo>
                    <a:pt x="835484" y="54801"/>
                  </a:lnTo>
                  <a:lnTo>
                    <a:pt x="877551" y="56407"/>
                  </a:lnTo>
                  <a:lnTo>
                    <a:pt x="917142" y="57861"/>
                  </a:lnTo>
                  <a:lnTo>
                    <a:pt x="954301" y="59153"/>
                  </a:lnTo>
                  <a:lnTo>
                    <a:pt x="981363" y="60035"/>
                  </a:lnTo>
                  <a:lnTo>
                    <a:pt x="1021686" y="61227"/>
                  </a:lnTo>
                  <a:lnTo>
                    <a:pt x="1060831" y="62207"/>
                  </a:lnTo>
                  <a:lnTo>
                    <a:pt x="1100562" y="63007"/>
                  </a:lnTo>
                  <a:lnTo>
                    <a:pt x="1142619" y="63665"/>
                  </a:lnTo>
                  <a:lnTo>
                    <a:pt x="1188061" y="64208"/>
                  </a:lnTo>
                  <a:lnTo>
                    <a:pt x="1236479" y="64652"/>
                  </a:lnTo>
                  <a:lnTo>
                    <a:pt x="1285130" y="65000"/>
                  </a:lnTo>
                  <a:lnTo>
                    <a:pt x="1328776" y="65250"/>
                  </a:lnTo>
                  <a:lnTo>
                    <a:pt x="1361379" y="65403"/>
                  </a:lnTo>
                  <a:lnTo>
                    <a:pt x="1379535" y="65474"/>
                  </a:lnTo>
                  <a:lnTo>
                    <a:pt x="1385197" y="65492"/>
                  </a:lnTo>
                  <a:lnTo>
                    <a:pt x="1385454" y="65493"/>
                  </a:lnTo>
                  <a:lnTo>
                    <a:pt x="1385454" y="32746"/>
                  </a:lnTo>
                  <a:lnTo>
                    <a:pt x="1383659" y="32741"/>
                  </a:lnTo>
                  <a:lnTo>
                    <a:pt x="1372544" y="32701"/>
                  </a:lnTo>
                  <a:lnTo>
                    <a:pt x="1347256" y="32593"/>
                  </a:lnTo>
                  <a:lnTo>
                    <a:pt x="1308617" y="32394"/>
                  </a:lnTo>
                  <a:lnTo>
                    <a:pt x="1261770" y="32096"/>
                  </a:lnTo>
                  <a:lnTo>
                    <a:pt x="1212719" y="31701"/>
                  </a:lnTo>
                  <a:lnTo>
                    <a:pt x="1165565" y="31210"/>
                  </a:lnTo>
                  <a:lnTo>
                    <a:pt x="1121826" y="30615"/>
                  </a:lnTo>
                  <a:lnTo>
                    <a:pt x="1081089" y="29892"/>
                  </a:lnTo>
                  <a:lnTo>
                    <a:pt x="1041876" y="29009"/>
                  </a:lnTo>
                  <a:lnTo>
                    <a:pt x="1002355" y="27930"/>
                  </a:lnTo>
                  <a:lnTo>
                    <a:pt x="981363" y="27288"/>
                  </a:lnTo>
                  <a:lnTo>
                    <a:pt x="945846" y="26120"/>
                  </a:lnTo>
                  <a:lnTo>
                    <a:pt x="908140" y="24789"/>
                  </a:lnTo>
                  <a:lnTo>
                    <a:pt x="867965" y="23299"/>
                  </a:lnTo>
                  <a:lnTo>
                    <a:pt x="825345" y="21660"/>
                  </a:lnTo>
                  <a:lnTo>
                    <a:pt x="780597" y="19897"/>
                  </a:lnTo>
                  <a:lnTo>
                    <a:pt x="734301" y="18046"/>
                  </a:lnTo>
                  <a:lnTo>
                    <a:pt x="687231" y="16151"/>
                  </a:lnTo>
                  <a:lnTo>
                    <a:pt x="640264" y="14263"/>
                  </a:lnTo>
                  <a:lnTo>
                    <a:pt x="594265" y="12428"/>
                  </a:lnTo>
                  <a:lnTo>
                    <a:pt x="549970" y="10692"/>
                  </a:lnTo>
                  <a:lnTo>
                    <a:pt x="507902" y="9086"/>
                  </a:lnTo>
                  <a:lnTo>
                    <a:pt x="468312" y="7632"/>
                  </a:lnTo>
                  <a:lnTo>
                    <a:pt x="431152" y="6339"/>
                  </a:lnTo>
                  <a:lnTo>
                    <a:pt x="404090" y="5457"/>
                  </a:lnTo>
                  <a:lnTo>
                    <a:pt x="363767" y="4265"/>
                  </a:lnTo>
                  <a:lnTo>
                    <a:pt x="324623" y="3286"/>
                  </a:lnTo>
                  <a:lnTo>
                    <a:pt x="284891" y="2485"/>
                  </a:lnTo>
                  <a:lnTo>
                    <a:pt x="242835" y="1828"/>
                  </a:lnTo>
                  <a:lnTo>
                    <a:pt x="197392" y="1285"/>
                  </a:lnTo>
                  <a:lnTo>
                    <a:pt x="148975" y="841"/>
                  </a:lnTo>
                  <a:lnTo>
                    <a:pt x="100324" y="492"/>
                  </a:lnTo>
                  <a:lnTo>
                    <a:pt x="56677" y="243"/>
                  </a:lnTo>
                  <a:lnTo>
                    <a:pt x="24074" y="90"/>
                  </a:lnTo>
                  <a:lnTo>
                    <a:pt x="5918" y="19"/>
                  </a:lnTo>
                  <a:lnTo>
                    <a:pt x="2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2050472" y="6078201"/>
              <a:ext cx="1385454" cy="229227"/>
            </a:xfrm>
            <a:custGeom>
              <a:avLst/>
              <a:pathLst>
                <a:path w="1385454" h="229227">
                  <a:moveTo>
                    <a:pt x="0" y="32746"/>
                  </a:moveTo>
                  <a:lnTo>
                    <a:pt x="1786" y="32779"/>
                  </a:lnTo>
                  <a:lnTo>
                    <a:pt x="12853" y="33016"/>
                  </a:lnTo>
                  <a:lnTo>
                    <a:pt x="38043" y="33659"/>
                  </a:lnTo>
                  <a:lnTo>
                    <a:pt x="76559" y="34848"/>
                  </a:lnTo>
                  <a:lnTo>
                    <a:pt x="123296" y="36630"/>
                  </a:lnTo>
                  <a:lnTo>
                    <a:pt x="172271" y="38990"/>
                  </a:lnTo>
                  <a:lnTo>
                    <a:pt x="219382" y="41925"/>
                  </a:lnTo>
                  <a:lnTo>
                    <a:pt x="263092" y="45486"/>
                  </a:lnTo>
                  <a:lnTo>
                    <a:pt x="303797" y="49804"/>
                  </a:lnTo>
                  <a:lnTo>
                    <a:pt x="342957" y="55074"/>
                  </a:lnTo>
                  <a:lnTo>
                    <a:pt x="382395" y="61520"/>
                  </a:lnTo>
                  <a:lnTo>
                    <a:pt x="404090" y="65493"/>
                  </a:lnTo>
                  <a:lnTo>
                    <a:pt x="439165" y="72415"/>
                  </a:lnTo>
                  <a:lnTo>
                    <a:pt x="476371" y="80282"/>
                  </a:lnTo>
                  <a:lnTo>
                    <a:pt x="515984" y="89089"/>
                  </a:lnTo>
                  <a:lnTo>
                    <a:pt x="557989" y="98769"/>
                  </a:lnTo>
                  <a:lnTo>
                    <a:pt x="602093" y="109183"/>
                  </a:lnTo>
                  <a:lnTo>
                    <a:pt x="647750" y="120128"/>
                  </a:lnTo>
                  <a:lnTo>
                    <a:pt x="694221" y="131348"/>
                  </a:lnTo>
                  <a:lnTo>
                    <a:pt x="740665" y="142558"/>
                  </a:lnTo>
                  <a:lnTo>
                    <a:pt x="786242" y="153476"/>
                  </a:lnTo>
                  <a:lnTo>
                    <a:pt x="830226" y="163849"/>
                  </a:lnTo>
                  <a:lnTo>
                    <a:pt x="872084" y="173476"/>
                  </a:lnTo>
                  <a:lnTo>
                    <a:pt x="911539" y="182224"/>
                  </a:lnTo>
                  <a:lnTo>
                    <a:pt x="948597" y="190030"/>
                  </a:lnTo>
                  <a:lnTo>
                    <a:pt x="981363" y="196480"/>
                  </a:lnTo>
                  <a:lnTo>
                    <a:pt x="1021624" y="203622"/>
                  </a:lnTo>
                  <a:lnTo>
                    <a:pt x="1060706" y="209493"/>
                  </a:lnTo>
                  <a:lnTo>
                    <a:pt x="1100368" y="214291"/>
                  </a:lnTo>
                  <a:lnTo>
                    <a:pt x="1142341" y="218234"/>
                  </a:lnTo>
                  <a:lnTo>
                    <a:pt x="1187686" y="221491"/>
                  </a:lnTo>
                  <a:lnTo>
                    <a:pt x="1236009" y="224156"/>
                  </a:lnTo>
                  <a:lnTo>
                    <a:pt x="1284604" y="226249"/>
                  </a:lnTo>
                  <a:lnTo>
                    <a:pt x="1328279" y="227753"/>
                  </a:lnTo>
                  <a:lnTo>
                    <a:pt x="1361012" y="228676"/>
                  </a:lnTo>
                  <a:lnTo>
                    <a:pt x="1379357" y="229106"/>
                  </a:lnTo>
                  <a:lnTo>
                    <a:pt x="1385171" y="229222"/>
                  </a:lnTo>
                  <a:lnTo>
                    <a:pt x="1385454" y="229227"/>
                  </a:lnTo>
                  <a:lnTo>
                    <a:pt x="1385454" y="196480"/>
                  </a:lnTo>
                  <a:lnTo>
                    <a:pt x="1383667" y="196447"/>
                  </a:lnTo>
                  <a:lnTo>
                    <a:pt x="1372600" y="196210"/>
                  </a:lnTo>
                  <a:lnTo>
                    <a:pt x="1347411" y="195567"/>
                  </a:lnTo>
                  <a:lnTo>
                    <a:pt x="1308895" y="194378"/>
                  </a:lnTo>
                  <a:lnTo>
                    <a:pt x="1262158" y="192596"/>
                  </a:lnTo>
                  <a:lnTo>
                    <a:pt x="1213182" y="190236"/>
                  </a:lnTo>
                  <a:lnTo>
                    <a:pt x="1166071" y="187301"/>
                  </a:lnTo>
                  <a:lnTo>
                    <a:pt x="1122362" y="183740"/>
                  </a:lnTo>
                  <a:lnTo>
                    <a:pt x="1081656" y="179422"/>
                  </a:lnTo>
                  <a:lnTo>
                    <a:pt x="1042497" y="174152"/>
                  </a:lnTo>
                  <a:lnTo>
                    <a:pt x="1003059" y="167706"/>
                  </a:lnTo>
                  <a:lnTo>
                    <a:pt x="981363" y="163733"/>
                  </a:lnTo>
                  <a:lnTo>
                    <a:pt x="946288" y="156811"/>
                  </a:lnTo>
                  <a:lnTo>
                    <a:pt x="909082" y="148944"/>
                  </a:lnTo>
                  <a:lnTo>
                    <a:pt x="869470" y="140137"/>
                  </a:lnTo>
                  <a:lnTo>
                    <a:pt x="827464" y="130458"/>
                  </a:lnTo>
                  <a:lnTo>
                    <a:pt x="783360" y="120043"/>
                  </a:lnTo>
                  <a:lnTo>
                    <a:pt x="737703" y="109098"/>
                  </a:lnTo>
                  <a:lnTo>
                    <a:pt x="691232" y="97879"/>
                  </a:lnTo>
                  <a:lnTo>
                    <a:pt x="644789" y="86668"/>
                  </a:lnTo>
                  <a:lnTo>
                    <a:pt x="599211" y="75750"/>
                  </a:lnTo>
                  <a:lnTo>
                    <a:pt x="555228" y="65377"/>
                  </a:lnTo>
                  <a:lnTo>
                    <a:pt x="513370" y="55750"/>
                  </a:lnTo>
                  <a:lnTo>
                    <a:pt x="473914" y="47002"/>
                  </a:lnTo>
                  <a:lnTo>
                    <a:pt x="436856" y="39196"/>
                  </a:lnTo>
                  <a:lnTo>
                    <a:pt x="404090" y="32746"/>
                  </a:lnTo>
                  <a:lnTo>
                    <a:pt x="363830" y="25604"/>
                  </a:lnTo>
                  <a:lnTo>
                    <a:pt x="324747" y="19733"/>
                  </a:lnTo>
                  <a:lnTo>
                    <a:pt x="285085" y="14936"/>
                  </a:lnTo>
                  <a:lnTo>
                    <a:pt x="243112" y="10992"/>
                  </a:lnTo>
                  <a:lnTo>
                    <a:pt x="197767" y="7735"/>
                  </a:lnTo>
                  <a:lnTo>
                    <a:pt x="149444" y="5071"/>
                  </a:lnTo>
                  <a:lnTo>
                    <a:pt x="100849" y="2977"/>
                  </a:lnTo>
                  <a:lnTo>
                    <a:pt x="57174" y="1473"/>
                  </a:lnTo>
                  <a:lnTo>
                    <a:pt x="24441" y="551"/>
                  </a:lnTo>
                  <a:lnTo>
                    <a:pt x="6096" y="120"/>
                  </a:lnTo>
                  <a:lnTo>
                    <a:pt x="283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2050472" y="2639794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2050472" y="2672540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2050472" y="2705287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2050472" y="6372921"/>
              <a:ext cx="1385454" cy="229227"/>
            </a:xfrm>
            <a:custGeom>
              <a:avLst/>
              <a:pathLst>
                <a:path w="1385454" h="229227">
                  <a:moveTo>
                    <a:pt x="0" y="32746"/>
                  </a:moveTo>
                  <a:lnTo>
                    <a:pt x="1786" y="32779"/>
                  </a:lnTo>
                  <a:lnTo>
                    <a:pt x="12853" y="33016"/>
                  </a:lnTo>
                  <a:lnTo>
                    <a:pt x="38043" y="33659"/>
                  </a:lnTo>
                  <a:lnTo>
                    <a:pt x="76559" y="34848"/>
                  </a:lnTo>
                  <a:lnTo>
                    <a:pt x="123296" y="36630"/>
                  </a:lnTo>
                  <a:lnTo>
                    <a:pt x="172271" y="38990"/>
                  </a:lnTo>
                  <a:lnTo>
                    <a:pt x="219382" y="41925"/>
                  </a:lnTo>
                  <a:lnTo>
                    <a:pt x="263092" y="45486"/>
                  </a:lnTo>
                  <a:lnTo>
                    <a:pt x="303797" y="49804"/>
                  </a:lnTo>
                  <a:lnTo>
                    <a:pt x="342957" y="55074"/>
                  </a:lnTo>
                  <a:lnTo>
                    <a:pt x="382395" y="61520"/>
                  </a:lnTo>
                  <a:lnTo>
                    <a:pt x="404090" y="65493"/>
                  </a:lnTo>
                  <a:lnTo>
                    <a:pt x="439165" y="72415"/>
                  </a:lnTo>
                  <a:lnTo>
                    <a:pt x="476371" y="80282"/>
                  </a:lnTo>
                  <a:lnTo>
                    <a:pt x="515984" y="89089"/>
                  </a:lnTo>
                  <a:lnTo>
                    <a:pt x="557989" y="98769"/>
                  </a:lnTo>
                  <a:lnTo>
                    <a:pt x="602093" y="109183"/>
                  </a:lnTo>
                  <a:lnTo>
                    <a:pt x="647750" y="120128"/>
                  </a:lnTo>
                  <a:lnTo>
                    <a:pt x="694221" y="131348"/>
                  </a:lnTo>
                  <a:lnTo>
                    <a:pt x="740665" y="142558"/>
                  </a:lnTo>
                  <a:lnTo>
                    <a:pt x="786242" y="153476"/>
                  </a:lnTo>
                  <a:lnTo>
                    <a:pt x="830226" y="163849"/>
                  </a:lnTo>
                  <a:lnTo>
                    <a:pt x="872084" y="173476"/>
                  </a:lnTo>
                  <a:lnTo>
                    <a:pt x="911539" y="182224"/>
                  </a:lnTo>
                  <a:lnTo>
                    <a:pt x="948597" y="190030"/>
                  </a:lnTo>
                  <a:lnTo>
                    <a:pt x="981363" y="196480"/>
                  </a:lnTo>
                  <a:lnTo>
                    <a:pt x="1021624" y="203622"/>
                  </a:lnTo>
                  <a:lnTo>
                    <a:pt x="1060706" y="209493"/>
                  </a:lnTo>
                  <a:lnTo>
                    <a:pt x="1100368" y="214291"/>
                  </a:lnTo>
                  <a:lnTo>
                    <a:pt x="1142341" y="218234"/>
                  </a:lnTo>
                  <a:lnTo>
                    <a:pt x="1187686" y="221491"/>
                  </a:lnTo>
                  <a:lnTo>
                    <a:pt x="1236009" y="224156"/>
                  </a:lnTo>
                  <a:lnTo>
                    <a:pt x="1284604" y="226249"/>
                  </a:lnTo>
                  <a:lnTo>
                    <a:pt x="1328279" y="227753"/>
                  </a:lnTo>
                  <a:lnTo>
                    <a:pt x="1361012" y="228676"/>
                  </a:lnTo>
                  <a:lnTo>
                    <a:pt x="1379357" y="229106"/>
                  </a:lnTo>
                  <a:lnTo>
                    <a:pt x="1385171" y="229222"/>
                  </a:lnTo>
                  <a:lnTo>
                    <a:pt x="1385454" y="229227"/>
                  </a:lnTo>
                  <a:lnTo>
                    <a:pt x="1385454" y="196480"/>
                  </a:lnTo>
                  <a:lnTo>
                    <a:pt x="1383667" y="196447"/>
                  </a:lnTo>
                  <a:lnTo>
                    <a:pt x="1372600" y="196210"/>
                  </a:lnTo>
                  <a:lnTo>
                    <a:pt x="1347411" y="195567"/>
                  </a:lnTo>
                  <a:lnTo>
                    <a:pt x="1308895" y="194378"/>
                  </a:lnTo>
                  <a:lnTo>
                    <a:pt x="1262158" y="192596"/>
                  </a:lnTo>
                  <a:lnTo>
                    <a:pt x="1213182" y="190236"/>
                  </a:lnTo>
                  <a:lnTo>
                    <a:pt x="1166071" y="187301"/>
                  </a:lnTo>
                  <a:lnTo>
                    <a:pt x="1122362" y="183740"/>
                  </a:lnTo>
                  <a:lnTo>
                    <a:pt x="1081656" y="179422"/>
                  </a:lnTo>
                  <a:lnTo>
                    <a:pt x="1042497" y="174152"/>
                  </a:lnTo>
                  <a:lnTo>
                    <a:pt x="1003059" y="167706"/>
                  </a:lnTo>
                  <a:lnTo>
                    <a:pt x="981363" y="163733"/>
                  </a:lnTo>
                  <a:lnTo>
                    <a:pt x="946288" y="156811"/>
                  </a:lnTo>
                  <a:lnTo>
                    <a:pt x="909082" y="148944"/>
                  </a:lnTo>
                  <a:lnTo>
                    <a:pt x="869470" y="140137"/>
                  </a:lnTo>
                  <a:lnTo>
                    <a:pt x="827464" y="130458"/>
                  </a:lnTo>
                  <a:lnTo>
                    <a:pt x="783360" y="120043"/>
                  </a:lnTo>
                  <a:lnTo>
                    <a:pt x="737703" y="109098"/>
                  </a:lnTo>
                  <a:lnTo>
                    <a:pt x="691232" y="97879"/>
                  </a:lnTo>
                  <a:lnTo>
                    <a:pt x="644789" y="86668"/>
                  </a:lnTo>
                  <a:lnTo>
                    <a:pt x="599211" y="75750"/>
                  </a:lnTo>
                  <a:lnTo>
                    <a:pt x="555228" y="65377"/>
                  </a:lnTo>
                  <a:lnTo>
                    <a:pt x="513370" y="55750"/>
                  </a:lnTo>
                  <a:lnTo>
                    <a:pt x="473914" y="47002"/>
                  </a:lnTo>
                  <a:lnTo>
                    <a:pt x="436856" y="39196"/>
                  </a:lnTo>
                  <a:lnTo>
                    <a:pt x="404090" y="32746"/>
                  </a:lnTo>
                  <a:lnTo>
                    <a:pt x="363830" y="25604"/>
                  </a:lnTo>
                  <a:lnTo>
                    <a:pt x="324747" y="19733"/>
                  </a:lnTo>
                  <a:lnTo>
                    <a:pt x="285085" y="14936"/>
                  </a:lnTo>
                  <a:lnTo>
                    <a:pt x="243112" y="10992"/>
                  </a:lnTo>
                  <a:lnTo>
                    <a:pt x="197767" y="7735"/>
                  </a:lnTo>
                  <a:lnTo>
                    <a:pt x="149444" y="5071"/>
                  </a:lnTo>
                  <a:lnTo>
                    <a:pt x="100849" y="2977"/>
                  </a:lnTo>
                  <a:lnTo>
                    <a:pt x="57174" y="1473"/>
                  </a:lnTo>
                  <a:lnTo>
                    <a:pt x="24441" y="551"/>
                  </a:lnTo>
                  <a:lnTo>
                    <a:pt x="6096" y="120"/>
                  </a:lnTo>
                  <a:lnTo>
                    <a:pt x="283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2050472" y="2738034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2050472" y="2770781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2050472" y="2803527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2050472" y="2836274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2050472" y="5161292"/>
              <a:ext cx="1385454" cy="65493"/>
            </a:xfrm>
            <a:custGeom>
              <a:avLst/>
              <a:pathLst>
                <a:path w="1385454" h="65493">
                  <a:moveTo>
                    <a:pt x="0" y="32746"/>
                  </a:moveTo>
                  <a:lnTo>
                    <a:pt x="1795" y="32752"/>
                  </a:lnTo>
                  <a:lnTo>
                    <a:pt x="12910" y="32791"/>
                  </a:lnTo>
                  <a:lnTo>
                    <a:pt x="38198" y="32899"/>
                  </a:lnTo>
                  <a:lnTo>
                    <a:pt x="76837" y="33098"/>
                  </a:lnTo>
                  <a:lnTo>
                    <a:pt x="123684" y="33396"/>
                  </a:lnTo>
                  <a:lnTo>
                    <a:pt x="172734" y="33791"/>
                  </a:lnTo>
                  <a:lnTo>
                    <a:pt x="219889" y="34282"/>
                  </a:lnTo>
                  <a:lnTo>
                    <a:pt x="263627" y="34878"/>
                  </a:lnTo>
                  <a:lnTo>
                    <a:pt x="304365" y="35601"/>
                  </a:lnTo>
                  <a:lnTo>
                    <a:pt x="343578" y="36483"/>
                  </a:lnTo>
                  <a:lnTo>
                    <a:pt x="383098" y="37563"/>
                  </a:lnTo>
                  <a:lnTo>
                    <a:pt x="404090" y="38204"/>
                  </a:lnTo>
                  <a:lnTo>
                    <a:pt x="439608" y="39373"/>
                  </a:lnTo>
                  <a:lnTo>
                    <a:pt x="477314" y="40703"/>
                  </a:lnTo>
                  <a:lnTo>
                    <a:pt x="517488" y="42194"/>
                  </a:lnTo>
                  <a:lnTo>
                    <a:pt x="560108" y="43833"/>
                  </a:lnTo>
                  <a:lnTo>
                    <a:pt x="604856" y="45595"/>
                  </a:lnTo>
                  <a:lnTo>
                    <a:pt x="651153" y="47446"/>
                  </a:lnTo>
                  <a:lnTo>
                    <a:pt x="698223" y="49341"/>
                  </a:lnTo>
                  <a:lnTo>
                    <a:pt x="745189" y="51230"/>
                  </a:lnTo>
                  <a:lnTo>
                    <a:pt x="791189" y="53064"/>
                  </a:lnTo>
                  <a:lnTo>
                    <a:pt x="835484" y="54801"/>
                  </a:lnTo>
                  <a:lnTo>
                    <a:pt x="877551" y="56407"/>
                  </a:lnTo>
                  <a:lnTo>
                    <a:pt x="917142" y="57861"/>
                  </a:lnTo>
                  <a:lnTo>
                    <a:pt x="954301" y="59153"/>
                  </a:lnTo>
                  <a:lnTo>
                    <a:pt x="981363" y="60035"/>
                  </a:lnTo>
                  <a:lnTo>
                    <a:pt x="1021686" y="61227"/>
                  </a:lnTo>
                  <a:lnTo>
                    <a:pt x="1060831" y="62207"/>
                  </a:lnTo>
                  <a:lnTo>
                    <a:pt x="1100562" y="63007"/>
                  </a:lnTo>
                  <a:lnTo>
                    <a:pt x="1142619" y="63665"/>
                  </a:lnTo>
                  <a:lnTo>
                    <a:pt x="1188061" y="64208"/>
                  </a:lnTo>
                  <a:lnTo>
                    <a:pt x="1236479" y="64652"/>
                  </a:lnTo>
                  <a:lnTo>
                    <a:pt x="1285130" y="65000"/>
                  </a:lnTo>
                  <a:lnTo>
                    <a:pt x="1328776" y="65250"/>
                  </a:lnTo>
                  <a:lnTo>
                    <a:pt x="1361379" y="65403"/>
                  </a:lnTo>
                  <a:lnTo>
                    <a:pt x="1379535" y="65474"/>
                  </a:lnTo>
                  <a:lnTo>
                    <a:pt x="1385197" y="65492"/>
                  </a:lnTo>
                  <a:lnTo>
                    <a:pt x="1385454" y="65493"/>
                  </a:lnTo>
                  <a:lnTo>
                    <a:pt x="1385454" y="32746"/>
                  </a:lnTo>
                  <a:lnTo>
                    <a:pt x="1383659" y="32741"/>
                  </a:lnTo>
                  <a:lnTo>
                    <a:pt x="1372544" y="32701"/>
                  </a:lnTo>
                  <a:lnTo>
                    <a:pt x="1347256" y="32593"/>
                  </a:lnTo>
                  <a:lnTo>
                    <a:pt x="1308617" y="32394"/>
                  </a:lnTo>
                  <a:lnTo>
                    <a:pt x="1261770" y="32096"/>
                  </a:lnTo>
                  <a:lnTo>
                    <a:pt x="1212719" y="31701"/>
                  </a:lnTo>
                  <a:lnTo>
                    <a:pt x="1165565" y="31210"/>
                  </a:lnTo>
                  <a:lnTo>
                    <a:pt x="1121826" y="30615"/>
                  </a:lnTo>
                  <a:lnTo>
                    <a:pt x="1081089" y="29892"/>
                  </a:lnTo>
                  <a:lnTo>
                    <a:pt x="1041876" y="29009"/>
                  </a:lnTo>
                  <a:lnTo>
                    <a:pt x="1002355" y="27930"/>
                  </a:lnTo>
                  <a:lnTo>
                    <a:pt x="981363" y="27288"/>
                  </a:lnTo>
                  <a:lnTo>
                    <a:pt x="945846" y="26120"/>
                  </a:lnTo>
                  <a:lnTo>
                    <a:pt x="908140" y="24789"/>
                  </a:lnTo>
                  <a:lnTo>
                    <a:pt x="867965" y="23299"/>
                  </a:lnTo>
                  <a:lnTo>
                    <a:pt x="825345" y="21660"/>
                  </a:lnTo>
                  <a:lnTo>
                    <a:pt x="780597" y="19897"/>
                  </a:lnTo>
                  <a:lnTo>
                    <a:pt x="734301" y="18046"/>
                  </a:lnTo>
                  <a:lnTo>
                    <a:pt x="687231" y="16151"/>
                  </a:lnTo>
                  <a:lnTo>
                    <a:pt x="640264" y="14263"/>
                  </a:lnTo>
                  <a:lnTo>
                    <a:pt x="594265" y="12428"/>
                  </a:lnTo>
                  <a:lnTo>
                    <a:pt x="549970" y="10692"/>
                  </a:lnTo>
                  <a:lnTo>
                    <a:pt x="507902" y="9086"/>
                  </a:lnTo>
                  <a:lnTo>
                    <a:pt x="468312" y="7632"/>
                  </a:lnTo>
                  <a:lnTo>
                    <a:pt x="431152" y="6339"/>
                  </a:lnTo>
                  <a:lnTo>
                    <a:pt x="404090" y="5457"/>
                  </a:lnTo>
                  <a:lnTo>
                    <a:pt x="363767" y="4265"/>
                  </a:lnTo>
                  <a:lnTo>
                    <a:pt x="324623" y="3286"/>
                  </a:lnTo>
                  <a:lnTo>
                    <a:pt x="284891" y="2485"/>
                  </a:lnTo>
                  <a:lnTo>
                    <a:pt x="242835" y="1828"/>
                  </a:lnTo>
                  <a:lnTo>
                    <a:pt x="197392" y="1285"/>
                  </a:lnTo>
                  <a:lnTo>
                    <a:pt x="148975" y="841"/>
                  </a:lnTo>
                  <a:lnTo>
                    <a:pt x="100324" y="492"/>
                  </a:lnTo>
                  <a:lnTo>
                    <a:pt x="56677" y="243"/>
                  </a:lnTo>
                  <a:lnTo>
                    <a:pt x="24074" y="90"/>
                  </a:lnTo>
                  <a:lnTo>
                    <a:pt x="5918" y="19"/>
                  </a:lnTo>
                  <a:lnTo>
                    <a:pt x="2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2050472" y="2869021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2050472" y="2901767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2050472" y="2934514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2050472" y="2967261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2050472" y="3000008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2050472" y="3032754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2050472" y="3065501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2050472" y="3098248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2050472" y="3130995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2050472" y="5194039"/>
              <a:ext cx="1385454" cy="65493"/>
            </a:xfrm>
            <a:custGeom>
              <a:avLst/>
              <a:pathLst>
                <a:path w="1385454" h="65493">
                  <a:moveTo>
                    <a:pt x="0" y="32746"/>
                  </a:moveTo>
                  <a:lnTo>
                    <a:pt x="1795" y="32752"/>
                  </a:lnTo>
                  <a:lnTo>
                    <a:pt x="12910" y="32791"/>
                  </a:lnTo>
                  <a:lnTo>
                    <a:pt x="38198" y="32899"/>
                  </a:lnTo>
                  <a:lnTo>
                    <a:pt x="76837" y="33098"/>
                  </a:lnTo>
                  <a:lnTo>
                    <a:pt x="123684" y="33396"/>
                  </a:lnTo>
                  <a:lnTo>
                    <a:pt x="172734" y="33791"/>
                  </a:lnTo>
                  <a:lnTo>
                    <a:pt x="219889" y="34282"/>
                  </a:lnTo>
                  <a:lnTo>
                    <a:pt x="263627" y="34878"/>
                  </a:lnTo>
                  <a:lnTo>
                    <a:pt x="304365" y="35601"/>
                  </a:lnTo>
                  <a:lnTo>
                    <a:pt x="343578" y="36483"/>
                  </a:lnTo>
                  <a:lnTo>
                    <a:pt x="383098" y="37563"/>
                  </a:lnTo>
                  <a:lnTo>
                    <a:pt x="404090" y="38204"/>
                  </a:lnTo>
                  <a:lnTo>
                    <a:pt x="439608" y="39373"/>
                  </a:lnTo>
                  <a:lnTo>
                    <a:pt x="477314" y="40703"/>
                  </a:lnTo>
                  <a:lnTo>
                    <a:pt x="517488" y="42194"/>
                  </a:lnTo>
                  <a:lnTo>
                    <a:pt x="560108" y="43833"/>
                  </a:lnTo>
                  <a:lnTo>
                    <a:pt x="604856" y="45595"/>
                  </a:lnTo>
                  <a:lnTo>
                    <a:pt x="651153" y="47446"/>
                  </a:lnTo>
                  <a:lnTo>
                    <a:pt x="698223" y="49341"/>
                  </a:lnTo>
                  <a:lnTo>
                    <a:pt x="745189" y="51230"/>
                  </a:lnTo>
                  <a:lnTo>
                    <a:pt x="791189" y="53064"/>
                  </a:lnTo>
                  <a:lnTo>
                    <a:pt x="835484" y="54801"/>
                  </a:lnTo>
                  <a:lnTo>
                    <a:pt x="877551" y="56407"/>
                  </a:lnTo>
                  <a:lnTo>
                    <a:pt x="917142" y="57861"/>
                  </a:lnTo>
                  <a:lnTo>
                    <a:pt x="954301" y="59153"/>
                  </a:lnTo>
                  <a:lnTo>
                    <a:pt x="981363" y="60035"/>
                  </a:lnTo>
                  <a:lnTo>
                    <a:pt x="1021686" y="61227"/>
                  </a:lnTo>
                  <a:lnTo>
                    <a:pt x="1060831" y="62207"/>
                  </a:lnTo>
                  <a:lnTo>
                    <a:pt x="1100562" y="63007"/>
                  </a:lnTo>
                  <a:lnTo>
                    <a:pt x="1142619" y="63665"/>
                  </a:lnTo>
                  <a:lnTo>
                    <a:pt x="1188061" y="64208"/>
                  </a:lnTo>
                  <a:lnTo>
                    <a:pt x="1236479" y="64652"/>
                  </a:lnTo>
                  <a:lnTo>
                    <a:pt x="1285130" y="65000"/>
                  </a:lnTo>
                  <a:lnTo>
                    <a:pt x="1328776" y="65250"/>
                  </a:lnTo>
                  <a:lnTo>
                    <a:pt x="1361379" y="65403"/>
                  </a:lnTo>
                  <a:lnTo>
                    <a:pt x="1379535" y="65474"/>
                  </a:lnTo>
                  <a:lnTo>
                    <a:pt x="1385197" y="65492"/>
                  </a:lnTo>
                  <a:lnTo>
                    <a:pt x="1385454" y="65493"/>
                  </a:lnTo>
                  <a:lnTo>
                    <a:pt x="1385454" y="32746"/>
                  </a:lnTo>
                  <a:lnTo>
                    <a:pt x="1383659" y="32741"/>
                  </a:lnTo>
                  <a:lnTo>
                    <a:pt x="1372544" y="32701"/>
                  </a:lnTo>
                  <a:lnTo>
                    <a:pt x="1347256" y="32593"/>
                  </a:lnTo>
                  <a:lnTo>
                    <a:pt x="1308617" y="32394"/>
                  </a:lnTo>
                  <a:lnTo>
                    <a:pt x="1261770" y="32096"/>
                  </a:lnTo>
                  <a:lnTo>
                    <a:pt x="1212719" y="31701"/>
                  </a:lnTo>
                  <a:lnTo>
                    <a:pt x="1165565" y="31210"/>
                  </a:lnTo>
                  <a:lnTo>
                    <a:pt x="1121826" y="30615"/>
                  </a:lnTo>
                  <a:lnTo>
                    <a:pt x="1081089" y="29892"/>
                  </a:lnTo>
                  <a:lnTo>
                    <a:pt x="1041876" y="29009"/>
                  </a:lnTo>
                  <a:lnTo>
                    <a:pt x="1002355" y="27930"/>
                  </a:lnTo>
                  <a:lnTo>
                    <a:pt x="981363" y="27288"/>
                  </a:lnTo>
                  <a:lnTo>
                    <a:pt x="945846" y="26120"/>
                  </a:lnTo>
                  <a:lnTo>
                    <a:pt x="908140" y="24789"/>
                  </a:lnTo>
                  <a:lnTo>
                    <a:pt x="867965" y="23299"/>
                  </a:lnTo>
                  <a:lnTo>
                    <a:pt x="825345" y="21660"/>
                  </a:lnTo>
                  <a:lnTo>
                    <a:pt x="780597" y="19897"/>
                  </a:lnTo>
                  <a:lnTo>
                    <a:pt x="734301" y="18046"/>
                  </a:lnTo>
                  <a:lnTo>
                    <a:pt x="687231" y="16151"/>
                  </a:lnTo>
                  <a:lnTo>
                    <a:pt x="640264" y="14263"/>
                  </a:lnTo>
                  <a:lnTo>
                    <a:pt x="594265" y="12428"/>
                  </a:lnTo>
                  <a:lnTo>
                    <a:pt x="549970" y="10692"/>
                  </a:lnTo>
                  <a:lnTo>
                    <a:pt x="507902" y="9086"/>
                  </a:lnTo>
                  <a:lnTo>
                    <a:pt x="468312" y="7632"/>
                  </a:lnTo>
                  <a:lnTo>
                    <a:pt x="431152" y="6339"/>
                  </a:lnTo>
                  <a:lnTo>
                    <a:pt x="404090" y="5457"/>
                  </a:lnTo>
                  <a:lnTo>
                    <a:pt x="363767" y="4265"/>
                  </a:lnTo>
                  <a:lnTo>
                    <a:pt x="324623" y="3286"/>
                  </a:lnTo>
                  <a:lnTo>
                    <a:pt x="284891" y="2485"/>
                  </a:lnTo>
                  <a:lnTo>
                    <a:pt x="242835" y="1828"/>
                  </a:lnTo>
                  <a:lnTo>
                    <a:pt x="197392" y="1285"/>
                  </a:lnTo>
                  <a:lnTo>
                    <a:pt x="148975" y="841"/>
                  </a:lnTo>
                  <a:lnTo>
                    <a:pt x="100324" y="492"/>
                  </a:lnTo>
                  <a:lnTo>
                    <a:pt x="56677" y="243"/>
                  </a:lnTo>
                  <a:lnTo>
                    <a:pt x="24074" y="90"/>
                  </a:lnTo>
                  <a:lnTo>
                    <a:pt x="5918" y="19"/>
                  </a:lnTo>
                  <a:lnTo>
                    <a:pt x="2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2050472" y="6110947"/>
              <a:ext cx="1385454" cy="229227"/>
            </a:xfrm>
            <a:custGeom>
              <a:avLst/>
              <a:pathLst>
                <a:path w="1385454" h="229227">
                  <a:moveTo>
                    <a:pt x="0" y="32746"/>
                  </a:moveTo>
                  <a:lnTo>
                    <a:pt x="1786" y="32779"/>
                  </a:lnTo>
                  <a:lnTo>
                    <a:pt x="12853" y="33016"/>
                  </a:lnTo>
                  <a:lnTo>
                    <a:pt x="38043" y="33659"/>
                  </a:lnTo>
                  <a:lnTo>
                    <a:pt x="76559" y="34848"/>
                  </a:lnTo>
                  <a:lnTo>
                    <a:pt x="123296" y="36630"/>
                  </a:lnTo>
                  <a:lnTo>
                    <a:pt x="172271" y="38990"/>
                  </a:lnTo>
                  <a:lnTo>
                    <a:pt x="219382" y="41925"/>
                  </a:lnTo>
                  <a:lnTo>
                    <a:pt x="263092" y="45486"/>
                  </a:lnTo>
                  <a:lnTo>
                    <a:pt x="303797" y="49804"/>
                  </a:lnTo>
                  <a:lnTo>
                    <a:pt x="342957" y="55074"/>
                  </a:lnTo>
                  <a:lnTo>
                    <a:pt x="382395" y="61520"/>
                  </a:lnTo>
                  <a:lnTo>
                    <a:pt x="404090" y="65493"/>
                  </a:lnTo>
                  <a:lnTo>
                    <a:pt x="439165" y="72415"/>
                  </a:lnTo>
                  <a:lnTo>
                    <a:pt x="476371" y="80282"/>
                  </a:lnTo>
                  <a:lnTo>
                    <a:pt x="515984" y="89089"/>
                  </a:lnTo>
                  <a:lnTo>
                    <a:pt x="557989" y="98769"/>
                  </a:lnTo>
                  <a:lnTo>
                    <a:pt x="602093" y="109183"/>
                  </a:lnTo>
                  <a:lnTo>
                    <a:pt x="647750" y="120128"/>
                  </a:lnTo>
                  <a:lnTo>
                    <a:pt x="694221" y="131348"/>
                  </a:lnTo>
                  <a:lnTo>
                    <a:pt x="740665" y="142558"/>
                  </a:lnTo>
                  <a:lnTo>
                    <a:pt x="786242" y="153476"/>
                  </a:lnTo>
                  <a:lnTo>
                    <a:pt x="830226" y="163849"/>
                  </a:lnTo>
                  <a:lnTo>
                    <a:pt x="872084" y="173476"/>
                  </a:lnTo>
                  <a:lnTo>
                    <a:pt x="911539" y="182224"/>
                  </a:lnTo>
                  <a:lnTo>
                    <a:pt x="948597" y="190030"/>
                  </a:lnTo>
                  <a:lnTo>
                    <a:pt x="981363" y="196480"/>
                  </a:lnTo>
                  <a:lnTo>
                    <a:pt x="1021624" y="203622"/>
                  </a:lnTo>
                  <a:lnTo>
                    <a:pt x="1060706" y="209493"/>
                  </a:lnTo>
                  <a:lnTo>
                    <a:pt x="1100368" y="214291"/>
                  </a:lnTo>
                  <a:lnTo>
                    <a:pt x="1142341" y="218234"/>
                  </a:lnTo>
                  <a:lnTo>
                    <a:pt x="1187686" y="221491"/>
                  </a:lnTo>
                  <a:lnTo>
                    <a:pt x="1236009" y="224156"/>
                  </a:lnTo>
                  <a:lnTo>
                    <a:pt x="1284604" y="226249"/>
                  </a:lnTo>
                  <a:lnTo>
                    <a:pt x="1328279" y="227753"/>
                  </a:lnTo>
                  <a:lnTo>
                    <a:pt x="1361012" y="228676"/>
                  </a:lnTo>
                  <a:lnTo>
                    <a:pt x="1379357" y="229106"/>
                  </a:lnTo>
                  <a:lnTo>
                    <a:pt x="1385171" y="229222"/>
                  </a:lnTo>
                  <a:lnTo>
                    <a:pt x="1385454" y="229227"/>
                  </a:lnTo>
                  <a:lnTo>
                    <a:pt x="1385454" y="196480"/>
                  </a:lnTo>
                  <a:lnTo>
                    <a:pt x="1383667" y="196447"/>
                  </a:lnTo>
                  <a:lnTo>
                    <a:pt x="1372600" y="196210"/>
                  </a:lnTo>
                  <a:lnTo>
                    <a:pt x="1347411" y="195567"/>
                  </a:lnTo>
                  <a:lnTo>
                    <a:pt x="1308895" y="194378"/>
                  </a:lnTo>
                  <a:lnTo>
                    <a:pt x="1262158" y="192596"/>
                  </a:lnTo>
                  <a:lnTo>
                    <a:pt x="1213182" y="190236"/>
                  </a:lnTo>
                  <a:lnTo>
                    <a:pt x="1166071" y="187301"/>
                  </a:lnTo>
                  <a:lnTo>
                    <a:pt x="1122362" y="183740"/>
                  </a:lnTo>
                  <a:lnTo>
                    <a:pt x="1081656" y="179422"/>
                  </a:lnTo>
                  <a:lnTo>
                    <a:pt x="1042497" y="174152"/>
                  </a:lnTo>
                  <a:lnTo>
                    <a:pt x="1003059" y="167706"/>
                  </a:lnTo>
                  <a:lnTo>
                    <a:pt x="981363" y="163733"/>
                  </a:lnTo>
                  <a:lnTo>
                    <a:pt x="946288" y="156811"/>
                  </a:lnTo>
                  <a:lnTo>
                    <a:pt x="909082" y="148944"/>
                  </a:lnTo>
                  <a:lnTo>
                    <a:pt x="869470" y="140137"/>
                  </a:lnTo>
                  <a:lnTo>
                    <a:pt x="827464" y="130458"/>
                  </a:lnTo>
                  <a:lnTo>
                    <a:pt x="783360" y="120043"/>
                  </a:lnTo>
                  <a:lnTo>
                    <a:pt x="737703" y="109098"/>
                  </a:lnTo>
                  <a:lnTo>
                    <a:pt x="691232" y="97879"/>
                  </a:lnTo>
                  <a:lnTo>
                    <a:pt x="644789" y="86668"/>
                  </a:lnTo>
                  <a:lnTo>
                    <a:pt x="599211" y="75750"/>
                  </a:lnTo>
                  <a:lnTo>
                    <a:pt x="555228" y="65377"/>
                  </a:lnTo>
                  <a:lnTo>
                    <a:pt x="513370" y="55750"/>
                  </a:lnTo>
                  <a:lnTo>
                    <a:pt x="473914" y="47002"/>
                  </a:lnTo>
                  <a:lnTo>
                    <a:pt x="436856" y="39196"/>
                  </a:lnTo>
                  <a:lnTo>
                    <a:pt x="404090" y="32746"/>
                  </a:lnTo>
                  <a:lnTo>
                    <a:pt x="363830" y="25604"/>
                  </a:lnTo>
                  <a:lnTo>
                    <a:pt x="324747" y="19733"/>
                  </a:lnTo>
                  <a:lnTo>
                    <a:pt x="285085" y="14936"/>
                  </a:lnTo>
                  <a:lnTo>
                    <a:pt x="243112" y="10992"/>
                  </a:lnTo>
                  <a:lnTo>
                    <a:pt x="197767" y="7735"/>
                  </a:lnTo>
                  <a:lnTo>
                    <a:pt x="149444" y="5071"/>
                  </a:lnTo>
                  <a:lnTo>
                    <a:pt x="100849" y="2977"/>
                  </a:lnTo>
                  <a:lnTo>
                    <a:pt x="57174" y="1473"/>
                  </a:lnTo>
                  <a:lnTo>
                    <a:pt x="24441" y="551"/>
                  </a:lnTo>
                  <a:lnTo>
                    <a:pt x="6096" y="120"/>
                  </a:lnTo>
                  <a:lnTo>
                    <a:pt x="283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2050472" y="3163741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2050472" y="6405668"/>
              <a:ext cx="1385454" cy="229227"/>
            </a:xfrm>
            <a:custGeom>
              <a:avLst/>
              <a:pathLst>
                <a:path w="1385454" h="229227">
                  <a:moveTo>
                    <a:pt x="0" y="32746"/>
                  </a:moveTo>
                  <a:lnTo>
                    <a:pt x="1786" y="32779"/>
                  </a:lnTo>
                  <a:lnTo>
                    <a:pt x="12853" y="33016"/>
                  </a:lnTo>
                  <a:lnTo>
                    <a:pt x="38043" y="33659"/>
                  </a:lnTo>
                  <a:lnTo>
                    <a:pt x="76559" y="34848"/>
                  </a:lnTo>
                  <a:lnTo>
                    <a:pt x="123296" y="36630"/>
                  </a:lnTo>
                  <a:lnTo>
                    <a:pt x="172271" y="38990"/>
                  </a:lnTo>
                  <a:lnTo>
                    <a:pt x="219382" y="41925"/>
                  </a:lnTo>
                  <a:lnTo>
                    <a:pt x="263092" y="45486"/>
                  </a:lnTo>
                  <a:lnTo>
                    <a:pt x="303797" y="49804"/>
                  </a:lnTo>
                  <a:lnTo>
                    <a:pt x="342957" y="55074"/>
                  </a:lnTo>
                  <a:lnTo>
                    <a:pt x="382395" y="61520"/>
                  </a:lnTo>
                  <a:lnTo>
                    <a:pt x="404090" y="65493"/>
                  </a:lnTo>
                  <a:lnTo>
                    <a:pt x="439165" y="72415"/>
                  </a:lnTo>
                  <a:lnTo>
                    <a:pt x="476371" y="80282"/>
                  </a:lnTo>
                  <a:lnTo>
                    <a:pt x="515984" y="89089"/>
                  </a:lnTo>
                  <a:lnTo>
                    <a:pt x="557989" y="98769"/>
                  </a:lnTo>
                  <a:lnTo>
                    <a:pt x="602093" y="109183"/>
                  </a:lnTo>
                  <a:lnTo>
                    <a:pt x="647750" y="120128"/>
                  </a:lnTo>
                  <a:lnTo>
                    <a:pt x="694221" y="131348"/>
                  </a:lnTo>
                  <a:lnTo>
                    <a:pt x="740665" y="142558"/>
                  </a:lnTo>
                  <a:lnTo>
                    <a:pt x="786242" y="153476"/>
                  </a:lnTo>
                  <a:lnTo>
                    <a:pt x="830226" y="163849"/>
                  </a:lnTo>
                  <a:lnTo>
                    <a:pt x="872084" y="173476"/>
                  </a:lnTo>
                  <a:lnTo>
                    <a:pt x="911539" y="182224"/>
                  </a:lnTo>
                  <a:lnTo>
                    <a:pt x="948597" y="190030"/>
                  </a:lnTo>
                  <a:lnTo>
                    <a:pt x="981363" y="196480"/>
                  </a:lnTo>
                  <a:lnTo>
                    <a:pt x="1021624" y="203622"/>
                  </a:lnTo>
                  <a:lnTo>
                    <a:pt x="1060706" y="209493"/>
                  </a:lnTo>
                  <a:lnTo>
                    <a:pt x="1100368" y="214291"/>
                  </a:lnTo>
                  <a:lnTo>
                    <a:pt x="1142341" y="218234"/>
                  </a:lnTo>
                  <a:lnTo>
                    <a:pt x="1187686" y="221491"/>
                  </a:lnTo>
                  <a:lnTo>
                    <a:pt x="1236009" y="224156"/>
                  </a:lnTo>
                  <a:lnTo>
                    <a:pt x="1284604" y="226249"/>
                  </a:lnTo>
                  <a:lnTo>
                    <a:pt x="1328279" y="227753"/>
                  </a:lnTo>
                  <a:lnTo>
                    <a:pt x="1361012" y="228676"/>
                  </a:lnTo>
                  <a:lnTo>
                    <a:pt x="1379357" y="229106"/>
                  </a:lnTo>
                  <a:lnTo>
                    <a:pt x="1385171" y="229222"/>
                  </a:lnTo>
                  <a:lnTo>
                    <a:pt x="1385454" y="229227"/>
                  </a:lnTo>
                  <a:lnTo>
                    <a:pt x="1385454" y="196480"/>
                  </a:lnTo>
                  <a:lnTo>
                    <a:pt x="1383667" y="196447"/>
                  </a:lnTo>
                  <a:lnTo>
                    <a:pt x="1372600" y="196210"/>
                  </a:lnTo>
                  <a:lnTo>
                    <a:pt x="1347411" y="195567"/>
                  </a:lnTo>
                  <a:lnTo>
                    <a:pt x="1308895" y="194378"/>
                  </a:lnTo>
                  <a:lnTo>
                    <a:pt x="1262158" y="192596"/>
                  </a:lnTo>
                  <a:lnTo>
                    <a:pt x="1213182" y="190236"/>
                  </a:lnTo>
                  <a:lnTo>
                    <a:pt x="1166071" y="187301"/>
                  </a:lnTo>
                  <a:lnTo>
                    <a:pt x="1122362" y="183740"/>
                  </a:lnTo>
                  <a:lnTo>
                    <a:pt x="1081656" y="179422"/>
                  </a:lnTo>
                  <a:lnTo>
                    <a:pt x="1042497" y="174152"/>
                  </a:lnTo>
                  <a:lnTo>
                    <a:pt x="1003059" y="167706"/>
                  </a:lnTo>
                  <a:lnTo>
                    <a:pt x="981363" y="163733"/>
                  </a:lnTo>
                  <a:lnTo>
                    <a:pt x="946288" y="156811"/>
                  </a:lnTo>
                  <a:lnTo>
                    <a:pt x="909082" y="148944"/>
                  </a:lnTo>
                  <a:lnTo>
                    <a:pt x="869470" y="140137"/>
                  </a:lnTo>
                  <a:lnTo>
                    <a:pt x="827464" y="130458"/>
                  </a:lnTo>
                  <a:lnTo>
                    <a:pt x="783360" y="120043"/>
                  </a:lnTo>
                  <a:lnTo>
                    <a:pt x="737703" y="109098"/>
                  </a:lnTo>
                  <a:lnTo>
                    <a:pt x="691232" y="97879"/>
                  </a:lnTo>
                  <a:lnTo>
                    <a:pt x="644789" y="86668"/>
                  </a:lnTo>
                  <a:lnTo>
                    <a:pt x="599211" y="75750"/>
                  </a:lnTo>
                  <a:lnTo>
                    <a:pt x="555228" y="65377"/>
                  </a:lnTo>
                  <a:lnTo>
                    <a:pt x="513370" y="55750"/>
                  </a:lnTo>
                  <a:lnTo>
                    <a:pt x="473914" y="47002"/>
                  </a:lnTo>
                  <a:lnTo>
                    <a:pt x="436856" y="39196"/>
                  </a:lnTo>
                  <a:lnTo>
                    <a:pt x="404090" y="32746"/>
                  </a:lnTo>
                  <a:lnTo>
                    <a:pt x="363830" y="25604"/>
                  </a:lnTo>
                  <a:lnTo>
                    <a:pt x="324747" y="19733"/>
                  </a:lnTo>
                  <a:lnTo>
                    <a:pt x="285085" y="14936"/>
                  </a:lnTo>
                  <a:lnTo>
                    <a:pt x="243112" y="10992"/>
                  </a:lnTo>
                  <a:lnTo>
                    <a:pt x="197767" y="7735"/>
                  </a:lnTo>
                  <a:lnTo>
                    <a:pt x="149444" y="5071"/>
                  </a:lnTo>
                  <a:lnTo>
                    <a:pt x="100849" y="2977"/>
                  </a:lnTo>
                  <a:lnTo>
                    <a:pt x="57174" y="1473"/>
                  </a:lnTo>
                  <a:lnTo>
                    <a:pt x="24441" y="551"/>
                  </a:lnTo>
                  <a:lnTo>
                    <a:pt x="6096" y="120"/>
                  </a:lnTo>
                  <a:lnTo>
                    <a:pt x="283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2050472" y="6438415"/>
              <a:ext cx="1385454" cy="229227"/>
            </a:xfrm>
            <a:custGeom>
              <a:avLst/>
              <a:pathLst>
                <a:path w="1385454" h="229227">
                  <a:moveTo>
                    <a:pt x="0" y="32746"/>
                  </a:moveTo>
                  <a:lnTo>
                    <a:pt x="1786" y="32779"/>
                  </a:lnTo>
                  <a:lnTo>
                    <a:pt x="12853" y="33016"/>
                  </a:lnTo>
                  <a:lnTo>
                    <a:pt x="38043" y="33659"/>
                  </a:lnTo>
                  <a:lnTo>
                    <a:pt x="76559" y="34848"/>
                  </a:lnTo>
                  <a:lnTo>
                    <a:pt x="123296" y="36630"/>
                  </a:lnTo>
                  <a:lnTo>
                    <a:pt x="172271" y="38990"/>
                  </a:lnTo>
                  <a:lnTo>
                    <a:pt x="219382" y="41925"/>
                  </a:lnTo>
                  <a:lnTo>
                    <a:pt x="263092" y="45486"/>
                  </a:lnTo>
                  <a:lnTo>
                    <a:pt x="303797" y="49804"/>
                  </a:lnTo>
                  <a:lnTo>
                    <a:pt x="342957" y="55074"/>
                  </a:lnTo>
                  <a:lnTo>
                    <a:pt x="382395" y="61520"/>
                  </a:lnTo>
                  <a:lnTo>
                    <a:pt x="404090" y="65493"/>
                  </a:lnTo>
                  <a:lnTo>
                    <a:pt x="439165" y="72415"/>
                  </a:lnTo>
                  <a:lnTo>
                    <a:pt x="476371" y="80282"/>
                  </a:lnTo>
                  <a:lnTo>
                    <a:pt x="515984" y="89089"/>
                  </a:lnTo>
                  <a:lnTo>
                    <a:pt x="557989" y="98769"/>
                  </a:lnTo>
                  <a:lnTo>
                    <a:pt x="602093" y="109183"/>
                  </a:lnTo>
                  <a:lnTo>
                    <a:pt x="647750" y="120128"/>
                  </a:lnTo>
                  <a:lnTo>
                    <a:pt x="694221" y="131348"/>
                  </a:lnTo>
                  <a:lnTo>
                    <a:pt x="740665" y="142558"/>
                  </a:lnTo>
                  <a:lnTo>
                    <a:pt x="786242" y="153476"/>
                  </a:lnTo>
                  <a:lnTo>
                    <a:pt x="830226" y="163849"/>
                  </a:lnTo>
                  <a:lnTo>
                    <a:pt x="872084" y="173476"/>
                  </a:lnTo>
                  <a:lnTo>
                    <a:pt x="911539" y="182224"/>
                  </a:lnTo>
                  <a:lnTo>
                    <a:pt x="948597" y="190030"/>
                  </a:lnTo>
                  <a:lnTo>
                    <a:pt x="981363" y="196480"/>
                  </a:lnTo>
                  <a:lnTo>
                    <a:pt x="1021624" y="203622"/>
                  </a:lnTo>
                  <a:lnTo>
                    <a:pt x="1060706" y="209493"/>
                  </a:lnTo>
                  <a:lnTo>
                    <a:pt x="1100368" y="214291"/>
                  </a:lnTo>
                  <a:lnTo>
                    <a:pt x="1142341" y="218234"/>
                  </a:lnTo>
                  <a:lnTo>
                    <a:pt x="1187686" y="221491"/>
                  </a:lnTo>
                  <a:lnTo>
                    <a:pt x="1236009" y="224156"/>
                  </a:lnTo>
                  <a:lnTo>
                    <a:pt x="1284604" y="226249"/>
                  </a:lnTo>
                  <a:lnTo>
                    <a:pt x="1328279" y="227753"/>
                  </a:lnTo>
                  <a:lnTo>
                    <a:pt x="1361012" y="228676"/>
                  </a:lnTo>
                  <a:lnTo>
                    <a:pt x="1379357" y="229106"/>
                  </a:lnTo>
                  <a:lnTo>
                    <a:pt x="1385171" y="229222"/>
                  </a:lnTo>
                  <a:lnTo>
                    <a:pt x="1385454" y="229227"/>
                  </a:lnTo>
                  <a:lnTo>
                    <a:pt x="1385454" y="196480"/>
                  </a:lnTo>
                  <a:lnTo>
                    <a:pt x="1383667" y="196447"/>
                  </a:lnTo>
                  <a:lnTo>
                    <a:pt x="1372600" y="196210"/>
                  </a:lnTo>
                  <a:lnTo>
                    <a:pt x="1347411" y="195567"/>
                  </a:lnTo>
                  <a:lnTo>
                    <a:pt x="1308895" y="194378"/>
                  </a:lnTo>
                  <a:lnTo>
                    <a:pt x="1262158" y="192596"/>
                  </a:lnTo>
                  <a:lnTo>
                    <a:pt x="1213182" y="190236"/>
                  </a:lnTo>
                  <a:lnTo>
                    <a:pt x="1166071" y="187301"/>
                  </a:lnTo>
                  <a:lnTo>
                    <a:pt x="1122362" y="183740"/>
                  </a:lnTo>
                  <a:lnTo>
                    <a:pt x="1081656" y="179422"/>
                  </a:lnTo>
                  <a:lnTo>
                    <a:pt x="1042497" y="174152"/>
                  </a:lnTo>
                  <a:lnTo>
                    <a:pt x="1003059" y="167706"/>
                  </a:lnTo>
                  <a:lnTo>
                    <a:pt x="981363" y="163733"/>
                  </a:lnTo>
                  <a:lnTo>
                    <a:pt x="946288" y="156811"/>
                  </a:lnTo>
                  <a:lnTo>
                    <a:pt x="909082" y="148944"/>
                  </a:lnTo>
                  <a:lnTo>
                    <a:pt x="869470" y="140137"/>
                  </a:lnTo>
                  <a:lnTo>
                    <a:pt x="827464" y="130458"/>
                  </a:lnTo>
                  <a:lnTo>
                    <a:pt x="783360" y="120043"/>
                  </a:lnTo>
                  <a:lnTo>
                    <a:pt x="737703" y="109098"/>
                  </a:lnTo>
                  <a:lnTo>
                    <a:pt x="691232" y="97879"/>
                  </a:lnTo>
                  <a:lnTo>
                    <a:pt x="644789" y="86668"/>
                  </a:lnTo>
                  <a:lnTo>
                    <a:pt x="599211" y="75750"/>
                  </a:lnTo>
                  <a:lnTo>
                    <a:pt x="555228" y="65377"/>
                  </a:lnTo>
                  <a:lnTo>
                    <a:pt x="513370" y="55750"/>
                  </a:lnTo>
                  <a:lnTo>
                    <a:pt x="473914" y="47002"/>
                  </a:lnTo>
                  <a:lnTo>
                    <a:pt x="436856" y="39196"/>
                  </a:lnTo>
                  <a:lnTo>
                    <a:pt x="404090" y="32746"/>
                  </a:lnTo>
                  <a:lnTo>
                    <a:pt x="363830" y="25604"/>
                  </a:lnTo>
                  <a:lnTo>
                    <a:pt x="324747" y="19733"/>
                  </a:lnTo>
                  <a:lnTo>
                    <a:pt x="285085" y="14936"/>
                  </a:lnTo>
                  <a:lnTo>
                    <a:pt x="243112" y="10992"/>
                  </a:lnTo>
                  <a:lnTo>
                    <a:pt x="197767" y="7735"/>
                  </a:lnTo>
                  <a:lnTo>
                    <a:pt x="149444" y="5071"/>
                  </a:lnTo>
                  <a:lnTo>
                    <a:pt x="100849" y="2977"/>
                  </a:lnTo>
                  <a:lnTo>
                    <a:pt x="57174" y="1473"/>
                  </a:lnTo>
                  <a:lnTo>
                    <a:pt x="24441" y="551"/>
                  </a:lnTo>
                  <a:lnTo>
                    <a:pt x="6096" y="120"/>
                  </a:lnTo>
                  <a:lnTo>
                    <a:pt x="283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2050472" y="5226785"/>
              <a:ext cx="1385454" cy="65493"/>
            </a:xfrm>
            <a:custGeom>
              <a:avLst/>
              <a:pathLst>
                <a:path w="1385454" h="65493">
                  <a:moveTo>
                    <a:pt x="0" y="32746"/>
                  </a:moveTo>
                  <a:lnTo>
                    <a:pt x="1795" y="32752"/>
                  </a:lnTo>
                  <a:lnTo>
                    <a:pt x="12910" y="32791"/>
                  </a:lnTo>
                  <a:lnTo>
                    <a:pt x="38198" y="32899"/>
                  </a:lnTo>
                  <a:lnTo>
                    <a:pt x="76837" y="33098"/>
                  </a:lnTo>
                  <a:lnTo>
                    <a:pt x="123684" y="33396"/>
                  </a:lnTo>
                  <a:lnTo>
                    <a:pt x="172734" y="33791"/>
                  </a:lnTo>
                  <a:lnTo>
                    <a:pt x="219889" y="34282"/>
                  </a:lnTo>
                  <a:lnTo>
                    <a:pt x="263627" y="34878"/>
                  </a:lnTo>
                  <a:lnTo>
                    <a:pt x="304365" y="35601"/>
                  </a:lnTo>
                  <a:lnTo>
                    <a:pt x="343578" y="36483"/>
                  </a:lnTo>
                  <a:lnTo>
                    <a:pt x="383098" y="37563"/>
                  </a:lnTo>
                  <a:lnTo>
                    <a:pt x="404090" y="38204"/>
                  </a:lnTo>
                  <a:lnTo>
                    <a:pt x="439608" y="39373"/>
                  </a:lnTo>
                  <a:lnTo>
                    <a:pt x="477314" y="40703"/>
                  </a:lnTo>
                  <a:lnTo>
                    <a:pt x="517488" y="42194"/>
                  </a:lnTo>
                  <a:lnTo>
                    <a:pt x="560108" y="43833"/>
                  </a:lnTo>
                  <a:lnTo>
                    <a:pt x="604856" y="45595"/>
                  </a:lnTo>
                  <a:lnTo>
                    <a:pt x="651153" y="47446"/>
                  </a:lnTo>
                  <a:lnTo>
                    <a:pt x="698223" y="49341"/>
                  </a:lnTo>
                  <a:lnTo>
                    <a:pt x="745189" y="51230"/>
                  </a:lnTo>
                  <a:lnTo>
                    <a:pt x="791189" y="53064"/>
                  </a:lnTo>
                  <a:lnTo>
                    <a:pt x="835484" y="54801"/>
                  </a:lnTo>
                  <a:lnTo>
                    <a:pt x="877551" y="56407"/>
                  </a:lnTo>
                  <a:lnTo>
                    <a:pt x="917142" y="57861"/>
                  </a:lnTo>
                  <a:lnTo>
                    <a:pt x="954301" y="59153"/>
                  </a:lnTo>
                  <a:lnTo>
                    <a:pt x="981363" y="60035"/>
                  </a:lnTo>
                  <a:lnTo>
                    <a:pt x="1021686" y="61227"/>
                  </a:lnTo>
                  <a:lnTo>
                    <a:pt x="1060831" y="62207"/>
                  </a:lnTo>
                  <a:lnTo>
                    <a:pt x="1100562" y="63007"/>
                  </a:lnTo>
                  <a:lnTo>
                    <a:pt x="1142619" y="63665"/>
                  </a:lnTo>
                  <a:lnTo>
                    <a:pt x="1188061" y="64208"/>
                  </a:lnTo>
                  <a:lnTo>
                    <a:pt x="1236479" y="64652"/>
                  </a:lnTo>
                  <a:lnTo>
                    <a:pt x="1285130" y="65000"/>
                  </a:lnTo>
                  <a:lnTo>
                    <a:pt x="1328776" y="65250"/>
                  </a:lnTo>
                  <a:lnTo>
                    <a:pt x="1361379" y="65403"/>
                  </a:lnTo>
                  <a:lnTo>
                    <a:pt x="1379535" y="65474"/>
                  </a:lnTo>
                  <a:lnTo>
                    <a:pt x="1385197" y="65492"/>
                  </a:lnTo>
                  <a:lnTo>
                    <a:pt x="1385454" y="65493"/>
                  </a:lnTo>
                  <a:lnTo>
                    <a:pt x="1385454" y="32746"/>
                  </a:lnTo>
                  <a:lnTo>
                    <a:pt x="1383659" y="32741"/>
                  </a:lnTo>
                  <a:lnTo>
                    <a:pt x="1372544" y="32701"/>
                  </a:lnTo>
                  <a:lnTo>
                    <a:pt x="1347256" y="32593"/>
                  </a:lnTo>
                  <a:lnTo>
                    <a:pt x="1308617" y="32394"/>
                  </a:lnTo>
                  <a:lnTo>
                    <a:pt x="1261770" y="32096"/>
                  </a:lnTo>
                  <a:lnTo>
                    <a:pt x="1212719" y="31701"/>
                  </a:lnTo>
                  <a:lnTo>
                    <a:pt x="1165565" y="31210"/>
                  </a:lnTo>
                  <a:lnTo>
                    <a:pt x="1121826" y="30615"/>
                  </a:lnTo>
                  <a:lnTo>
                    <a:pt x="1081089" y="29892"/>
                  </a:lnTo>
                  <a:lnTo>
                    <a:pt x="1041876" y="29009"/>
                  </a:lnTo>
                  <a:lnTo>
                    <a:pt x="1002355" y="27930"/>
                  </a:lnTo>
                  <a:lnTo>
                    <a:pt x="981363" y="27288"/>
                  </a:lnTo>
                  <a:lnTo>
                    <a:pt x="945846" y="26120"/>
                  </a:lnTo>
                  <a:lnTo>
                    <a:pt x="908140" y="24789"/>
                  </a:lnTo>
                  <a:lnTo>
                    <a:pt x="867965" y="23299"/>
                  </a:lnTo>
                  <a:lnTo>
                    <a:pt x="825345" y="21660"/>
                  </a:lnTo>
                  <a:lnTo>
                    <a:pt x="780597" y="19897"/>
                  </a:lnTo>
                  <a:lnTo>
                    <a:pt x="734301" y="18046"/>
                  </a:lnTo>
                  <a:lnTo>
                    <a:pt x="687231" y="16151"/>
                  </a:lnTo>
                  <a:lnTo>
                    <a:pt x="640264" y="14263"/>
                  </a:lnTo>
                  <a:lnTo>
                    <a:pt x="594265" y="12428"/>
                  </a:lnTo>
                  <a:lnTo>
                    <a:pt x="549970" y="10692"/>
                  </a:lnTo>
                  <a:lnTo>
                    <a:pt x="507902" y="9086"/>
                  </a:lnTo>
                  <a:lnTo>
                    <a:pt x="468312" y="7632"/>
                  </a:lnTo>
                  <a:lnTo>
                    <a:pt x="431152" y="6339"/>
                  </a:lnTo>
                  <a:lnTo>
                    <a:pt x="404090" y="5457"/>
                  </a:lnTo>
                  <a:lnTo>
                    <a:pt x="363767" y="4265"/>
                  </a:lnTo>
                  <a:lnTo>
                    <a:pt x="324623" y="3286"/>
                  </a:lnTo>
                  <a:lnTo>
                    <a:pt x="284891" y="2485"/>
                  </a:lnTo>
                  <a:lnTo>
                    <a:pt x="242835" y="1828"/>
                  </a:lnTo>
                  <a:lnTo>
                    <a:pt x="197392" y="1285"/>
                  </a:lnTo>
                  <a:lnTo>
                    <a:pt x="148975" y="841"/>
                  </a:lnTo>
                  <a:lnTo>
                    <a:pt x="100324" y="492"/>
                  </a:lnTo>
                  <a:lnTo>
                    <a:pt x="56677" y="243"/>
                  </a:lnTo>
                  <a:lnTo>
                    <a:pt x="24074" y="90"/>
                  </a:lnTo>
                  <a:lnTo>
                    <a:pt x="5918" y="19"/>
                  </a:lnTo>
                  <a:lnTo>
                    <a:pt x="2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2050472" y="3196488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2050472" y="3229235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2050472" y="3261981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2050472" y="3294728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2050472" y="5259532"/>
              <a:ext cx="1385454" cy="65493"/>
            </a:xfrm>
            <a:custGeom>
              <a:avLst/>
              <a:pathLst>
                <a:path w="1385454" h="65493">
                  <a:moveTo>
                    <a:pt x="0" y="32746"/>
                  </a:moveTo>
                  <a:lnTo>
                    <a:pt x="1795" y="32752"/>
                  </a:lnTo>
                  <a:lnTo>
                    <a:pt x="12910" y="32791"/>
                  </a:lnTo>
                  <a:lnTo>
                    <a:pt x="38198" y="32899"/>
                  </a:lnTo>
                  <a:lnTo>
                    <a:pt x="76837" y="33098"/>
                  </a:lnTo>
                  <a:lnTo>
                    <a:pt x="123684" y="33396"/>
                  </a:lnTo>
                  <a:lnTo>
                    <a:pt x="172734" y="33791"/>
                  </a:lnTo>
                  <a:lnTo>
                    <a:pt x="219889" y="34282"/>
                  </a:lnTo>
                  <a:lnTo>
                    <a:pt x="263627" y="34878"/>
                  </a:lnTo>
                  <a:lnTo>
                    <a:pt x="304365" y="35601"/>
                  </a:lnTo>
                  <a:lnTo>
                    <a:pt x="343578" y="36483"/>
                  </a:lnTo>
                  <a:lnTo>
                    <a:pt x="383098" y="37563"/>
                  </a:lnTo>
                  <a:lnTo>
                    <a:pt x="404090" y="38204"/>
                  </a:lnTo>
                  <a:lnTo>
                    <a:pt x="439608" y="39373"/>
                  </a:lnTo>
                  <a:lnTo>
                    <a:pt x="477314" y="40703"/>
                  </a:lnTo>
                  <a:lnTo>
                    <a:pt x="517488" y="42194"/>
                  </a:lnTo>
                  <a:lnTo>
                    <a:pt x="560108" y="43833"/>
                  </a:lnTo>
                  <a:lnTo>
                    <a:pt x="604856" y="45595"/>
                  </a:lnTo>
                  <a:lnTo>
                    <a:pt x="651153" y="47446"/>
                  </a:lnTo>
                  <a:lnTo>
                    <a:pt x="698223" y="49341"/>
                  </a:lnTo>
                  <a:lnTo>
                    <a:pt x="745189" y="51230"/>
                  </a:lnTo>
                  <a:lnTo>
                    <a:pt x="791189" y="53064"/>
                  </a:lnTo>
                  <a:lnTo>
                    <a:pt x="835484" y="54801"/>
                  </a:lnTo>
                  <a:lnTo>
                    <a:pt x="877551" y="56407"/>
                  </a:lnTo>
                  <a:lnTo>
                    <a:pt x="917142" y="57861"/>
                  </a:lnTo>
                  <a:lnTo>
                    <a:pt x="954301" y="59153"/>
                  </a:lnTo>
                  <a:lnTo>
                    <a:pt x="981363" y="60035"/>
                  </a:lnTo>
                  <a:lnTo>
                    <a:pt x="1021686" y="61227"/>
                  </a:lnTo>
                  <a:lnTo>
                    <a:pt x="1060831" y="62207"/>
                  </a:lnTo>
                  <a:lnTo>
                    <a:pt x="1100562" y="63007"/>
                  </a:lnTo>
                  <a:lnTo>
                    <a:pt x="1142619" y="63665"/>
                  </a:lnTo>
                  <a:lnTo>
                    <a:pt x="1188061" y="64208"/>
                  </a:lnTo>
                  <a:lnTo>
                    <a:pt x="1236479" y="64652"/>
                  </a:lnTo>
                  <a:lnTo>
                    <a:pt x="1285130" y="65000"/>
                  </a:lnTo>
                  <a:lnTo>
                    <a:pt x="1328776" y="65250"/>
                  </a:lnTo>
                  <a:lnTo>
                    <a:pt x="1361379" y="65403"/>
                  </a:lnTo>
                  <a:lnTo>
                    <a:pt x="1379535" y="65474"/>
                  </a:lnTo>
                  <a:lnTo>
                    <a:pt x="1385197" y="65492"/>
                  </a:lnTo>
                  <a:lnTo>
                    <a:pt x="1385454" y="65493"/>
                  </a:lnTo>
                  <a:lnTo>
                    <a:pt x="1385454" y="32746"/>
                  </a:lnTo>
                  <a:lnTo>
                    <a:pt x="1383659" y="32741"/>
                  </a:lnTo>
                  <a:lnTo>
                    <a:pt x="1372544" y="32701"/>
                  </a:lnTo>
                  <a:lnTo>
                    <a:pt x="1347256" y="32593"/>
                  </a:lnTo>
                  <a:lnTo>
                    <a:pt x="1308617" y="32394"/>
                  </a:lnTo>
                  <a:lnTo>
                    <a:pt x="1261770" y="32096"/>
                  </a:lnTo>
                  <a:lnTo>
                    <a:pt x="1212719" y="31701"/>
                  </a:lnTo>
                  <a:lnTo>
                    <a:pt x="1165565" y="31210"/>
                  </a:lnTo>
                  <a:lnTo>
                    <a:pt x="1121826" y="30615"/>
                  </a:lnTo>
                  <a:lnTo>
                    <a:pt x="1081089" y="29892"/>
                  </a:lnTo>
                  <a:lnTo>
                    <a:pt x="1041876" y="29009"/>
                  </a:lnTo>
                  <a:lnTo>
                    <a:pt x="1002355" y="27930"/>
                  </a:lnTo>
                  <a:lnTo>
                    <a:pt x="981363" y="27288"/>
                  </a:lnTo>
                  <a:lnTo>
                    <a:pt x="945846" y="26120"/>
                  </a:lnTo>
                  <a:lnTo>
                    <a:pt x="908140" y="24789"/>
                  </a:lnTo>
                  <a:lnTo>
                    <a:pt x="867965" y="23299"/>
                  </a:lnTo>
                  <a:lnTo>
                    <a:pt x="825345" y="21660"/>
                  </a:lnTo>
                  <a:lnTo>
                    <a:pt x="780597" y="19897"/>
                  </a:lnTo>
                  <a:lnTo>
                    <a:pt x="734301" y="18046"/>
                  </a:lnTo>
                  <a:lnTo>
                    <a:pt x="687231" y="16151"/>
                  </a:lnTo>
                  <a:lnTo>
                    <a:pt x="640264" y="14263"/>
                  </a:lnTo>
                  <a:lnTo>
                    <a:pt x="594265" y="12428"/>
                  </a:lnTo>
                  <a:lnTo>
                    <a:pt x="549970" y="10692"/>
                  </a:lnTo>
                  <a:lnTo>
                    <a:pt x="507902" y="9086"/>
                  </a:lnTo>
                  <a:lnTo>
                    <a:pt x="468312" y="7632"/>
                  </a:lnTo>
                  <a:lnTo>
                    <a:pt x="431152" y="6339"/>
                  </a:lnTo>
                  <a:lnTo>
                    <a:pt x="404090" y="5457"/>
                  </a:lnTo>
                  <a:lnTo>
                    <a:pt x="363767" y="4265"/>
                  </a:lnTo>
                  <a:lnTo>
                    <a:pt x="324623" y="3286"/>
                  </a:lnTo>
                  <a:lnTo>
                    <a:pt x="284891" y="2485"/>
                  </a:lnTo>
                  <a:lnTo>
                    <a:pt x="242835" y="1828"/>
                  </a:lnTo>
                  <a:lnTo>
                    <a:pt x="197392" y="1285"/>
                  </a:lnTo>
                  <a:lnTo>
                    <a:pt x="148975" y="841"/>
                  </a:lnTo>
                  <a:lnTo>
                    <a:pt x="100324" y="492"/>
                  </a:lnTo>
                  <a:lnTo>
                    <a:pt x="56677" y="243"/>
                  </a:lnTo>
                  <a:lnTo>
                    <a:pt x="24074" y="90"/>
                  </a:lnTo>
                  <a:lnTo>
                    <a:pt x="5918" y="19"/>
                  </a:lnTo>
                  <a:lnTo>
                    <a:pt x="2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2050472" y="5292279"/>
              <a:ext cx="1385454" cy="65493"/>
            </a:xfrm>
            <a:custGeom>
              <a:avLst/>
              <a:pathLst>
                <a:path w="1385454" h="65493">
                  <a:moveTo>
                    <a:pt x="0" y="32746"/>
                  </a:moveTo>
                  <a:lnTo>
                    <a:pt x="1795" y="32752"/>
                  </a:lnTo>
                  <a:lnTo>
                    <a:pt x="12910" y="32791"/>
                  </a:lnTo>
                  <a:lnTo>
                    <a:pt x="38198" y="32899"/>
                  </a:lnTo>
                  <a:lnTo>
                    <a:pt x="76837" y="33098"/>
                  </a:lnTo>
                  <a:lnTo>
                    <a:pt x="123684" y="33396"/>
                  </a:lnTo>
                  <a:lnTo>
                    <a:pt x="172734" y="33791"/>
                  </a:lnTo>
                  <a:lnTo>
                    <a:pt x="219889" y="34282"/>
                  </a:lnTo>
                  <a:lnTo>
                    <a:pt x="263627" y="34878"/>
                  </a:lnTo>
                  <a:lnTo>
                    <a:pt x="304365" y="35601"/>
                  </a:lnTo>
                  <a:lnTo>
                    <a:pt x="343578" y="36483"/>
                  </a:lnTo>
                  <a:lnTo>
                    <a:pt x="383098" y="37563"/>
                  </a:lnTo>
                  <a:lnTo>
                    <a:pt x="404090" y="38204"/>
                  </a:lnTo>
                  <a:lnTo>
                    <a:pt x="439608" y="39373"/>
                  </a:lnTo>
                  <a:lnTo>
                    <a:pt x="477314" y="40703"/>
                  </a:lnTo>
                  <a:lnTo>
                    <a:pt x="517488" y="42194"/>
                  </a:lnTo>
                  <a:lnTo>
                    <a:pt x="560108" y="43833"/>
                  </a:lnTo>
                  <a:lnTo>
                    <a:pt x="604856" y="45595"/>
                  </a:lnTo>
                  <a:lnTo>
                    <a:pt x="651153" y="47446"/>
                  </a:lnTo>
                  <a:lnTo>
                    <a:pt x="698223" y="49341"/>
                  </a:lnTo>
                  <a:lnTo>
                    <a:pt x="745189" y="51230"/>
                  </a:lnTo>
                  <a:lnTo>
                    <a:pt x="791189" y="53064"/>
                  </a:lnTo>
                  <a:lnTo>
                    <a:pt x="835484" y="54801"/>
                  </a:lnTo>
                  <a:lnTo>
                    <a:pt x="877551" y="56407"/>
                  </a:lnTo>
                  <a:lnTo>
                    <a:pt x="917142" y="57861"/>
                  </a:lnTo>
                  <a:lnTo>
                    <a:pt x="954301" y="59153"/>
                  </a:lnTo>
                  <a:lnTo>
                    <a:pt x="981363" y="60035"/>
                  </a:lnTo>
                  <a:lnTo>
                    <a:pt x="1021686" y="61227"/>
                  </a:lnTo>
                  <a:lnTo>
                    <a:pt x="1060831" y="62207"/>
                  </a:lnTo>
                  <a:lnTo>
                    <a:pt x="1100562" y="63007"/>
                  </a:lnTo>
                  <a:lnTo>
                    <a:pt x="1142619" y="63665"/>
                  </a:lnTo>
                  <a:lnTo>
                    <a:pt x="1188061" y="64208"/>
                  </a:lnTo>
                  <a:lnTo>
                    <a:pt x="1236479" y="64652"/>
                  </a:lnTo>
                  <a:lnTo>
                    <a:pt x="1285130" y="65000"/>
                  </a:lnTo>
                  <a:lnTo>
                    <a:pt x="1328776" y="65250"/>
                  </a:lnTo>
                  <a:lnTo>
                    <a:pt x="1361379" y="65403"/>
                  </a:lnTo>
                  <a:lnTo>
                    <a:pt x="1379535" y="65474"/>
                  </a:lnTo>
                  <a:lnTo>
                    <a:pt x="1385197" y="65492"/>
                  </a:lnTo>
                  <a:lnTo>
                    <a:pt x="1385454" y="65493"/>
                  </a:lnTo>
                  <a:lnTo>
                    <a:pt x="1385454" y="32746"/>
                  </a:lnTo>
                  <a:lnTo>
                    <a:pt x="1383659" y="32741"/>
                  </a:lnTo>
                  <a:lnTo>
                    <a:pt x="1372544" y="32701"/>
                  </a:lnTo>
                  <a:lnTo>
                    <a:pt x="1347256" y="32593"/>
                  </a:lnTo>
                  <a:lnTo>
                    <a:pt x="1308617" y="32394"/>
                  </a:lnTo>
                  <a:lnTo>
                    <a:pt x="1261770" y="32096"/>
                  </a:lnTo>
                  <a:lnTo>
                    <a:pt x="1212719" y="31701"/>
                  </a:lnTo>
                  <a:lnTo>
                    <a:pt x="1165565" y="31210"/>
                  </a:lnTo>
                  <a:lnTo>
                    <a:pt x="1121826" y="30615"/>
                  </a:lnTo>
                  <a:lnTo>
                    <a:pt x="1081089" y="29892"/>
                  </a:lnTo>
                  <a:lnTo>
                    <a:pt x="1041876" y="29009"/>
                  </a:lnTo>
                  <a:lnTo>
                    <a:pt x="1002355" y="27930"/>
                  </a:lnTo>
                  <a:lnTo>
                    <a:pt x="981363" y="27288"/>
                  </a:lnTo>
                  <a:lnTo>
                    <a:pt x="945846" y="26120"/>
                  </a:lnTo>
                  <a:lnTo>
                    <a:pt x="908140" y="24789"/>
                  </a:lnTo>
                  <a:lnTo>
                    <a:pt x="867965" y="23299"/>
                  </a:lnTo>
                  <a:lnTo>
                    <a:pt x="825345" y="21660"/>
                  </a:lnTo>
                  <a:lnTo>
                    <a:pt x="780597" y="19897"/>
                  </a:lnTo>
                  <a:lnTo>
                    <a:pt x="734301" y="18046"/>
                  </a:lnTo>
                  <a:lnTo>
                    <a:pt x="687231" y="16151"/>
                  </a:lnTo>
                  <a:lnTo>
                    <a:pt x="640264" y="14263"/>
                  </a:lnTo>
                  <a:lnTo>
                    <a:pt x="594265" y="12428"/>
                  </a:lnTo>
                  <a:lnTo>
                    <a:pt x="549970" y="10692"/>
                  </a:lnTo>
                  <a:lnTo>
                    <a:pt x="507902" y="9086"/>
                  </a:lnTo>
                  <a:lnTo>
                    <a:pt x="468312" y="7632"/>
                  </a:lnTo>
                  <a:lnTo>
                    <a:pt x="431152" y="6339"/>
                  </a:lnTo>
                  <a:lnTo>
                    <a:pt x="404090" y="5457"/>
                  </a:lnTo>
                  <a:lnTo>
                    <a:pt x="363767" y="4265"/>
                  </a:lnTo>
                  <a:lnTo>
                    <a:pt x="324623" y="3286"/>
                  </a:lnTo>
                  <a:lnTo>
                    <a:pt x="284891" y="2485"/>
                  </a:lnTo>
                  <a:lnTo>
                    <a:pt x="242835" y="1828"/>
                  </a:lnTo>
                  <a:lnTo>
                    <a:pt x="197392" y="1285"/>
                  </a:lnTo>
                  <a:lnTo>
                    <a:pt x="148975" y="841"/>
                  </a:lnTo>
                  <a:lnTo>
                    <a:pt x="100324" y="492"/>
                  </a:lnTo>
                  <a:lnTo>
                    <a:pt x="56677" y="243"/>
                  </a:lnTo>
                  <a:lnTo>
                    <a:pt x="24074" y="90"/>
                  </a:lnTo>
                  <a:lnTo>
                    <a:pt x="5918" y="19"/>
                  </a:lnTo>
                  <a:lnTo>
                    <a:pt x="2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2050472" y="3327475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2050472" y="5325026"/>
              <a:ext cx="1385454" cy="65493"/>
            </a:xfrm>
            <a:custGeom>
              <a:avLst/>
              <a:pathLst>
                <a:path w="1385454" h="65493">
                  <a:moveTo>
                    <a:pt x="0" y="32746"/>
                  </a:moveTo>
                  <a:lnTo>
                    <a:pt x="1795" y="32752"/>
                  </a:lnTo>
                  <a:lnTo>
                    <a:pt x="12910" y="32791"/>
                  </a:lnTo>
                  <a:lnTo>
                    <a:pt x="38198" y="32899"/>
                  </a:lnTo>
                  <a:lnTo>
                    <a:pt x="76837" y="33098"/>
                  </a:lnTo>
                  <a:lnTo>
                    <a:pt x="123684" y="33396"/>
                  </a:lnTo>
                  <a:lnTo>
                    <a:pt x="172734" y="33791"/>
                  </a:lnTo>
                  <a:lnTo>
                    <a:pt x="219889" y="34282"/>
                  </a:lnTo>
                  <a:lnTo>
                    <a:pt x="263627" y="34878"/>
                  </a:lnTo>
                  <a:lnTo>
                    <a:pt x="304365" y="35601"/>
                  </a:lnTo>
                  <a:lnTo>
                    <a:pt x="343578" y="36483"/>
                  </a:lnTo>
                  <a:lnTo>
                    <a:pt x="383098" y="37563"/>
                  </a:lnTo>
                  <a:lnTo>
                    <a:pt x="404090" y="38204"/>
                  </a:lnTo>
                  <a:lnTo>
                    <a:pt x="439608" y="39373"/>
                  </a:lnTo>
                  <a:lnTo>
                    <a:pt x="477314" y="40703"/>
                  </a:lnTo>
                  <a:lnTo>
                    <a:pt x="517488" y="42194"/>
                  </a:lnTo>
                  <a:lnTo>
                    <a:pt x="560108" y="43833"/>
                  </a:lnTo>
                  <a:lnTo>
                    <a:pt x="604856" y="45595"/>
                  </a:lnTo>
                  <a:lnTo>
                    <a:pt x="651153" y="47446"/>
                  </a:lnTo>
                  <a:lnTo>
                    <a:pt x="698223" y="49341"/>
                  </a:lnTo>
                  <a:lnTo>
                    <a:pt x="745189" y="51230"/>
                  </a:lnTo>
                  <a:lnTo>
                    <a:pt x="791189" y="53064"/>
                  </a:lnTo>
                  <a:lnTo>
                    <a:pt x="835484" y="54801"/>
                  </a:lnTo>
                  <a:lnTo>
                    <a:pt x="877551" y="56407"/>
                  </a:lnTo>
                  <a:lnTo>
                    <a:pt x="917142" y="57861"/>
                  </a:lnTo>
                  <a:lnTo>
                    <a:pt x="954301" y="59153"/>
                  </a:lnTo>
                  <a:lnTo>
                    <a:pt x="981363" y="60035"/>
                  </a:lnTo>
                  <a:lnTo>
                    <a:pt x="1021686" y="61227"/>
                  </a:lnTo>
                  <a:lnTo>
                    <a:pt x="1060831" y="62207"/>
                  </a:lnTo>
                  <a:lnTo>
                    <a:pt x="1100562" y="63007"/>
                  </a:lnTo>
                  <a:lnTo>
                    <a:pt x="1142619" y="63665"/>
                  </a:lnTo>
                  <a:lnTo>
                    <a:pt x="1188061" y="64208"/>
                  </a:lnTo>
                  <a:lnTo>
                    <a:pt x="1236479" y="64652"/>
                  </a:lnTo>
                  <a:lnTo>
                    <a:pt x="1285130" y="65000"/>
                  </a:lnTo>
                  <a:lnTo>
                    <a:pt x="1328776" y="65250"/>
                  </a:lnTo>
                  <a:lnTo>
                    <a:pt x="1361379" y="65403"/>
                  </a:lnTo>
                  <a:lnTo>
                    <a:pt x="1379535" y="65474"/>
                  </a:lnTo>
                  <a:lnTo>
                    <a:pt x="1385197" y="65492"/>
                  </a:lnTo>
                  <a:lnTo>
                    <a:pt x="1385454" y="65493"/>
                  </a:lnTo>
                  <a:lnTo>
                    <a:pt x="1385454" y="32746"/>
                  </a:lnTo>
                  <a:lnTo>
                    <a:pt x="1383659" y="32741"/>
                  </a:lnTo>
                  <a:lnTo>
                    <a:pt x="1372544" y="32701"/>
                  </a:lnTo>
                  <a:lnTo>
                    <a:pt x="1347256" y="32593"/>
                  </a:lnTo>
                  <a:lnTo>
                    <a:pt x="1308617" y="32394"/>
                  </a:lnTo>
                  <a:lnTo>
                    <a:pt x="1261770" y="32096"/>
                  </a:lnTo>
                  <a:lnTo>
                    <a:pt x="1212719" y="31701"/>
                  </a:lnTo>
                  <a:lnTo>
                    <a:pt x="1165565" y="31210"/>
                  </a:lnTo>
                  <a:lnTo>
                    <a:pt x="1121826" y="30615"/>
                  </a:lnTo>
                  <a:lnTo>
                    <a:pt x="1081089" y="29892"/>
                  </a:lnTo>
                  <a:lnTo>
                    <a:pt x="1041876" y="29009"/>
                  </a:lnTo>
                  <a:lnTo>
                    <a:pt x="1002355" y="27930"/>
                  </a:lnTo>
                  <a:lnTo>
                    <a:pt x="981363" y="27288"/>
                  </a:lnTo>
                  <a:lnTo>
                    <a:pt x="945846" y="26120"/>
                  </a:lnTo>
                  <a:lnTo>
                    <a:pt x="908140" y="24789"/>
                  </a:lnTo>
                  <a:lnTo>
                    <a:pt x="867965" y="23299"/>
                  </a:lnTo>
                  <a:lnTo>
                    <a:pt x="825345" y="21660"/>
                  </a:lnTo>
                  <a:lnTo>
                    <a:pt x="780597" y="19897"/>
                  </a:lnTo>
                  <a:lnTo>
                    <a:pt x="734301" y="18046"/>
                  </a:lnTo>
                  <a:lnTo>
                    <a:pt x="687231" y="16151"/>
                  </a:lnTo>
                  <a:lnTo>
                    <a:pt x="640264" y="14263"/>
                  </a:lnTo>
                  <a:lnTo>
                    <a:pt x="594265" y="12428"/>
                  </a:lnTo>
                  <a:lnTo>
                    <a:pt x="549970" y="10692"/>
                  </a:lnTo>
                  <a:lnTo>
                    <a:pt x="507902" y="9086"/>
                  </a:lnTo>
                  <a:lnTo>
                    <a:pt x="468312" y="7632"/>
                  </a:lnTo>
                  <a:lnTo>
                    <a:pt x="431152" y="6339"/>
                  </a:lnTo>
                  <a:lnTo>
                    <a:pt x="404090" y="5457"/>
                  </a:lnTo>
                  <a:lnTo>
                    <a:pt x="363767" y="4265"/>
                  </a:lnTo>
                  <a:lnTo>
                    <a:pt x="324623" y="3286"/>
                  </a:lnTo>
                  <a:lnTo>
                    <a:pt x="284891" y="2485"/>
                  </a:lnTo>
                  <a:lnTo>
                    <a:pt x="242835" y="1828"/>
                  </a:lnTo>
                  <a:lnTo>
                    <a:pt x="197392" y="1285"/>
                  </a:lnTo>
                  <a:lnTo>
                    <a:pt x="148975" y="841"/>
                  </a:lnTo>
                  <a:lnTo>
                    <a:pt x="100324" y="492"/>
                  </a:lnTo>
                  <a:lnTo>
                    <a:pt x="56677" y="243"/>
                  </a:lnTo>
                  <a:lnTo>
                    <a:pt x="24074" y="90"/>
                  </a:lnTo>
                  <a:lnTo>
                    <a:pt x="5918" y="19"/>
                  </a:lnTo>
                  <a:lnTo>
                    <a:pt x="2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2050472" y="3360222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2050472" y="3392968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2050472" y="3425715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2050472" y="5357772"/>
              <a:ext cx="1385454" cy="65493"/>
            </a:xfrm>
            <a:custGeom>
              <a:avLst/>
              <a:pathLst>
                <a:path w="1385454" h="65493">
                  <a:moveTo>
                    <a:pt x="0" y="32746"/>
                  </a:moveTo>
                  <a:lnTo>
                    <a:pt x="1795" y="32752"/>
                  </a:lnTo>
                  <a:lnTo>
                    <a:pt x="12910" y="32791"/>
                  </a:lnTo>
                  <a:lnTo>
                    <a:pt x="38198" y="32899"/>
                  </a:lnTo>
                  <a:lnTo>
                    <a:pt x="76837" y="33098"/>
                  </a:lnTo>
                  <a:lnTo>
                    <a:pt x="123684" y="33396"/>
                  </a:lnTo>
                  <a:lnTo>
                    <a:pt x="172734" y="33791"/>
                  </a:lnTo>
                  <a:lnTo>
                    <a:pt x="219889" y="34282"/>
                  </a:lnTo>
                  <a:lnTo>
                    <a:pt x="263627" y="34878"/>
                  </a:lnTo>
                  <a:lnTo>
                    <a:pt x="304365" y="35601"/>
                  </a:lnTo>
                  <a:lnTo>
                    <a:pt x="343578" y="36483"/>
                  </a:lnTo>
                  <a:lnTo>
                    <a:pt x="383098" y="37563"/>
                  </a:lnTo>
                  <a:lnTo>
                    <a:pt x="404090" y="38204"/>
                  </a:lnTo>
                  <a:lnTo>
                    <a:pt x="439608" y="39373"/>
                  </a:lnTo>
                  <a:lnTo>
                    <a:pt x="477314" y="40703"/>
                  </a:lnTo>
                  <a:lnTo>
                    <a:pt x="517488" y="42194"/>
                  </a:lnTo>
                  <a:lnTo>
                    <a:pt x="560108" y="43833"/>
                  </a:lnTo>
                  <a:lnTo>
                    <a:pt x="604856" y="45595"/>
                  </a:lnTo>
                  <a:lnTo>
                    <a:pt x="651153" y="47446"/>
                  </a:lnTo>
                  <a:lnTo>
                    <a:pt x="698223" y="49341"/>
                  </a:lnTo>
                  <a:lnTo>
                    <a:pt x="745189" y="51230"/>
                  </a:lnTo>
                  <a:lnTo>
                    <a:pt x="791189" y="53064"/>
                  </a:lnTo>
                  <a:lnTo>
                    <a:pt x="835484" y="54801"/>
                  </a:lnTo>
                  <a:lnTo>
                    <a:pt x="877551" y="56407"/>
                  </a:lnTo>
                  <a:lnTo>
                    <a:pt x="917142" y="57861"/>
                  </a:lnTo>
                  <a:lnTo>
                    <a:pt x="954301" y="59153"/>
                  </a:lnTo>
                  <a:lnTo>
                    <a:pt x="981363" y="60035"/>
                  </a:lnTo>
                  <a:lnTo>
                    <a:pt x="1021686" y="61227"/>
                  </a:lnTo>
                  <a:lnTo>
                    <a:pt x="1060831" y="62207"/>
                  </a:lnTo>
                  <a:lnTo>
                    <a:pt x="1100562" y="63007"/>
                  </a:lnTo>
                  <a:lnTo>
                    <a:pt x="1142619" y="63665"/>
                  </a:lnTo>
                  <a:lnTo>
                    <a:pt x="1188061" y="64208"/>
                  </a:lnTo>
                  <a:lnTo>
                    <a:pt x="1236479" y="64652"/>
                  </a:lnTo>
                  <a:lnTo>
                    <a:pt x="1285130" y="65000"/>
                  </a:lnTo>
                  <a:lnTo>
                    <a:pt x="1328776" y="65250"/>
                  </a:lnTo>
                  <a:lnTo>
                    <a:pt x="1361379" y="65403"/>
                  </a:lnTo>
                  <a:lnTo>
                    <a:pt x="1379535" y="65474"/>
                  </a:lnTo>
                  <a:lnTo>
                    <a:pt x="1385197" y="65492"/>
                  </a:lnTo>
                  <a:lnTo>
                    <a:pt x="1385454" y="65493"/>
                  </a:lnTo>
                  <a:lnTo>
                    <a:pt x="1385454" y="32746"/>
                  </a:lnTo>
                  <a:lnTo>
                    <a:pt x="1383659" y="32741"/>
                  </a:lnTo>
                  <a:lnTo>
                    <a:pt x="1372544" y="32701"/>
                  </a:lnTo>
                  <a:lnTo>
                    <a:pt x="1347256" y="32593"/>
                  </a:lnTo>
                  <a:lnTo>
                    <a:pt x="1308617" y="32394"/>
                  </a:lnTo>
                  <a:lnTo>
                    <a:pt x="1261770" y="32096"/>
                  </a:lnTo>
                  <a:lnTo>
                    <a:pt x="1212719" y="31701"/>
                  </a:lnTo>
                  <a:lnTo>
                    <a:pt x="1165565" y="31210"/>
                  </a:lnTo>
                  <a:lnTo>
                    <a:pt x="1121826" y="30615"/>
                  </a:lnTo>
                  <a:lnTo>
                    <a:pt x="1081089" y="29892"/>
                  </a:lnTo>
                  <a:lnTo>
                    <a:pt x="1041876" y="29009"/>
                  </a:lnTo>
                  <a:lnTo>
                    <a:pt x="1002355" y="27930"/>
                  </a:lnTo>
                  <a:lnTo>
                    <a:pt x="981363" y="27288"/>
                  </a:lnTo>
                  <a:lnTo>
                    <a:pt x="945846" y="26120"/>
                  </a:lnTo>
                  <a:lnTo>
                    <a:pt x="908140" y="24789"/>
                  </a:lnTo>
                  <a:lnTo>
                    <a:pt x="867965" y="23299"/>
                  </a:lnTo>
                  <a:lnTo>
                    <a:pt x="825345" y="21660"/>
                  </a:lnTo>
                  <a:lnTo>
                    <a:pt x="780597" y="19897"/>
                  </a:lnTo>
                  <a:lnTo>
                    <a:pt x="734301" y="18046"/>
                  </a:lnTo>
                  <a:lnTo>
                    <a:pt x="687231" y="16151"/>
                  </a:lnTo>
                  <a:lnTo>
                    <a:pt x="640264" y="14263"/>
                  </a:lnTo>
                  <a:lnTo>
                    <a:pt x="594265" y="12428"/>
                  </a:lnTo>
                  <a:lnTo>
                    <a:pt x="549970" y="10692"/>
                  </a:lnTo>
                  <a:lnTo>
                    <a:pt x="507902" y="9086"/>
                  </a:lnTo>
                  <a:lnTo>
                    <a:pt x="468312" y="7632"/>
                  </a:lnTo>
                  <a:lnTo>
                    <a:pt x="431152" y="6339"/>
                  </a:lnTo>
                  <a:lnTo>
                    <a:pt x="404090" y="5457"/>
                  </a:lnTo>
                  <a:lnTo>
                    <a:pt x="363767" y="4265"/>
                  </a:lnTo>
                  <a:lnTo>
                    <a:pt x="324623" y="3286"/>
                  </a:lnTo>
                  <a:lnTo>
                    <a:pt x="284891" y="2485"/>
                  </a:lnTo>
                  <a:lnTo>
                    <a:pt x="242835" y="1828"/>
                  </a:lnTo>
                  <a:lnTo>
                    <a:pt x="197392" y="1285"/>
                  </a:lnTo>
                  <a:lnTo>
                    <a:pt x="148975" y="841"/>
                  </a:lnTo>
                  <a:lnTo>
                    <a:pt x="100324" y="492"/>
                  </a:lnTo>
                  <a:lnTo>
                    <a:pt x="56677" y="243"/>
                  </a:lnTo>
                  <a:lnTo>
                    <a:pt x="24074" y="90"/>
                  </a:lnTo>
                  <a:lnTo>
                    <a:pt x="5918" y="19"/>
                  </a:lnTo>
                  <a:lnTo>
                    <a:pt x="2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2050472" y="3458462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2050472" y="6143694"/>
              <a:ext cx="1385454" cy="229227"/>
            </a:xfrm>
            <a:custGeom>
              <a:avLst/>
              <a:pathLst>
                <a:path w="1385454" h="229227">
                  <a:moveTo>
                    <a:pt x="0" y="32746"/>
                  </a:moveTo>
                  <a:lnTo>
                    <a:pt x="1786" y="32779"/>
                  </a:lnTo>
                  <a:lnTo>
                    <a:pt x="12853" y="33016"/>
                  </a:lnTo>
                  <a:lnTo>
                    <a:pt x="38043" y="33659"/>
                  </a:lnTo>
                  <a:lnTo>
                    <a:pt x="76559" y="34848"/>
                  </a:lnTo>
                  <a:lnTo>
                    <a:pt x="123296" y="36630"/>
                  </a:lnTo>
                  <a:lnTo>
                    <a:pt x="172271" y="38990"/>
                  </a:lnTo>
                  <a:lnTo>
                    <a:pt x="219382" y="41925"/>
                  </a:lnTo>
                  <a:lnTo>
                    <a:pt x="263092" y="45486"/>
                  </a:lnTo>
                  <a:lnTo>
                    <a:pt x="303797" y="49804"/>
                  </a:lnTo>
                  <a:lnTo>
                    <a:pt x="342957" y="55074"/>
                  </a:lnTo>
                  <a:lnTo>
                    <a:pt x="382395" y="61520"/>
                  </a:lnTo>
                  <a:lnTo>
                    <a:pt x="404090" y="65493"/>
                  </a:lnTo>
                  <a:lnTo>
                    <a:pt x="439165" y="72415"/>
                  </a:lnTo>
                  <a:lnTo>
                    <a:pt x="476371" y="80282"/>
                  </a:lnTo>
                  <a:lnTo>
                    <a:pt x="515984" y="89089"/>
                  </a:lnTo>
                  <a:lnTo>
                    <a:pt x="557989" y="98769"/>
                  </a:lnTo>
                  <a:lnTo>
                    <a:pt x="602093" y="109183"/>
                  </a:lnTo>
                  <a:lnTo>
                    <a:pt x="647750" y="120128"/>
                  </a:lnTo>
                  <a:lnTo>
                    <a:pt x="694221" y="131348"/>
                  </a:lnTo>
                  <a:lnTo>
                    <a:pt x="740665" y="142558"/>
                  </a:lnTo>
                  <a:lnTo>
                    <a:pt x="786242" y="153476"/>
                  </a:lnTo>
                  <a:lnTo>
                    <a:pt x="830226" y="163849"/>
                  </a:lnTo>
                  <a:lnTo>
                    <a:pt x="872084" y="173476"/>
                  </a:lnTo>
                  <a:lnTo>
                    <a:pt x="911539" y="182224"/>
                  </a:lnTo>
                  <a:lnTo>
                    <a:pt x="948597" y="190030"/>
                  </a:lnTo>
                  <a:lnTo>
                    <a:pt x="981363" y="196480"/>
                  </a:lnTo>
                  <a:lnTo>
                    <a:pt x="1021624" y="203622"/>
                  </a:lnTo>
                  <a:lnTo>
                    <a:pt x="1060706" y="209493"/>
                  </a:lnTo>
                  <a:lnTo>
                    <a:pt x="1100368" y="214291"/>
                  </a:lnTo>
                  <a:lnTo>
                    <a:pt x="1142341" y="218234"/>
                  </a:lnTo>
                  <a:lnTo>
                    <a:pt x="1187686" y="221491"/>
                  </a:lnTo>
                  <a:lnTo>
                    <a:pt x="1236009" y="224156"/>
                  </a:lnTo>
                  <a:lnTo>
                    <a:pt x="1284604" y="226249"/>
                  </a:lnTo>
                  <a:lnTo>
                    <a:pt x="1328279" y="227753"/>
                  </a:lnTo>
                  <a:lnTo>
                    <a:pt x="1361012" y="228676"/>
                  </a:lnTo>
                  <a:lnTo>
                    <a:pt x="1379357" y="229106"/>
                  </a:lnTo>
                  <a:lnTo>
                    <a:pt x="1385171" y="229222"/>
                  </a:lnTo>
                  <a:lnTo>
                    <a:pt x="1385454" y="229227"/>
                  </a:lnTo>
                  <a:lnTo>
                    <a:pt x="1385454" y="196480"/>
                  </a:lnTo>
                  <a:lnTo>
                    <a:pt x="1383667" y="196447"/>
                  </a:lnTo>
                  <a:lnTo>
                    <a:pt x="1372600" y="196210"/>
                  </a:lnTo>
                  <a:lnTo>
                    <a:pt x="1347411" y="195567"/>
                  </a:lnTo>
                  <a:lnTo>
                    <a:pt x="1308895" y="194378"/>
                  </a:lnTo>
                  <a:lnTo>
                    <a:pt x="1262158" y="192596"/>
                  </a:lnTo>
                  <a:lnTo>
                    <a:pt x="1213182" y="190236"/>
                  </a:lnTo>
                  <a:lnTo>
                    <a:pt x="1166071" y="187301"/>
                  </a:lnTo>
                  <a:lnTo>
                    <a:pt x="1122362" y="183740"/>
                  </a:lnTo>
                  <a:lnTo>
                    <a:pt x="1081656" y="179422"/>
                  </a:lnTo>
                  <a:lnTo>
                    <a:pt x="1042497" y="174152"/>
                  </a:lnTo>
                  <a:lnTo>
                    <a:pt x="1003059" y="167706"/>
                  </a:lnTo>
                  <a:lnTo>
                    <a:pt x="981363" y="163733"/>
                  </a:lnTo>
                  <a:lnTo>
                    <a:pt x="946288" y="156811"/>
                  </a:lnTo>
                  <a:lnTo>
                    <a:pt x="909082" y="148944"/>
                  </a:lnTo>
                  <a:lnTo>
                    <a:pt x="869470" y="140137"/>
                  </a:lnTo>
                  <a:lnTo>
                    <a:pt x="827464" y="130458"/>
                  </a:lnTo>
                  <a:lnTo>
                    <a:pt x="783360" y="120043"/>
                  </a:lnTo>
                  <a:lnTo>
                    <a:pt x="737703" y="109098"/>
                  </a:lnTo>
                  <a:lnTo>
                    <a:pt x="691232" y="97879"/>
                  </a:lnTo>
                  <a:lnTo>
                    <a:pt x="644789" y="86668"/>
                  </a:lnTo>
                  <a:lnTo>
                    <a:pt x="599211" y="75750"/>
                  </a:lnTo>
                  <a:lnTo>
                    <a:pt x="555228" y="65377"/>
                  </a:lnTo>
                  <a:lnTo>
                    <a:pt x="513370" y="55750"/>
                  </a:lnTo>
                  <a:lnTo>
                    <a:pt x="473914" y="47002"/>
                  </a:lnTo>
                  <a:lnTo>
                    <a:pt x="436856" y="39196"/>
                  </a:lnTo>
                  <a:lnTo>
                    <a:pt x="404090" y="32746"/>
                  </a:lnTo>
                  <a:lnTo>
                    <a:pt x="363830" y="25604"/>
                  </a:lnTo>
                  <a:lnTo>
                    <a:pt x="324747" y="19733"/>
                  </a:lnTo>
                  <a:lnTo>
                    <a:pt x="285085" y="14936"/>
                  </a:lnTo>
                  <a:lnTo>
                    <a:pt x="243112" y="10992"/>
                  </a:lnTo>
                  <a:lnTo>
                    <a:pt x="197767" y="7735"/>
                  </a:lnTo>
                  <a:lnTo>
                    <a:pt x="149444" y="5071"/>
                  </a:lnTo>
                  <a:lnTo>
                    <a:pt x="100849" y="2977"/>
                  </a:lnTo>
                  <a:lnTo>
                    <a:pt x="57174" y="1473"/>
                  </a:lnTo>
                  <a:lnTo>
                    <a:pt x="24441" y="551"/>
                  </a:lnTo>
                  <a:lnTo>
                    <a:pt x="6096" y="120"/>
                  </a:lnTo>
                  <a:lnTo>
                    <a:pt x="283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2050472" y="5390519"/>
              <a:ext cx="1385454" cy="65493"/>
            </a:xfrm>
            <a:custGeom>
              <a:avLst/>
              <a:pathLst>
                <a:path w="1385454" h="65493">
                  <a:moveTo>
                    <a:pt x="0" y="32746"/>
                  </a:moveTo>
                  <a:lnTo>
                    <a:pt x="1795" y="32752"/>
                  </a:lnTo>
                  <a:lnTo>
                    <a:pt x="12910" y="32791"/>
                  </a:lnTo>
                  <a:lnTo>
                    <a:pt x="38198" y="32899"/>
                  </a:lnTo>
                  <a:lnTo>
                    <a:pt x="76837" y="33098"/>
                  </a:lnTo>
                  <a:lnTo>
                    <a:pt x="123684" y="33396"/>
                  </a:lnTo>
                  <a:lnTo>
                    <a:pt x="172734" y="33791"/>
                  </a:lnTo>
                  <a:lnTo>
                    <a:pt x="219889" y="34282"/>
                  </a:lnTo>
                  <a:lnTo>
                    <a:pt x="263627" y="34878"/>
                  </a:lnTo>
                  <a:lnTo>
                    <a:pt x="304365" y="35601"/>
                  </a:lnTo>
                  <a:lnTo>
                    <a:pt x="343578" y="36483"/>
                  </a:lnTo>
                  <a:lnTo>
                    <a:pt x="383098" y="37563"/>
                  </a:lnTo>
                  <a:lnTo>
                    <a:pt x="404090" y="38204"/>
                  </a:lnTo>
                  <a:lnTo>
                    <a:pt x="439608" y="39373"/>
                  </a:lnTo>
                  <a:lnTo>
                    <a:pt x="477314" y="40703"/>
                  </a:lnTo>
                  <a:lnTo>
                    <a:pt x="517488" y="42194"/>
                  </a:lnTo>
                  <a:lnTo>
                    <a:pt x="560108" y="43833"/>
                  </a:lnTo>
                  <a:lnTo>
                    <a:pt x="604856" y="45595"/>
                  </a:lnTo>
                  <a:lnTo>
                    <a:pt x="651153" y="47446"/>
                  </a:lnTo>
                  <a:lnTo>
                    <a:pt x="698223" y="49341"/>
                  </a:lnTo>
                  <a:lnTo>
                    <a:pt x="745189" y="51230"/>
                  </a:lnTo>
                  <a:lnTo>
                    <a:pt x="791189" y="53064"/>
                  </a:lnTo>
                  <a:lnTo>
                    <a:pt x="835484" y="54801"/>
                  </a:lnTo>
                  <a:lnTo>
                    <a:pt x="877551" y="56407"/>
                  </a:lnTo>
                  <a:lnTo>
                    <a:pt x="917142" y="57861"/>
                  </a:lnTo>
                  <a:lnTo>
                    <a:pt x="954301" y="59153"/>
                  </a:lnTo>
                  <a:lnTo>
                    <a:pt x="981363" y="60035"/>
                  </a:lnTo>
                  <a:lnTo>
                    <a:pt x="1021686" y="61227"/>
                  </a:lnTo>
                  <a:lnTo>
                    <a:pt x="1060831" y="62207"/>
                  </a:lnTo>
                  <a:lnTo>
                    <a:pt x="1100562" y="63007"/>
                  </a:lnTo>
                  <a:lnTo>
                    <a:pt x="1142619" y="63665"/>
                  </a:lnTo>
                  <a:lnTo>
                    <a:pt x="1188061" y="64208"/>
                  </a:lnTo>
                  <a:lnTo>
                    <a:pt x="1236479" y="64652"/>
                  </a:lnTo>
                  <a:lnTo>
                    <a:pt x="1285130" y="65000"/>
                  </a:lnTo>
                  <a:lnTo>
                    <a:pt x="1328776" y="65250"/>
                  </a:lnTo>
                  <a:lnTo>
                    <a:pt x="1361379" y="65403"/>
                  </a:lnTo>
                  <a:lnTo>
                    <a:pt x="1379535" y="65474"/>
                  </a:lnTo>
                  <a:lnTo>
                    <a:pt x="1385197" y="65492"/>
                  </a:lnTo>
                  <a:lnTo>
                    <a:pt x="1385454" y="65493"/>
                  </a:lnTo>
                  <a:lnTo>
                    <a:pt x="1385454" y="32746"/>
                  </a:lnTo>
                  <a:lnTo>
                    <a:pt x="1383659" y="32741"/>
                  </a:lnTo>
                  <a:lnTo>
                    <a:pt x="1372544" y="32701"/>
                  </a:lnTo>
                  <a:lnTo>
                    <a:pt x="1347256" y="32593"/>
                  </a:lnTo>
                  <a:lnTo>
                    <a:pt x="1308617" y="32394"/>
                  </a:lnTo>
                  <a:lnTo>
                    <a:pt x="1261770" y="32096"/>
                  </a:lnTo>
                  <a:lnTo>
                    <a:pt x="1212719" y="31701"/>
                  </a:lnTo>
                  <a:lnTo>
                    <a:pt x="1165565" y="31210"/>
                  </a:lnTo>
                  <a:lnTo>
                    <a:pt x="1121826" y="30615"/>
                  </a:lnTo>
                  <a:lnTo>
                    <a:pt x="1081089" y="29892"/>
                  </a:lnTo>
                  <a:lnTo>
                    <a:pt x="1041876" y="29009"/>
                  </a:lnTo>
                  <a:lnTo>
                    <a:pt x="1002355" y="27930"/>
                  </a:lnTo>
                  <a:lnTo>
                    <a:pt x="981363" y="27288"/>
                  </a:lnTo>
                  <a:lnTo>
                    <a:pt x="945846" y="26120"/>
                  </a:lnTo>
                  <a:lnTo>
                    <a:pt x="908140" y="24789"/>
                  </a:lnTo>
                  <a:lnTo>
                    <a:pt x="867965" y="23299"/>
                  </a:lnTo>
                  <a:lnTo>
                    <a:pt x="825345" y="21660"/>
                  </a:lnTo>
                  <a:lnTo>
                    <a:pt x="780597" y="19897"/>
                  </a:lnTo>
                  <a:lnTo>
                    <a:pt x="734301" y="18046"/>
                  </a:lnTo>
                  <a:lnTo>
                    <a:pt x="687231" y="16151"/>
                  </a:lnTo>
                  <a:lnTo>
                    <a:pt x="640264" y="14263"/>
                  </a:lnTo>
                  <a:lnTo>
                    <a:pt x="594265" y="12428"/>
                  </a:lnTo>
                  <a:lnTo>
                    <a:pt x="549970" y="10692"/>
                  </a:lnTo>
                  <a:lnTo>
                    <a:pt x="507902" y="9086"/>
                  </a:lnTo>
                  <a:lnTo>
                    <a:pt x="468312" y="7632"/>
                  </a:lnTo>
                  <a:lnTo>
                    <a:pt x="431152" y="6339"/>
                  </a:lnTo>
                  <a:lnTo>
                    <a:pt x="404090" y="5457"/>
                  </a:lnTo>
                  <a:lnTo>
                    <a:pt x="363767" y="4265"/>
                  </a:lnTo>
                  <a:lnTo>
                    <a:pt x="324623" y="3286"/>
                  </a:lnTo>
                  <a:lnTo>
                    <a:pt x="284891" y="2485"/>
                  </a:lnTo>
                  <a:lnTo>
                    <a:pt x="242835" y="1828"/>
                  </a:lnTo>
                  <a:lnTo>
                    <a:pt x="197392" y="1285"/>
                  </a:lnTo>
                  <a:lnTo>
                    <a:pt x="148975" y="841"/>
                  </a:lnTo>
                  <a:lnTo>
                    <a:pt x="100324" y="492"/>
                  </a:lnTo>
                  <a:lnTo>
                    <a:pt x="56677" y="243"/>
                  </a:lnTo>
                  <a:lnTo>
                    <a:pt x="24074" y="90"/>
                  </a:lnTo>
                  <a:lnTo>
                    <a:pt x="5918" y="19"/>
                  </a:lnTo>
                  <a:lnTo>
                    <a:pt x="2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2050472" y="6471161"/>
              <a:ext cx="1385454" cy="229227"/>
            </a:xfrm>
            <a:custGeom>
              <a:avLst/>
              <a:pathLst>
                <a:path w="1385454" h="229227">
                  <a:moveTo>
                    <a:pt x="0" y="32746"/>
                  </a:moveTo>
                  <a:lnTo>
                    <a:pt x="1786" y="32779"/>
                  </a:lnTo>
                  <a:lnTo>
                    <a:pt x="12853" y="33016"/>
                  </a:lnTo>
                  <a:lnTo>
                    <a:pt x="38043" y="33659"/>
                  </a:lnTo>
                  <a:lnTo>
                    <a:pt x="76559" y="34848"/>
                  </a:lnTo>
                  <a:lnTo>
                    <a:pt x="123296" y="36630"/>
                  </a:lnTo>
                  <a:lnTo>
                    <a:pt x="172271" y="38990"/>
                  </a:lnTo>
                  <a:lnTo>
                    <a:pt x="219382" y="41925"/>
                  </a:lnTo>
                  <a:lnTo>
                    <a:pt x="263092" y="45486"/>
                  </a:lnTo>
                  <a:lnTo>
                    <a:pt x="303797" y="49804"/>
                  </a:lnTo>
                  <a:lnTo>
                    <a:pt x="342957" y="55074"/>
                  </a:lnTo>
                  <a:lnTo>
                    <a:pt x="382395" y="61520"/>
                  </a:lnTo>
                  <a:lnTo>
                    <a:pt x="404090" y="65493"/>
                  </a:lnTo>
                  <a:lnTo>
                    <a:pt x="439165" y="72415"/>
                  </a:lnTo>
                  <a:lnTo>
                    <a:pt x="476371" y="80282"/>
                  </a:lnTo>
                  <a:lnTo>
                    <a:pt x="515984" y="89089"/>
                  </a:lnTo>
                  <a:lnTo>
                    <a:pt x="557989" y="98769"/>
                  </a:lnTo>
                  <a:lnTo>
                    <a:pt x="602093" y="109183"/>
                  </a:lnTo>
                  <a:lnTo>
                    <a:pt x="647750" y="120128"/>
                  </a:lnTo>
                  <a:lnTo>
                    <a:pt x="694221" y="131348"/>
                  </a:lnTo>
                  <a:lnTo>
                    <a:pt x="740665" y="142558"/>
                  </a:lnTo>
                  <a:lnTo>
                    <a:pt x="786242" y="153476"/>
                  </a:lnTo>
                  <a:lnTo>
                    <a:pt x="830226" y="163849"/>
                  </a:lnTo>
                  <a:lnTo>
                    <a:pt x="872084" y="173476"/>
                  </a:lnTo>
                  <a:lnTo>
                    <a:pt x="911539" y="182224"/>
                  </a:lnTo>
                  <a:lnTo>
                    <a:pt x="948597" y="190030"/>
                  </a:lnTo>
                  <a:lnTo>
                    <a:pt x="981363" y="196480"/>
                  </a:lnTo>
                  <a:lnTo>
                    <a:pt x="1021624" y="203622"/>
                  </a:lnTo>
                  <a:lnTo>
                    <a:pt x="1060706" y="209493"/>
                  </a:lnTo>
                  <a:lnTo>
                    <a:pt x="1100368" y="214291"/>
                  </a:lnTo>
                  <a:lnTo>
                    <a:pt x="1142341" y="218234"/>
                  </a:lnTo>
                  <a:lnTo>
                    <a:pt x="1187686" y="221491"/>
                  </a:lnTo>
                  <a:lnTo>
                    <a:pt x="1236009" y="224156"/>
                  </a:lnTo>
                  <a:lnTo>
                    <a:pt x="1284604" y="226249"/>
                  </a:lnTo>
                  <a:lnTo>
                    <a:pt x="1328279" y="227753"/>
                  </a:lnTo>
                  <a:lnTo>
                    <a:pt x="1361012" y="228676"/>
                  </a:lnTo>
                  <a:lnTo>
                    <a:pt x="1379357" y="229106"/>
                  </a:lnTo>
                  <a:lnTo>
                    <a:pt x="1385171" y="229222"/>
                  </a:lnTo>
                  <a:lnTo>
                    <a:pt x="1385454" y="229227"/>
                  </a:lnTo>
                  <a:lnTo>
                    <a:pt x="1385454" y="196480"/>
                  </a:lnTo>
                  <a:lnTo>
                    <a:pt x="1383667" y="196447"/>
                  </a:lnTo>
                  <a:lnTo>
                    <a:pt x="1372600" y="196210"/>
                  </a:lnTo>
                  <a:lnTo>
                    <a:pt x="1347411" y="195567"/>
                  </a:lnTo>
                  <a:lnTo>
                    <a:pt x="1308895" y="194378"/>
                  </a:lnTo>
                  <a:lnTo>
                    <a:pt x="1262158" y="192596"/>
                  </a:lnTo>
                  <a:lnTo>
                    <a:pt x="1213182" y="190236"/>
                  </a:lnTo>
                  <a:lnTo>
                    <a:pt x="1166071" y="187301"/>
                  </a:lnTo>
                  <a:lnTo>
                    <a:pt x="1122362" y="183740"/>
                  </a:lnTo>
                  <a:lnTo>
                    <a:pt x="1081656" y="179422"/>
                  </a:lnTo>
                  <a:lnTo>
                    <a:pt x="1042497" y="174152"/>
                  </a:lnTo>
                  <a:lnTo>
                    <a:pt x="1003059" y="167706"/>
                  </a:lnTo>
                  <a:lnTo>
                    <a:pt x="981363" y="163733"/>
                  </a:lnTo>
                  <a:lnTo>
                    <a:pt x="946288" y="156811"/>
                  </a:lnTo>
                  <a:lnTo>
                    <a:pt x="909082" y="148944"/>
                  </a:lnTo>
                  <a:lnTo>
                    <a:pt x="869470" y="140137"/>
                  </a:lnTo>
                  <a:lnTo>
                    <a:pt x="827464" y="130458"/>
                  </a:lnTo>
                  <a:lnTo>
                    <a:pt x="783360" y="120043"/>
                  </a:lnTo>
                  <a:lnTo>
                    <a:pt x="737703" y="109098"/>
                  </a:lnTo>
                  <a:lnTo>
                    <a:pt x="691232" y="97879"/>
                  </a:lnTo>
                  <a:lnTo>
                    <a:pt x="644789" y="86668"/>
                  </a:lnTo>
                  <a:lnTo>
                    <a:pt x="599211" y="75750"/>
                  </a:lnTo>
                  <a:lnTo>
                    <a:pt x="555228" y="65377"/>
                  </a:lnTo>
                  <a:lnTo>
                    <a:pt x="513370" y="55750"/>
                  </a:lnTo>
                  <a:lnTo>
                    <a:pt x="473914" y="47002"/>
                  </a:lnTo>
                  <a:lnTo>
                    <a:pt x="436856" y="39196"/>
                  </a:lnTo>
                  <a:lnTo>
                    <a:pt x="404090" y="32746"/>
                  </a:lnTo>
                  <a:lnTo>
                    <a:pt x="363830" y="25604"/>
                  </a:lnTo>
                  <a:lnTo>
                    <a:pt x="324747" y="19733"/>
                  </a:lnTo>
                  <a:lnTo>
                    <a:pt x="285085" y="14936"/>
                  </a:lnTo>
                  <a:lnTo>
                    <a:pt x="243112" y="10992"/>
                  </a:lnTo>
                  <a:lnTo>
                    <a:pt x="197767" y="7735"/>
                  </a:lnTo>
                  <a:lnTo>
                    <a:pt x="149444" y="5071"/>
                  </a:lnTo>
                  <a:lnTo>
                    <a:pt x="100849" y="2977"/>
                  </a:lnTo>
                  <a:lnTo>
                    <a:pt x="57174" y="1473"/>
                  </a:lnTo>
                  <a:lnTo>
                    <a:pt x="24441" y="551"/>
                  </a:lnTo>
                  <a:lnTo>
                    <a:pt x="6096" y="120"/>
                  </a:lnTo>
                  <a:lnTo>
                    <a:pt x="283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2050472" y="5423266"/>
              <a:ext cx="1385454" cy="65493"/>
            </a:xfrm>
            <a:custGeom>
              <a:avLst/>
              <a:pathLst>
                <a:path w="1385454" h="65493">
                  <a:moveTo>
                    <a:pt x="0" y="32746"/>
                  </a:moveTo>
                  <a:lnTo>
                    <a:pt x="1795" y="32752"/>
                  </a:lnTo>
                  <a:lnTo>
                    <a:pt x="12910" y="32791"/>
                  </a:lnTo>
                  <a:lnTo>
                    <a:pt x="38198" y="32899"/>
                  </a:lnTo>
                  <a:lnTo>
                    <a:pt x="76837" y="33098"/>
                  </a:lnTo>
                  <a:lnTo>
                    <a:pt x="123684" y="33396"/>
                  </a:lnTo>
                  <a:lnTo>
                    <a:pt x="172734" y="33791"/>
                  </a:lnTo>
                  <a:lnTo>
                    <a:pt x="219889" y="34282"/>
                  </a:lnTo>
                  <a:lnTo>
                    <a:pt x="263627" y="34878"/>
                  </a:lnTo>
                  <a:lnTo>
                    <a:pt x="304365" y="35601"/>
                  </a:lnTo>
                  <a:lnTo>
                    <a:pt x="343578" y="36483"/>
                  </a:lnTo>
                  <a:lnTo>
                    <a:pt x="383098" y="37563"/>
                  </a:lnTo>
                  <a:lnTo>
                    <a:pt x="404090" y="38204"/>
                  </a:lnTo>
                  <a:lnTo>
                    <a:pt x="439608" y="39373"/>
                  </a:lnTo>
                  <a:lnTo>
                    <a:pt x="477314" y="40703"/>
                  </a:lnTo>
                  <a:lnTo>
                    <a:pt x="517488" y="42194"/>
                  </a:lnTo>
                  <a:lnTo>
                    <a:pt x="560108" y="43833"/>
                  </a:lnTo>
                  <a:lnTo>
                    <a:pt x="604856" y="45595"/>
                  </a:lnTo>
                  <a:lnTo>
                    <a:pt x="651153" y="47446"/>
                  </a:lnTo>
                  <a:lnTo>
                    <a:pt x="698223" y="49341"/>
                  </a:lnTo>
                  <a:lnTo>
                    <a:pt x="745189" y="51230"/>
                  </a:lnTo>
                  <a:lnTo>
                    <a:pt x="791189" y="53064"/>
                  </a:lnTo>
                  <a:lnTo>
                    <a:pt x="835484" y="54801"/>
                  </a:lnTo>
                  <a:lnTo>
                    <a:pt x="877551" y="56407"/>
                  </a:lnTo>
                  <a:lnTo>
                    <a:pt x="917142" y="57861"/>
                  </a:lnTo>
                  <a:lnTo>
                    <a:pt x="954301" y="59153"/>
                  </a:lnTo>
                  <a:lnTo>
                    <a:pt x="981363" y="60035"/>
                  </a:lnTo>
                  <a:lnTo>
                    <a:pt x="1021686" y="61227"/>
                  </a:lnTo>
                  <a:lnTo>
                    <a:pt x="1060831" y="62207"/>
                  </a:lnTo>
                  <a:lnTo>
                    <a:pt x="1100562" y="63007"/>
                  </a:lnTo>
                  <a:lnTo>
                    <a:pt x="1142619" y="63665"/>
                  </a:lnTo>
                  <a:lnTo>
                    <a:pt x="1188061" y="64208"/>
                  </a:lnTo>
                  <a:lnTo>
                    <a:pt x="1236479" y="64652"/>
                  </a:lnTo>
                  <a:lnTo>
                    <a:pt x="1285130" y="65000"/>
                  </a:lnTo>
                  <a:lnTo>
                    <a:pt x="1328776" y="65250"/>
                  </a:lnTo>
                  <a:lnTo>
                    <a:pt x="1361379" y="65403"/>
                  </a:lnTo>
                  <a:lnTo>
                    <a:pt x="1379535" y="65474"/>
                  </a:lnTo>
                  <a:lnTo>
                    <a:pt x="1385197" y="65492"/>
                  </a:lnTo>
                  <a:lnTo>
                    <a:pt x="1385454" y="65493"/>
                  </a:lnTo>
                  <a:lnTo>
                    <a:pt x="1385454" y="32746"/>
                  </a:lnTo>
                  <a:lnTo>
                    <a:pt x="1383659" y="32741"/>
                  </a:lnTo>
                  <a:lnTo>
                    <a:pt x="1372544" y="32701"/>
                  </a:lnTo>
                  <a:lnTo>
                    <a:pt x="1347256" y="32593"/>
                  </a:lnTo>
                  <a:lnTo>
                    <a:pt x="1308617" y="32394"/>
                  </a:lnTo>
                  <a:lnTo>
                    <a:pt x="1261770" y="32096"/>
                  </a:lnTo>
                  <a:lnTo>
                    <a:pt x="1212719" y="31701"/>
                  </a:lnTo>
                  <a:lnTo>
                    <a:pt x="1165565" y="31210"/>
                  </a:lnTo>
                  <a:lnTo>
                    <a:pt x="1121826" y="30615"/>
                  </a:lnTo>
                  <a:lnTo>
                    <a:pt x="1081089" y="29892"/>
                  </a:lnTo>
                  <a:lnTo>
                    <a:pt x="1041876" y="29009"/>
                  </a:lnTo>
                  <a:lnTo>
                    <a:pt x="1002355" y="27930"/>
                  </a:lnTo>
                  <a:lnTo>
                    <a:pt x="981363" y="27288"/>
                  </a:lnTo>
                  <a:lnTo>
                    <a:pt x="945846" y="26120"/>
                  </a:lnTo>
                  <a:lnTo>
                    <a:pt x="908140" y="24789"/>
                  </a:lnTo>
                  <a:lnTo>
                    <a:pt x="867965" y="23299"/>
                  </a:lnTo>
                  <a:lnTo>
                    <a:pt x="825345" y="21660"/>
                  </a:lnTo>
                  <a:lnTo>
                    <a:pt x="780597" y="19897"/>
                  </a:lnTo>
                  <a:lnTo>
                    <a:pt x="734301" y="18046"/>
                  </a:lnTo>
                  <a:lnTo>
                    <a:pt x="687231" y="16151"/>
                  </a:lnTo>
                  <a:lnTo>
                    <a:pt x="640264" y="14263"/>
                  </a:lnTo>
                  <a:lnTo>
                    <a:pt x="594265" y="12428"/>
                  </a:lnTo>
                  <a:lnTo>
                    <a:pt x="549970" y="10692"/>
                  </a:lnTo>
                  <a:lnTo>
                    <a:pt x="507902" y="9086"/>
                  </a:lnTo>
                  <a:lnTo>
                    <a:pt x="468312" y="7632"/>
                  </a:lnTo>
                  <a:lnTo>
                    <a:pt x="431152" y="6339"/>
                  </a:lnTo>
                  <a:lnTo>
                    <a:pt x="404090" y="5457"/>
                  </a:lnTo>
                  <a:lnTo>
                    <a:pt x="363767" y="4265"/>
                  </a:lnTo>
                  <a:lnTo>
                    <a:pt x="324623" y="3286"/>
                  </a:lnTo>
                  <a:lnTo>
                    <a:pt x="284891" y="2485"/>
                  </a:lnTo>
                  <a:lnTo>
                    <a:pt x="242835" y="1828"/>
                  </a:lnTo>
                  <a:lnTo>
                    <a:pt x="197392" y="1285"/>
                  </a:lnTo>
                  <a:lnTo>
                    <a:pt x="148975" y="841"/>
                  </a:lnTo>
                  <a:lnTo>
                    <a:pt x="100324" y="492"/>
                  </a:lnTo>
                  <a:lnTo>
                    <a:pt x="56677" y="243"/>
                  </a:lnTo>
                  <a:lnTo>
                    <a:pt x="24074" y="90"/>
                  </a:lnTo>
                  <a:lnTo>
                    <a:pt x="5918" y="19"/>
                  </a:lnTo>
                  <a:lnTo>
                    <a:pt x="2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2050472" y="6176441"/>
              <a:ext cx="1385454" cy="229227"/>
            </a:xfrm>
            <a:custGeom>
              <a:avLst/>
              <a:pathLst>
                <a:path w="1385454" h="229227">
                  <a:moveTo>
                    <a:pt x="0" y="32746"/>
                  </a:moveTo>
                  <a:lnTo>
                    <a:pt x="1786" y="32779"/>
                  </a:lnTo>
                  <a:lnTo>
                    <a:pt x="12853" y="33016"/>
                  </a:lnTo>
                  <a:lnTo>
                    <a:pt x="38043" y="33659"/>
                  </a:lnTo>
                  <a:lnTo>
                    <a:pt x="76559" y="34848"/>
                  </a:lnTo>
                  <a:lnTo>
                    <a:pt x="123296" y="36630"/>
                  </a:lnTo>
                  <a:lnTo>
                    <a:pt x="172271" y="38990"/>
                  </a:lnTo>
                  <a:lnTo>
                    <a:pt x="219382" y="41925"/>
                  </a:lnTo>
                  <a:lnTo>
                    <a:pt x="263092" y="45486"/>
                  </a:lnTo>
                  <a:lnTo>
                    <a:pt x="303797" y="49804"/>
                  </a:lnTo>
                  <a:lnTo>
                    <a:pt x="342957" y="55074"/>
                  </a:lnTo>
                  <a:lnTo>
                    <a:pt x="382395" y="61520"/>
                  </a:lnTo>
                  <a:lnTo>
                    <a:pt x="404090" y="65493"/>
                  </a:lnTo>
                  <a:lnTo>
                    <a:pt x="439165" y="72415"/>
                  </a:lnTo>
                  <a:lnTo>
                    <a:pt x="476371" y="80282"/>
                  </a:lnTo>
                  <a:lnTo>
                    <a:pt x="515984" y="89089"/>
                  </a:lnTo>
                  <a:lnTo>
                    <a:pt x="557989" y="98769"/>
                  </a:lnTo>
                  <a:lnTo>
                    <a:pt x="602093" y="109183"/>
                  </a:lnTo>
                  <a:lnTo>
                    <a:pt x="647750" y="120128"/>
                  </a:lnTo>
                  <a:lnTo>
                    <a:pt x="694221" y="131348"/>
                  </a:lnTo>
                  <a:lnTo>
                    <a:pt x="740665" y="142558"/>
                  </a:lnTo>
                  <a:lnTo>
                    <a:pt x="786242" y="153476"/>
                  </a:lnTo>
                  <a:lnTo>
                    <a:pt x="830226" y="163849"/>
                  </a:lnTo>
                  <a:lnTo>
                    <a:pt x="872084" y="173476"/>
                  </a:lnTo>
                  <a:lnTo>
                    <a:pt x="911539" y="182224"/>
                  </a:lnTo>
                  <a:lnTo>
                    <a:pt x="948597" y="190030"/>
                  </a:lnTo>
                  <a:lnTo>
                    <a:pt x="981363" y="196480"/>
                  </a:lnTo>
                  <a:lnTo>
                    <a:pt x="1021624" y="203622"/>
                  </a:lnTo>
                  <a:lnTo>
                    <a:pt x="1060706" y="209493"/>
                  </a:lnTo>
                  <a:lnTo>
                    <a:pt x="1100368" y="214291"/>
                  </a:lnTo>
                  <a:lnTo>
                    <a:pt x="1142341" y="218234"/>
                  </a:lnTo>
                  <a:lnTo>
                    <a:pt x="1187686" y="221491"/>
                  </a:lnTo>
                  <a:lnTo>
                    <a:pt x="1236009" y="224156"/>
                  </a:lnTo>
                  <a:lnTo>
                    <a:pt x="1284604" y="226249"/>
                  </a:lnTo>
                  <a:lnTo>
                    <a:pt x="1328279" y="227753"/>
                  </a:lnTo>
                  <a:lnTo>
                    <a:pt x="1361012" y="228676"/>
                  </a:lnTo>
                  <a:lnTo>
                    <a:pt x="1379357" y="229106"/>
                  </a:lnTo>
                  <a:lnTo>
                    <a:pt x="1385171" y="229222"/>
                  </a:lnTo>
                  <a:lnTo>
                    <a:pt x="1385454" y="229227"/>
                  </a:lnTo>
                  <a:lnTo>
                    <a:pt x="1385454" y="196480"/>
                  </a:lnTo>
                  <a:lnTo>
                    <a:pt x="1383667" y="196447"/>
                  </a:lnTo>
                  <a:lnTo>
                    <a:pt x="1372600" y="196210"/>
                  </a:lnTo>
                  <a:lnTo>
                    <a:pt x="1347411" y="195567"/>
                  </a:lnTo>
                  <a:lnTo>
                    <a:pt x="1308895" y="194378"/>
                  </a:lnTo>
                  <a:lnTo>
                    <a:pt x="1262158" y="192596"/>
                  </a:lnTo>
                  <a:lnTo>
                    <a:pt x="1213182" y="190236"/>
                  </a:lnTo>
                  <a:lnTo>
                    <a:pt x="1166071" y="187301"/>
                  </a:lnTo>
                  <a:lnTo>
                    <a:pt x="1122362" y="183740"/>
                  </a:lnTo>
                  <a:lnTo>
                    <a:pt x="1081656" y="179422"/>
                  </a:lnTo>
                  <a:lnTo>
                    <a:pt x="1042497" y="174152"/>
                  </a:lnTo>
                  <a:lnTo>
                    <a:pt x="1003059" y="167706"/>
                  </a:lnTo>
                  <a:lnTo>
                    <a:pt x="981363" y="163733"/>
                  </a:lnTo>
                  <a:lnTo>
                    <a:pt x="946288" y="156811"/>
                  </a:lnTo>
                  <a:lnTo>
                    <a:pt x="909082" y="148944"/>
                  </a:lnTo>
                  <a:lnTo>
                    <a:pt x="869470" y="140137"/>
                  </a:lnTo>
                  <a:lnTo>
                    <a:pt x="827464" y="130458"/>
                  </a:lnTo>
                  <a:lnTo>
                    <a:pt x="783360" y="120043"/>
                  </a:lnTo>
                  <a:lnTo>
                    <a:pt x="737703" y="109098"/>
                  </a:lnTo>
                  <a:lnTo>
                    <a:pt x="691232" y="97879"/>
                  </a:lnTo>
                  <a:lnTo>
                    <a:pt x="644789" y="86668"/>
                  </a:lnTo>
                  <a:lnTo>
                    <a:pt x="599211" y="75750"/>
                  </a:lnTo>
                  <a:lnTo>
                    <a:pt x="555228" y="65377"/>
                  </a:lnTo>
                  <a:lnTo>
                    <a:pt x="513370" y="55750"/>
                  </a:lnTo>
                  <a:lnTo>
                    <a:pt x="473914" y="47002"/>
                  </a:lnTo>
                  <a:lnTo>
                    <a:pt x="436856" y="39196"/>
                  </a:lnTo>
                  <a:lnTo>
                    <a:pt x="404090" y="32746"/>
                  </a:lnTo>
                  <a:lnTo>
                    <a:pt x="363830" y="25604"/>
                  </a:lnTo>
                  <a:lnTo>
                    <a:pt x="324747" y="19733"/>
                  </a:lnTo>
                  <a:lnTo>
                    <a:pt x="285085" y="14936"/>
                  </a:lnTo>
                  <a:lnTo>
                    <a:pt x="243112" y="10992"/>
                  </a:lnTo>
                  <a:lnTo>
                    <a:pt x="197767" y="7735"/>
                  </a:lnTo>
                  <a:lnTo>
                    <a:pt x="149444" y="5071"/>
                  </a:lnTo>
                  <a:lnTo>
                    <a:pt x="100849" y="2977"/>
                  </a:lnTo>
                  <a:lnTo>
                    <a:pt x="57174" y="1473"/>
                  </a:lnTo>
                  <a:lnTo>
                    <a:pt x="24441" y="551"/>
                  </a:lnTo>
                  <a:lnTo>
                    <a:pt x="6096" y="120"/>
                  </a:lnTo>
                  <a:lnTo>
                    <a:pt x="283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2050472" y="3491209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2050472" y="3523955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2050472" y="5456013"/>
              <a:ext cx="1385454" cy="65493"/>
            </a:xfrm>
            <a:custGeom>
              <a:avLst/>
              <a:pathLst>
                <a:path w="1385454" h="65493">
                  <a:moveTo>
                    <a:pt x="0" y="32746"/>
                  </a:moveTo>
                  <a:lnTo>
                    <a:pt x="1795" y="32752"/>
                  </a:lnTo>
                  <a:lnTo>
                    <a:pt x="12910" y="32791"/>
                  </a:lnTo>
                  <a:lnTo>
                    <a:pt x="38198" y="32899"/>
                  </a:lnTo>
                  <a:lnTo>
                    <a:pt x="76837" y="33098"/>
                  </a:lnTo>
                  <a:lnTo>
                    <a:pt x="123684" y="33396"/>
                  </a:lnTo>
                  <a:lnTo>
                    <a:pt x="172734" y="33791"/>
                  </a:lnTo>
                  <a:lnTo>
                    <a:pt x="219889" y="34282"/>
                  </a:lnTo>
                  <a:lnTo>
                    <a:pt x="263627" y="34878"/>
                  </a:lnTo>
                  <a:lnTo>
                    <a:pt x="304365" y="35601"/>
                  </a:lnTo>
                  <a:lnTo>
                    <a:pt x="343578" y="36483"/>
                  </a:lnTo>
                  <a:lnTo>
                    <a:pt x="383098" y="37563"/>
                  </a:lnTo>
                  <a:lnTo>
                    <a:pt x="404090" y="38204"/>
                  </a:lnTo>
                  <a:lnTo>
                    <a:pt x="439608" y="39373"/>
                  </a:lnTo>
                  <a:lnTo>
                    <a:pt x="477314" y="40703"/>
                  </a:lnTo>
                  <a:lnTo>
                    <a:pt x="517488" y="42194"/>
                  </a:lnTo>
                  <a:lnTo>
                    <a:pt x="560108" y="43833"/>
                  </a:lnTo>
                  <a:lnTo>
                    <a:pt x="604856" y="45595"/>
                  </a:lnTo>
                  <a:lnTo>
                    <a:pt x="651153" y="47446"/>
                  </a:lnTo>
                  <a:lnTo>
                    <a:pt x="698223" y="49341"/>
                  </a:lnTo>
                  <a:lnTo>
                    <a:pt x="745189" y="51230"/>
                  </a:lnTo>
                  <a:lnTo>
                    <a:pt x="791189" y="53064"/>
                  </a:lnTo>
                  <a:lnTo>
                    <a:pt x="835484" y="54801"/>
                  </a:lnTo>
                  <a:lnTo>
                    <a:pt x="877551" y="56407"/>
                  </a:lnTo>
                  <a:lnTo>
                    <a:pt x="917142" y="57861"/>
                  </a:lnTo>
                  <a:lnTo>
                    <a:pt x="954301" y="59153"/>
                  </a:lnTo>
                  <a:lnTo>
                    <a:pt x="981363" y="60035"/>
                  </a:lnTo>
                  <a:lnTo>
                    <a:pt x="1021686" y="61227"/>
                  </a:lnTo>
                  <a:lnTo>
                    <a:pt x="1060831" y="62207"/>
                  </a:lnTo>
                  <a:lnTo>
                    <a:pt x="1100562" y="63007"/>
                  </a:lnTo>
                  <a:lnTo>
                    <a:pt x="1142619" y="63665"/>
                  </a:lnTo>
                  <a:lnTo>
                    <a:pt x="1188061" y="64208"/>
                  </a:lnTo>
                  <a:lnTo>
                    <a:pt x="1236479" y="64652"/>
                  </a:lnTo>
                  <a:lnTo>
                    <a:pt x="1285130" y="65000"/>
                  </a:lnTo>
                  <a:lnTo>
                    <a:pt x="1328776" y="65250"/>
                  </a:lnTo>
                  <a:lnTo>
                    <a:pt x="1361379" y="65403"/>
                  </a:lnTo>
                  <a:lnTo>
                    <a:pt x="1379535" y="65474"/>
                  </a:lnTo>
                  <a:lnTo>
                    <a:pt x="1385197" y="65492"/>
                  </a:lnTo>
                  <a:lnTo>
                    <a:pt x="1385454" y="65493"/>
                  </a:lnTo>
                  <a:lnTo>
                    <a:pt x="1385454" y="32746"/>
                  </a:lnTo>
                  <a:lnTo>
                    <a:pt x="1383659" y="32741"/>
                  </a:lnTo>
                  <a:lnTo>
                    <a:pt x="1372544" y="32701"/>
                  </a:lnTo>
                  <a:lnTo>
                    <a:pt x="1347256" y="32593"/>
                  </a:lnTo>
                  <a:lnTo>
                    <a:pt x="1308617" y="32394"/>
                  </a:lnTo>
                  <a:lnTo>
                    <a:pt x="1261770" y="32096"/>
                  </a:lnTo>
                  <a:lnTo>
                    <a:pt x="1212719" y="31701"/>
                  </a:lnTo>
                  <a:lnTo>
                    <a:pt x="1165565" y="31210"/>
                  </a:lnTo>
                  <a:lnTo>
                    <a:pt x="1121826" y="30615"/>
                  </a:lnTo>
                  <a:lnTo>
                    <a:pt x="1081089" y="29892"/>
                  </a:lnTo>
                  <a:lnTo>
                    <a:pt x="1041876" y="29009"/>
                  </a:lnTo>
                  <a:lnTo>
                    <a:pt x="1002355" y="27930"/>
                  </a:lnTo>
                  <a:lnTo>
                    <a:pt x="981363" y="27288"/>
                  </a:lnTo>
                  <a:lnTo>
                    <a:pt x="945846" y="26120"/>
                  </a:lnTo>
                  <a:lnTo>
                    <a:pt x="908140" y="24789"/>
                  </a:lnTo>
                  <a:lnTo>
                    <a:pt x="867965" y="23299"/>
                  </a:lnTo>
                  <a:lnTo>
                    <a:pt x="825345" y="21660"/>
                  </a:lnTo>
                  <a:lnTo>
                    <a:pt x="780597" y="19897"/>
                  </a:lnTo>
                  <a:lnTo>
                    <a:pt x="734301" y="18046"/>
                  </a:lnTo>
                  <a:lnTo>
                    <a:pt x="687231" y="16151"/>
                  </a:lnTo>
                  <a:lnTo>
                    <a:pt x="640264" y="14263"/>
                  </a:lnTo>
                  <a:lnTo>
                    <a:pt x="594265" y="12428"/>
                  </a:lnTo>
                  <a:lnTo>
                    <a:pt x="549970" y="10692"/>
                  </a:lnTo>
                  <a:lnTo>
                    <a:pt x="507902" y="9086"/>
                  </a:lnTo>
                  <a:lnTo>
                    <a:pt x="468312" y="7632"/>
                  </a:lnTo>
                  <a:lnTo>
                    <a:pt x="431152" y="6339"/>
                  </a:lnTo>
                  <a:lnTo>
                    <a:pt x="404090" y="5457"/>
                  </a:lnTo>
                  <a:lnTo>
                    <a:pt x="363767" y="4265"/>
                  </a:lnTo>
                  <a:lnTo>
                    <a:pt x="324623" y="3286"/>
                  </a:lnTo>
                  <a:lnTo>
                    <a:pt x="284891" y="2485"/>
                  </a:lnTo>
                  <a:lnTo>
                    <a:pt x="242835" y="1828"/>
                  </a:lnTo>
                  <a:lnTo>
                    <a:pt x="197392" y="1285"/>
                  </a:lnTo>
                  <a:lnTo>
                    <a:pt x="148975" y="841"/>
                  </a:lnTo>
                  <a:lnTo>
                    <a:pt x="100324" y="492"/>
                  </a:lnTo>
                  <a:lnTo>
                    <a:pt x="56677" y="243"/>
                  </a:lnTo>
                  <a:lnTo>
                    <a:pt x="24074" y="90"/>
                  </a:lnTo>
                  <a:lnTo>
                    <a:pt x="5918" y="19"/>
                  </a:lnTo>
                  <a:lnTo>
                    <a:pt x="2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2050472" y="3556702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2050472" y="6209187"/>
              <a:ext cx="1385454" cy="229227"/>
            </a:xfrm>
            <a:custGeom>
              <a:avLst/>
              <a:pathLst>
                <a:path w="1385454" h="229227">
                  <a:moveTo>
                    <a:pt x="0" y="32746"/>
                  </a:moveTo>
                  <a:lnTo>
                    <a:pt x="1786" y="32779"/>
                  </a:lnTo>
                  <a:lnTo>
                    <a:pt x="12853" y="33016"/>
                  </a:lnTo>
                  <a:lnTo>
                    <a:pt x="38043" y="33659"/>
                  </a:lnTo>
                  <a:lnTo>
                    <a:pt x="76559" y="34848"/>
                  </a:lnTo>
                  <a:lnTo>
                    <a:pt x="123296" y="36630"/>
                  </a:lnTo>
                  <a:lnTo>
                    <a:pt x="172271" y="38990"/>
                  </a:lnTo>
                  <a:lnTo>
                    <a:pt x="219382" y="41925"/>
                  </a:lnTo>
                  <a:lnTo>
                    <a:pt x="263092" y="45486"/>
                  </a:lnTo>
                  <a:lnTo>
                    <a:pt x="303797" y="49804"/>
                  </a:lnTo>
                  <a:lnTo>
                    <a:pt x="342957" y="55074"/>
                  </a:lnTo>
                  <a:lnTo>
                    <a:pt x="382395" y="61520"/>
                  </a:lnTo>
                  <a:lnTo>
                    <a:pt x="404090" y="65493"/>
                  </a:lnTo>
                  <a:lnTo>
                    <a:pt x="439165" y="72415"/>
                  </a:lnTo>
                  <a:lnTo>
                    <a:pt x="476371" y="80282"/>
                  </a:lnTo>
                  <a:lnTo>
                    <a:pt x="515984" y="89089"/>
                  </a:lnTo>
                  <a:lnTo>
                    <a:pt x="557989" y="98769"/>
                  </a:lnTo>
                  <a:lnTo>
                    <a:pt x="602093" y="109183"/>
                  </a:lnTo>
                  <a:lnTo>
                    <a:pt x="647750" y="120128"/>
                  </a:lnTo>
                  <a:lnTo>
                    <a:pt x="694221" y="131348"/>
                  </a:lnTo>
                  <a:lnTo>
                    <a:pt x="740665" y="142558"/>
                  </a:lnTo>
                  <a:lnTo>
                    <a:pt x="786242" y="153476"/>
                  </a:lnTo>
                  <a:lnTo>
                    <a:pt x="830226" y="163849"/>
                  </a:lnTo>
                  <a:lnTo>
                    <a:pt x="872084" y="173476"/>
                  </a:lnTo>
                  <a:lnTo>
                    <a:pt x="911539" y="182224"/>
                  </a:lnTo>
                  <a:lnTo>
                    <a:pt x="948597" y="190030"/>
                  </a:lnTo>
                  <a:lnTo>
                    <a:pt x="981363" y="196480"/>
                  </a:lnTo>
                  <a:lnTo>
                    <a:pt x="1021624" y="203622"/>
                  </a:lnTo>
                  <a:lnTo>
                    <a:pt x="1060706" y="209493"/>
                  </a:lnTo>
                  <a:lnTo>
                    <a:pt x="1100368" y="214291"/>
                  </a:lnTo>
                  <a:lnTo>
                    <a:pt x="1142341" y="218234"/>
                  </a:lnTo>
                  <a:lnTo>
                    <a:pt x="1187686" y="221491"/>
                  </a:lnTo>
                  <a:lnTo>
                    <a:pt x="1236009" y="224156"/>
                  </a:lnTo>
                  <a:lnTo>
                    <a:pt x="1284604" y="226249"/>
                  </a:lnTo>
                  <a:lnTo>
                    <a:pt x="1328279" y="227753"/>
                  </a:lnTo>
                  <a:lnTo>
                    <a:pt x="1361012" y="228676"/>
                  </a:lnTo>
                  <a:lnTo>
                    <a:pt x="1379357" y="229106"/>
                  </a:lnTo>
                  <a:lnTo>
                    <a:pt x="1385171" y="229222"/>
                  </a:lnTo>
                  <a:lnTo>
                    <a:pt x="1385454" y="229227"/>
                  </a:lnTo>
                  <a:lnTo>
                    <a:pt x="1385454" y="196480"/>
                  </a:lnTo>
                  <a:lnTo>
                    <a:pt x="1383667" y="196447"/>
                  </a:lnTo>
                  <a:lnTo>
                    <a:pt x="1372600" y="196210"/>
                  </a:lnTo>
                  <a:lnTo>
                    <a:pt x="1347411" y="195567"/>
                  </a:lnTo>
                  <a:lnTo>
                    <a:pt x="1308895" y="194378"/>
                  </a:lnTo>
                  <a:lnTo>
                    <a:pt x="1262158" y="192596"/>
                  </a:lnTo>
                  <a:lnTo>
                    <a:pt x="1213182" y="190236"/>
                  </a:lnTo>
                  <a:lnTo>
                    <a:pt x="1166071" y="187301"/>
                  </a:lnTo>
                  <a:lnTo>
                    <a:pt x="1122362" y="183740"/>
                  </a:lnTo>
                  <a:lnTo>
                    <a:pt x="1081656" y="179422"/>
                  </a:lnTo>
                  <a:lnTo>
                    <a:pt x="1042497" y="174152"/>
                  </a:lnTo>
                  <a:lnTo>
                    <a:pt x="1003059" y="167706"/>
                  </a:lnTo>
                  <a:lnTo>
                    <a:pt x="981363" y="163733"/>
                  </a:lnTo>
                  <a:lnTo>
                    <a:pt x="946288" y="156811"/>
                  </a:lnTo>
                  <a:lnTo>
                    <a:pt x="909082" y="148944"/>
                  </a:lnTo>
                  <a:lnTo>
                    <a:pt x="869470" y="140137"/>
                  </a:lnTo>
                  <a:lnTo>
                    <a:pt x="827464" y="130458"/>
                  </a:lnTo>
                  <a:lnTo>
                    <a:pt x="783360" y="120043"/>
                  </a:lnTo>
                  <a:lnTo>
                    <a:pt x="737703" y="109098"/>
                  </a:lnTo>
                  <a:lnTo>
                    <a:pt x="691232" y="97879"/>
                  </a:lnTo>
                  <a:lnTo>
                    <a:pt x="644789" y="86668"/>
                  </a:lnTo>
                  <a:lnTo>
                    <a:pt x="599211" y="75750"/>
                  </a:lnTo>
                  <a:lnTo>
                    <a:pt x="555228" y="65377"/>
                  </a:lnTo>
                  <a:lnTo>
                    <a:pt x="513370" y="55750"/>
                  </a:lnTo>
                  <a:lnTo>
                    <a:pt x="473914" y="47002"/>
                  </a:lnTo>
                  <a:lnTo>
                    <a:pt x="436856" y="39196"/>
                  </a:lnTo>
                  <a:lnTo>
                    <a:pt x="404090" y="32746"/>
                  </a:lnTo>
                  <a:lnTo>
                    <a:pt x="363830" y="25604"/>
                  </a:lnTo>
                  <a:lnTo>
                    <a:pt x="324747" y="19733"/>
                  </a:lnTo>
                  <a:lnTo>
                    <a:pt x="285085" y="14936"/>
                  </a:lnTo>
                  <a:lnTo>
                    <a:pt x="243112" y="10992"/>
                  </a:lnTo>
                  <a:lnTo>
                    <a:pt x="197767" y="7735"/>
                  </a:lnTo>
                  <a:lnTo>
                    <a:pt x="149444" y="5071"/>
                  </a:lnTo>
                  <a:lnTo>
                    <a:pt x="100849" y="2977"/>
                  </a:lnTo>
                  <a:lnTo>
                    <a:pt x="57174" y="1473"/>
                  </a:lnTo>
                  <a:lnTo>
                    <a:pt x="24441" y="551"/>
                  </a:lnTo>
                  <a:lnTo>
                    <a:pt x="6096" y="120"/>
                  </a:lnTo>
                  <a:lnTo>
                    <a:pt x="283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2050472" y="3589449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2050472" y="3622196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2050472" y="3654942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2050472" y="3687689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2050472" y="3720436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2050472" y="3753182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2050472" y="3785929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2050472" y="3818676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2050472" y="3851423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2050472" y="3884169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2050472" y="6241934"/>
              <a:ext cx="1385454" cy="229227"/>
            </a:xfrm>
            <a:custGeom>
              <a:avLst/>
              <a:pathLst>
                <a:path w="1385454" h="229227">
                  <a:moveTo>
                    <a:pt x="0" y="32746"/>
                  </a:moveTo>
                  <a:lnTo>
                    <a:pt x="1786" y="32779"/>
                  </a:lnTo>
                  <a:lnTo>
                    <a:pt x="12853" y="33016"/>
                  </a:lnTo>
                  <a:lnTo>
                    <a:pt x="38043" y="33659"/>
                  </a:lnTo>
                  <a:lnTo>
                    <a:pt x="76559" y="34848"/>
                  </a:lnTo>
                  <a:lnTo>
                    <a:pt x="123296" y="36630"/>
                  </a:lnTo>
                  <a:lnTo>
                    <a:pt x="172271" y="38990"/>
                  </a:lnTo>
                  <a:lnTo>
                    <a:pt x="219382" y="41925"/>
                  </a:lnTo>
                  <a:lnTo>
                    <a:pt x="263092" y="45486"/>
                  </a:lnTo>
                  <a:lnTo>
                    <a:pt x="303797" y="49804"/>
                  </a:lnTo>
                  <a:lnTo>
                    <a:pt x="342957" y="55074"/>
                  </a:lnTo>
                  <a:lnTo>
                    <a:pt x="382395" y="61520"/>
                  </a:lnTo>
                  <a:lnTo>
                    <a:pt x="404090" y="65493"/>
                  </a:lnTo>
                  <a:lnTo>
                    <a:pt x="439165" y="72415"/>
                  </a:lnTo>
                  <a:lnTo>
                    <a:pt x="476371" y="80282"/>
                  </a:lnTo>
                  <a:lnTo>
                    <a:pt x="515984" y="89089"/>
                  </a:lnTo>
                  <a:lnTo>
                    <a:pt x="557989" y="98769"/>
                  </a:lnTo>
                  <a:lnTo>
                    <a:pt x="602093" y="109183"/>
                  </a:lnTo>
                  <a:lnTo>
                    <a:pt x="647750" y="120128"/>
                  </a:lnTo>
                  <a:lnTo>
                    <a:pt x="694221" y="131348"/>
                  </a:lnTo>
                  <a:lnTo>
                    <a:pt x="740665" y="142558"/>
                  </a:lnTo>
                  <a:lnTo>
                    <a:pt x="786242" y="153476"/>
                  </a:lnTo>
                  <a:lnTo>
                    <a:pt x="830226" y="163849"/>
                  </a:lnTo>
                  <a:lnTo>
                    <a:pt x="872084" y="173476"/>
                  </a:lnTo>
                  <a:lnTo>
                    <a:pt x="911539" y="182224"/>
                  </a:lnTo>
                  <a:lnTo>
                    <a:pt x="948597" y="190030"/>
                  </a:lnTo>
                  <a:lnTo>
                    <a:pt x="981363" y="196480"/>
                  </a:lnTo>
                  <a:lnTo>
                    <a:pt x="1021624" y="203622"/>
                  </a:lnTo>
                  <a:lnTo>
                    <a:pt x="1060706" y="209493"/>
                  </a:lnTo>
                  <a:lnTo>
                    <a:pt x="1100368" y="214291"/>
                  </a:lnTo>
                  <a:lnTo>
                    <a:pt x="1142341" y="218234"/>
                  </a:lnTo>
                  <a:lnTo>
                    <a:pt x="1187686" y="221491"/>
                  </a:lnTo>
                  <a:lnTo>
                    <a:pt x="1236009" y="224156"/>
                  </a:lnTo>
                  <a:lnTo>
                    <a:pt x="1284604" y="226249"/>
                  </a:lnTo>
                  <a:lnTo>
                    <a:pt x="1328279" y="227753"/>
                  </a:lnTo>
                  <a:lnTo>
                    <a:pt x="1361012" y="228676"/>
                  </a:lnTo>
                  <a:lnTo>
                    <a:pt x="1379357" y="229106"/>
                  </a:lnTo>
                  <a:lnTo>
                    <a:pt x="1385171" y="229222"/>
                  </a:lnTo>
                  <a:lnTo>
                    <a:pt x="1385454" y="229227"/>
                  </a:lnTo>
                  <a:lnTo>
                    <a:pt x="1385454" y="196480"/>
                  </a:lnTo>
                  <a:lnTo>
                    <a:pt x="1383667" y="196447"/>
                  </a:lnTo>
                  <a:lnTo>
                    <a:pt x="1372600" y="196210"/>
                  </a:lnTo>
                  <a:lnTo>
                    <a:pt x="1347411" y="195567"/>
                  </a:lnTo>
                  <a:lnTo>
                    <a:pt x="1308895" y="194378"/>
                  </a:lnTo>
                  <a:lnTo>
                    <a:pt x="1262158" y="192596"/>
                  </a:lnTo>
                  <a:lnTo>
                    <a:pt x="1213182" y="190236"/>
                  </a:lnTo>
                  <a:lnTo>
                    <a:pt x="1166071" y="187301"/>
                  </a:lnTo>
                  <a:lnTo>
                    <a:pt x="1122362" y="183740"/>
                  </a:lnTo>
                  <a:lnTo>
                    <a:pt x="1081656" y="179422"/>
                  </a:lnTo>
                  <a:lnTo>
                    <a:pt x="1042497" y="174152"/>
                  </a:lnTo>
                  <a:lnTo>
                    <a:pt x="1003059" y="167706"/>
                  </a:lnTo>
                  <a:lnTo>
                    <a:pt x="981363" y="163733"/>
                  </a:lnTo>
                  <a:lnTo>
                    <a:pt x="946288" y="156811"/>
                  </a:lnTo>
                  <a:lnTo>
                    <a:pt x="909082" y="148944"/>
                  </a:lnTo>
                  <a:lnTo>
                    <a:pt x="869470" y="140137"/>
                  </a:lnTo>
                  <a:lnTo>
                    <a:pt x="827464" y="130458"/>
                  </a:lnTo>
                  <a:lnTo>
                    <a:pt x="783360" y="120043"/>
                  </a:lnTo>
                  <a:lnTo>
                    <a:pt x="737703" y="109098"/>
                  </a:lnTo>
                  <a:lnTo>
                    <a:pt x="691232" y="97879"/>
                  </a:lnTo>
                  <a:lnTo>
                    <a:pt x="644789" y="86668"/>
                  </a:lnTo>
                  <a:lnTo>
                    <a:pt x="599211" y="75750"/>
                  </a:lnTo>
                  <a:lnTo>
                    <a:pt x="555228" y="65377"/>
                  </a:lnTo>
                  <a:lnTo>
                    <a:pt x="513370" y="55750"/>
                  </a:lnTo>
                  <a:lnTo>
                    <a:pt x="473914" y="47002"/>
                  </a:lnTo>
                  <a:lnTo>
                    <a:pt x="436856" y="39196"/>
                  </a:lnTo>
                  <a:lnTo>
                    <a:pt x="404090" y="32746"/>
                  </a:lnTo>
                  <a:lnTo>
                    <a:pt x="363830" y="25604"/>
                  </a:lnTo>
                  <a:lnTo>
                    <a:pt x="324747" y="19733"/>
                  </a:lnTo>
                  <a:lnTo>
                    <a:pt x="285085" y="14936"/>
                  </a:lnTo>
                  <a:lnTo>
                    <a:pt x="243112" y="10992"/>
                  </a:lnTo>
                  <a:lnTo>
                    <a:pt x="197767" y="7735"/>
                  </a:lnTo>
                  <a:lnTo>
                    <a:pt x="149444" y="5071"/>
                  </a:lnTo>
                  <a:lnTo>
                    <a:pt x="100849" y="2977"/>
                  </a:lnTo>
                  <a:lnTo>
                    <a:pt x="57174" y="1473"/>
                  </a:lnTo>
                  <a:lnTo>
                    <a:pt x="24441" y="551"/>
                  </a:lnTo>
                  <a:lnTo>
                    <a:pt x="6096" y="120"/>
                  </a:lnTo>
                  <a:lnTo>
                    <a:pt x="283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2050472" y="3916916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2050472" y="5488759"/>
              <a:ext cx="1385454" cy="65493"/>
            </a:xfrm>
            <a:custGeom>
              <a:avLst/>
              <a:pathLst>
                <a:path w="1385454" h="65493">
                  <a:moveTo>
                    <a:pt x="0" y="32746"/>
                  </a:moveTo>
                  <a:lnTo>
                    <a:pt x="1795" y="32752"/>
                  </a:lnTo>
                  <a:lnTo>
                    <a:pt x="12910" y="32791"/>
                  </a:lnTo>
                  <a:lnTo>
                    <a:pt x="38198" y="32899"/>
                  </a:lnTo>
                  <a:lnTo>
                    <a:pt x="76837" y="33098"/>
                  </a:lnTo>
                  <a:lnTo>
                    <a:pt x="123684" y="33396"/>
                  </a:lnTo>
                  <a:lnTo>
                    <a:pt x="172734" y="33791"/>
                  </a:lnTo>
                  <a:lnTo>
                    <a:pt x="219889" y="34282"/>
                  </a:lnTo>
                  <a:lnTo>
                    <a:pt x="263627" y="34878"/>
                  </a:lnTo>
                  <a:lnTo>
                    <a:pt x="304365" y="35601"/>
                  </a:lnTo>
                  <a:lnTo>
                    <a:pt x="343578" y="36483"/>
                  </a:lnTo>
                  <a:lnTo>
                    <a:pt x="383098" y="37563"/>
                  </a:lnTo>
                  <a:lnTo>
                    <a:pt x="404090" y="38204"/>
                  </a:lnTo>
                  <a:lnTo>
                    <a:pt x="439608" y="39373"/>
                  </a:lnTo>
                  <a:lnTo>
                    <a:pt x="477314" y="40703"/>
                  </a:lnTo>
                  <a:lnTo>
                    <a:pt x="517488" y="42194"/>
                  </a:lnTo>
                  <a:lnTo>
                    <a:pt x="560108" y="43833"/>
                  </a:lnTo>
                  <a:lnTo>
                    <a:pt x="604856" y="45595"/>
                  </a:lnTo>
                  <a:lnTo>
                    <a:pt x="651153" y="47446"/>
                  </a:lnTo>
                  <a:lnTo>
                    <a:pt x="698223" y="49341"/>
                  </a:lnTo>
                  <a:lnTo>
                    <a:pt x="745189" y="51230"/>
                  </a:lnTo>
                  <a:lnTo>
                    <a:pt x="791189" y="53064"/>
                  </a:lnTo>
                  <a:lnTo>
                    <a:pt x="835484" y="54801"/>
                  </a:lnTo>
                  <a:lnTo>
                    <a:pt x="877551" y="56407"/>
                  </a:lnTo>
                  <a:lnTo>
                    <a:pt x="917142" y="57861"/>
                  </a:lnTo>
                  <a:lnTo>
                    <a:pt x="954301" y="59153"/>
                  </a:lnTo>
                  <a:lnTo>
                    <a:pt x="981363" y="60035"/>
                  </a:lnTo>
                  <a:lnTo>
                    <a:pt x="1021686" y="61227"/>
                  </a:lnTo>
                  <a:lnTo>
                    <a:pt x="1060831" y="62207"/>
                  </a:lnTo>
                  <a:lnTo>
                    <a:pt x="1100562" y="63007"/>
                  </a:lnTo>
                  <a:lnTo>
                    <a:pt x="1142619" y="63665"/>
                  </a:lnTo>
                  <a:lnTo>
                    <a:pt x="1188061" y="64208"/>
                  </a:lnTo>
                  <a:lnTo>
                    <a:pt x="1236479" y="64652"/>
                  </a:lnTo>
                  <a:lnTo>
                    <a:pt x="1285130" y="65000"/>
                  </a:lnTo>
                  <a:lnTo>
                    <a:pt x="1328776" y="65250"/>
                  </a:lnTo>
                  <a:lnTo>
                    <a:pt x="1361379" y="65403"/>
                  </a:lnTo>
                  <a:lnTo>
                    <a:pt x="1379535" y="65474"/>
                  </a:lnTo>
                  <a:lnTo>
                    <a:pt x="1385197" y="65492"/>
                  </a:lnTo>
                  <a:lnTo>
                    <a:pt x="1385454" y="65493"/>
                  </a:lnTo>
                  <a:lnTo>
                    <a:pt x="1385454" y="32746"/>
                  </a:lnTo>
                  <a:lnTo>
                    <a:pt x="1383659" y="32741"/>
                  </a:lnTo>
                  <a:lnTo>
                    <a:pt x="1372544" y="32701"/>
                  </a:lnTo>
                  <a:lnTo>
                    <a:pt x="1347256" y="32593"/>
                  </a:lnTo>
                  <a:lnTo>
                    <a:pt x="1308617" y="32394"/>
                  </a:lnTo>
                  <a:lnTo>
                    <a:pt x="1261770" y="32096"/>
                  </a:lnTo>
                  <a:lnTo>
                    <a:pt x="1212719" y="31701"/>
                  </a:lnTo>
                  <a:lnTo>
                    <a:pt x="1165565" y="31210"/>
                  </a:lnTo>
                  <a:lnTo>
                    <a:pt x="1121826" y="30615"/>
                  </a:lnTo>
                  <a:lnTo>
                    <a:pt x="1081089" y="29892"/>
                  </a:lnTo>
                  <a:lnTo>
                    <a:pt x="1041876" y="29009"/>
                  </a:lnTo>
                  <a:lnTo>
                    <a:pt x="1002355" y="27930"/>
                  </a:lnTo>
                  <a:lnTo>
                    <a:pt x="981363" y="27288"/>
                  </a:lnTo>
                  <a:lnTo>
                    <a:pt x="945846" y="26120"/>
                  </a:lnTo>
                  <a:lnTo>
                    <a:pt x="908140" y="24789"/>
                  </a:lnTo>
                  <a:lnTo>
                    <a:pt x="867965" y="23299"/>
                  </a:lnTo>
                  <a:lnTo>
                    <a:pt x="825345" y="21660"/>
                  </a:lnTo>
                  <a:lnTo>
                    <a:pt x="780597" y="19897"/>
                  </a:lnTo>
                  <a:lnTo>
                    <a:pt x="734301" y="18046"/>
                  </a:lnTo>
                  <a:lnTo>
                    <a:pt x="687231" y="16151"/>
                  </a:lnTo>
                  <a:lnTo>
                    <a:pt x="640264" y="14263"/>
                  </a:lnTo>
                  <a:lnTo>
                    <a:pt x="594265" y="12428"/>
                  </a:lnTo>
                  <a:lnTo>
                    <a:pt x="549970" y="10692"/>
                  </a:lnTo>
                  <a:lnTo>
                    <a:pt x="507902" y="9086"/>
                  </a:lnTo>
                  <a:lnTo>
                    <a:pt x="468312" y="7632"/>
                  </a:lnTo>
                  <a:lnTo>
                    <a:pt x="431152" y="6339"/>
                  </a:lnTo>
                  <a:lnTo>
                    <a:pt x="404090" y="5457"/>
                  </a:lnTo>
                  <a:lnTo>
                    <a:pt x="363767" y="4265"/>
                  </a:lnTo>
                  <a:lnTo>
                    <a:pt x="324623" y="3286"/>
                  </a:lnTo>
                  <a:lnTo>
                    <a:pt x="284891" y="2485"/>
                  </a:lnTo>
                  <a:lnTo>
                    <a:pt x="242835" y="1828"/>
                  </a:lnTo>
                  <a:lnTo>
                    <a:pt x="197392" y="1285"/>
                  </a:lnTo>
                  <a:lnTo>
                    <a:pt x="148975" y="841"/>
                  </a:lnTo>
                  <a:lnTo>
                    <a:pt x="100324" y="492"/>
                  </a:lnTo>
                  <a:lnTo>
                    <a:pt x="56677" y="243"/>
                  </a:lnTo>
                  <a:lnTo>
                    <a:pt x="24074" y="90"/>
                  </a:lnTo>
                  <a:lnTo>
                    <a:pt x="5918" y="19"/>
                  </a:lnTo>
                  <a:lnTo>
                    <a:pt x="2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2050472" y="3949663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2050472" y="3982410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2050472" y="6503908"/>
              <a:ext cx="1385454" cy="229227"/>
            </a:xfrm>
            <a:custGeom>
              <a:avLst/>
              <a:pathLst>
                <a:path w="1385454" h="229227">
                  <a:moveTo>
                    <a:pt x="0" y="32746"/>
                  </a:moveTo>
                  <a:lnTo>
                    <a:pt x="1786" y="32779"/>
                  </a:lnTo>
                  <a:lnTo>
                    <a:pt x="12853" y="33016"/>
                  </a:lnTo>
                  <a:lnTo>
                    <a:pt x="38043" y="33659"/>
                  </a:lnTo>
                  <a:lnTo>
                    <a:pt x="76559" y="34848"/>
                  </a:lnTo>
                  <a:lnTo>
                    <a:pt x="123296" y="36630"/>
                  </a:lnTo>
                  <a:lnTo>
                    <a:pt x="172271" y="38990"/>
                  </a:lnTo>
                  <a:lnTo>
                    <a:pt x="219382" y="41925"/>
                  </a:lnTo>
                  <a:lnTo>
                    <a:pt x="263092" y="45486"/>
                  </a:lnTo>
                  <a:lnTo>
                    <a:pt x="303797" y="49804"/>
                  </a:lnTo>
                  <a:lnTo>
                    <a:pt x="342957" y="55074"/>
                  </a:lnTo>
                  <a:lnTo>
                    <a:pt x="382395" y="61520"/>
                  </a:lnTo>
                  <a:lnTo>
                    <a:pt x="404090" y="65493"/>
                  </a:lnTo>
                  <a:lnTo>
                    <a:pt x="439165" y="72415"/>
                  </a:lnTo>
                  <a:lnTo>
                    <a:pt x="476371" y="80282"/>
                  </a:lnTo>
                  <a:lnTo>
                    <a:pt x="515984" y="89089"/>
                  </a:lnTo>
                  <a:lnTo>
                    <a:pt x="557989" y="98769"/>
                  </a:lnTo>
                  <a:lnTo>
                    <a:pt x="602093" y="109183"/>
                  </a:lnTo>
                  <a:lnTo>
                    <a:pt x="647750" y="120128"/>
                  </a:lnTo>
                  <a:lnTo>
                    <a:pt x="694221" y="131348"/>
                  </a:lnTo>
                  <a:lnTo>
                    <a:pt x="740665" y="142558"/>
                  </a:lnTo>
                  <a:lnTo>
                    <a:pt x="786242" y="153476"/>
                  </a:lnTo>
                  <a:lnTo>
                    <a:pt x="830226" y="163849"/>
                  </a:lnTo>
                  <a:lnTo>
                    <a:pt x="872084" y="173476"/>
                  </a:lnTo>
                  <a:lnTo>
                    <a:pt x="911539" y="182224"/>
                  </a:lnTo>
                  <a:lnTo>
                    <a:pt x="948597" y="190030"/>
                  </a:lnTo>
                  <a:lnTo>
                    <a:pt x="981363" y="196480"/>
                  </a:lnTo>
                  <a:lnTo>
                    <a:pt x="1021624" y="203622"/>
                  </a:lnTo>
                  <a:lnTo>
                    <a:pt x="1060706" y="209493"/>
                  </a:lnTo>
                  <a:lnTo>
                    <a:pt x="1100368" y="214291"/>
                  </a:lnTo>
                  <a:lnTo>
                    <a:pt x="1142341" y="218234"/>
                  </a:lnTo>
                  <a:lnTo>
                    <a:pt x="1187686" y="221491"/>
                  </a:lnTo>
                  <a:lnTo>
                    <a:pt x="1236009" y="224156"/>
                  </a:lnTo>
                  <a:lnTo>
                    <a:pt x="1284604" y="226249"/>
                  </a:lnTo>
                  <a:lnTo>
                    <a:pt x="1328279" y="227753"/>
                  </a:lnTo>
                  <a:lnTo>
                    <a:pt x="1361012" y="228676"/>
                  </a:lnTo>
                  <a:lnTo>
                    <a:pt x="1379357" y="229106"/>
                  </a:lnTo>
                  <a:lnTo>
                    <a:pt x="1385171" y="229222"/>
                  </a:lnTo>
                  <a:lnTo>
                    <a:pt x="1385454" y="229227"/>
                  </a:lnTo>
                  <a:lnTo>
                    <a:pt x="1385454" y="196480"/>
                  </a:lnTo>
                  <a:lnTo>
                    <a:pt x="1383667" y="196447"/>
                  </a:lnTo>
                  <a:lnTo>
                    <a:pt x="1372600" y="196210"/>
                  </a:lnTo>
                  <a:lnTo>
                    <a:pt x="1347411" y="195567"/>
                  </a:lnTo>
                  <a:lnTo>
                    <a:pt x="1308895" y="194378"/>
                  </a:lnTo>
                  <a:lnTo>
                    <a:pt x="1262158" y="192596"/>
                  </a:lnTo>
                  <a:lnTo>
                    <a:pt x="1213182" y="190236"/>
                  </a:lnTo>
                  <a:lnTo>
                    <a:pt x="1166071" y="187301"/>
                  </a:lnTo>
                  <a:lnTo>
                    <a:pt x="1122362" y="183740"/>
                  </a:lnTo>
                  <a:lnTo>
                    <a:pt x="1081656" y="179422"/>
                  </a:lnTo>
                  <a:lnTo>
                    <a:pt x="1042497" y="174152"/>
                  </a:lnTo>
                  <a:lnTo>
                    <a:pt x="1003059" y="167706"/>
                  </a:lnTo>
                  <a:lnTo>
                    <a:pt x="981363" y="163733"/>
                  </a:lnTo>
                  <a:lnTo>
                    <a:pt x="946288" y="156811"/>
                  </a:lnTo>
                  <a:lnTo>
                    <a:pt x="909082" y="148944"/>
                  </a:lnTo>
                  <a:lnTo>
                    <a:pt x="869470" y="140137"/>
                  </a:lnTo>
                  <a:lnTo>
                    <a:pt x="827464" y="130458"/>
                  </a:lnTo>
                  <a:lnTo>
                    <a:pt x="783360" y="120043"/>
                  </a:lnTo>
                  <a:lnTo>
                    <a:pt x="737703" y="109098"/>
                  </a:lnTo>
                  <a:lnTo>
                    <a:pt x="691232" y="97879"/>
                  </a:lnTo>
                  <a:lnTo>
                    <a:pt x="644789" y="86668"/>
                  </a:lnTo>
                  <a:lnTo>
                    <a:pt x="599211" y="75750"/>
                  </a:lnTo>
                  <a:lnTo>
                    <a:pt x="555228" y="65377"/>
                  </a:lnTo>
                  <a:lnTo>
                    <a:pt x="513370" y="55750"/>
                  </a:lnTo>
                  <a:lnTo>
                    <a:pt x="473914" y="47002"/>
                  </a:lnTo>
                  <a:lnTo>
                    <a:pt x="436856" y="39196"/>
                  </a:lnTo>
                  <a:lnTo>
                    <a:pt x="404090" y="32746"/>
                  </a:lnTo>
                  <a:lnTo>
                    <a:pt x="363830" y="25604"/>
                  </a:lnTo>
                  <a:lnTo>
                    <a:pt x="324747" y="19733"/>
                  </a:lnTo>
                  <a:lnTo>
                    <a:pt x="285085" y="14936"/>
                  </a:lnTo>
                  <a:lnTo>
                    <a:pt x="243112" y="10992"/>
                  </a:lnTo>
                  <a:lnTo>
                    <a:pt x="197767" y="7735"/>
                  </a:lnTo>
                  <a:lnTo>
                    <a:pt x="149444" y="5071"/>
                  </a:lnTo>
                  <a:lnTo>
                    <a:pt x="100849" y="2977"/>
                  </a:lnTo>
                  <a:lnTo>
                    <a:pt x="57174" y="1473"/>
                  </a:lnTo>
                  <a:lnTo>
                    <a:pt x="24441" y="551"/>
                  </a:lnTo>
                  <a:lnTo>
                    <a:pt x="6096" y="120"/>
                  </a:lnTo>
                  <a:lnTo>
                    <a:pt x="283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2050472" y="5521506"/>
              <a:ext cx="1385454" cy="65493"/>
            </a:xfrm>
            <a:custGeom>
              <a:avLst/>
              <a:pathLst>
                <a:path w="1385454" h="65493">
                  <a:moveTo>
                    <a:pt x="0" y="32746"/>
                  </a:moveTo>
                  <a:lnTo>
                    <a:pt x="1795" y="32752"/>
                  </a:lnTo>
                  <a:lnTo>
                    <a:pt x="12910" y="32791"/>
                  </a:lnTo>
                  <a:lnTo>
                    <a:pt x="38198" y="32899"/>
                  </a:lnTo>
                  <a:lnTo>
                    <a:pt x="76837" y="33098"/>
                  </a:lnTo>
                  <a:lnTo>
                    <a:pt x="123684" y="33396"/>
                  </a:lnTo>
                  <a:lnTo>
                    <a:pt x="172734" y="33791"/>
                  </a:lnTo>
                  <a:lnTo>
                    <a:pt x="219889" y="34282"/>
                  </a:lnTo>
                  <a:lnTo>
                    <a:pt x="263627" y="34878"/>
                  </a:lnTo>
                  <a:lnTo>
                    <a:pt x="304365" y="35601"/>
                  </a:lnTo>
                  <a:lnTo>
                    <a:pt x="343578" y="36483"/>
                  </a:lnTo>
                  <a:lnTo>
                    <a:pt x="383098" y="37563"/>
                  </a:lnTo>
                  <a:lnTo>
                    <a:pt x="404090" y="38204"/>
                  </a:lnTo>
                  <a:lnTo>
                    <a:pt x="439608" y="39373"/>
                  </a:lnTo>
                  <a:lnTo>
                    <a:pt x="477314" y="40703"/>
                  </a:lnTo>
                  <a:lnTo>
                    <a:pt x="517488" y="42194"/>
                  </a:lnTo>
                  <a:lnTo>
                    <a:pt x="560108" y="43833"/>
                  </a:lnTo>
                  <a:lnTo>
                    <a:pt x="604856" y="45595"/>
                  </a:lnTo>
                  <a:lnTo>
                    <a:pt x="651153" y="47446"/>
                  </a:lnTo>
                  <a:lnTo>
                    <a:pt x="698223" y="49341"/>
                  </a:lnTo>
                  <a:lnTo>
                    <a:pt x="745189" y="51230"/>
                  </a:lnTo>
                  <a:lnTo>
                    <a:pt x="791189" y="53064"/>
                  </a:lnTo>
                  <a:lnTo>
                    <a:pt x="835484" y="54801"/>
                  </a:lnTo>
                  <a:lnTo>
                    <a:pt x="877551" y="56407"/>
                  </a:lnTo>
                  <a:lnTo>
                    <a:pt x="917142" y="57861"/>
                  </a:lnTo>
                  <a:lnTo>
                    <a:pt x="954301" y="59153"/>
                  </a:lnTo>
                  <a:lnTo>
                    <a:pt x="981363" y="60035"/>
                  </a:lnTo>
                  <a:lnTo>
                    <a:pt x="1021686" y="61227"/>
                  </a:lnTo>
                  <a:lnTo>
                    <a:pt x="1060831" y="62207"/>
                  </a:lnTo>
                  <a:lnTo>
                    <a:pt x="1100562" y="63007"/>
                  </a:lnTo>
                  <a:lnTo>
                    <a:pt x="1142619" y="63665"/>
                  </a:lnTo>
                  <a:lnTo>
                    <a:pt x="1188061" y="64208"/>
                  </a:lnTo>
                  <a:lnTo>
                    <a:pt x="1236479" y="64652"/>
                  </a:lnTo>
                  <a:lnTo>
                    <a:pt x="1285130" y="65000"/>
                  </a:lnTo>
                  <a:lnTo>
                    <a:pt x="1328776" y="65250"/>
                  </a:lnTo>
                  <a:lnTo>
                    <a:pt x="1361379" y="65403"/>
                  </a:lnTo>
                  <a:lnTo>
                    <a:pt x="1379535" y="65474"/>
                  </a:lnTo>
                  <a:lnTo>
                    <a:pt x="1385197" y="65492"/>
                  </a:lnTo>
                  <a:lnTo>
                    <a:pt x="1385454" y="65493"/>
                  </a:lnTo>
                  <a:lnTo>
                    <a:pt x="1385454" y="32746"/>
                  </a:lnTo>
                  <a:lnTo>
                    <a:pt x="1383659" y="32741"/>
                  </a:lnTo>
                  <a:lnTo>
                    <a:pt x="1372544" y="32701"/>
                  </a:lnTo>
                  <a:lnTo>
                    <a:pt x="1347256" y="32593"/>
                  </a:lnTo>
                  <a:lnTo>
                    <a:pt x="1308617" y="32394"/>
                  </a:lnTo>
                  <a:lnTo>
                    <a:pt x="1261770" y="32096"/>
                  </a:lnTo>
                  <a:lnTo>
                    <a:pt x="1212719" y="31701"/>
                  </a:lnTo>
                  <a:lnTo>
                    <a:pt x="1165565" y="31210"/>
                  </a:lnTo>
                  <a:lnTo>
                    <a:pt x="1121826" y="30615"/>
                  </a:lnTo>
                  <a:lnTo>
                    <a:pt x="1081089" y="29892"/>
                  </a:lnTo>
                  <a:lnTo>
                    <a:pt x="1041876" y="29009"/>
                  </a:lnTo>
                  <a:lnTo>
                    <a:pt x="1002355" y="27930"/>
                  </a:lnTo>
                  <a:lnTo>
                    <a:pt x="981363" y="27288"/>
                  </a:lnTo>
                  <a:lnTo>
                    <a:pt x="945846" y="26120"/>
                  </a:lnTo>
                  <a:lnTo>
                    <a:pt x="908140" y="24789"/>
                  </a:lnTo>
                  <a:lnTo>
                    <a:pt x="867965" y="23299"/>
                  </a:lnTo>
                  <a:lnTo>
                    <a:pt x="825345" y="21660"/>
                  </a:lnTo>
                  <a:lnTo>
                    <a:pt x="780597" y="19897"/>
                  </a:lnTo>
                  <a:lnTo>
                    <a:pt x="734301" y="18046"/>
                  </a:lnTo>
                  <a:lnTo>
                    <a:pt x="687231" y="16151"/>
                  </a:lnTo>
                  <a:lnTo>
                    <a:pt x="640264" y="14263"/>
                  </a:lnTo>
                  <a:lnTo>
                    <a:pt x="594265" y="12428"/>
                  </a:lnTo>
                  <a:lnTo>
                    <a:pt x="549970" y="10692"/>
                  </a:lnTo>
                  <a:lnTo>
                    <a:pt x="507902" y="9086"/>
                  </a:lnTo>
                  <a:lnTo>
                    <a:pt x="468312" y="7632"/>
                  </a:lnTo>
                  <a:lnTo>
                    <a:pt x="431152" y="6339"/>
                  </a:lnTo>
                  <a:lnTo>
                    <a:pt x="404090" y="5457"/>
                  </a:lnTo>
                  <a:lnTo>
                    <a:pt x="363767" y="4265"/>
                  </a:lnTo>
                  <a:lnTo>
                    <a:pt x="324623" y="3286"/>
                  </a:lnTo>
                  <a:lnTo>
                    <a:pt x="284891" y="2485"/>
                  </a:lnTo>
                  <a:lnTo>
                    <a:pt x="242835" y="1828"/>
                  </a:lnTo>
                  <a:lnTo>
                    <a:pt x="197392" y="1285"/>
                  </a:lnTo>
                  <a:lnTo>
                    <a:pt x="148975" y="841"/>
                  </a:lnTo>
                  <a:lnTo>
                    <a:pt x="100324" y="492"/>
                  </a:lnTo>
                  <a:lnTo>
                    <a:pt x="56677" y="243"/>
                  </a:lnTo>
                  <a:lnTo>
                    <a:pt x="24074" y="90"/>
                  </a:lnTo>
                  <a:lnTo>
                    <a:pt x="5918" y="19"/>
                  </a:lnTo>
                  <a:lnTo>
                    <a:pt x="2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2050472" y="5554253"/>
              <a:ext cx="1385454" cy="65493"/>
            </a:xfrm>
            <a:custGeom>
              <a:avLst/>
              <a:pathLst>
                <a:path w="1385454" h="65493">
                  <a:moveTo>
                    <a:pt x="0" y="32746"/>
                  </a:moveTo>
                  <a:lnTo>
                    <a:pt x="1795" y="32752"/>
                  </a:lnTo>
                  <a:lnTo>
                    <a:pt x="12910" y="32791"/>
                  </a:lnTo>
                  <a:lnTo>
                    <a:pt x="38198" y="32899"/>
                  </a:lnTo>
                  <a:lnTo>
                    <a:pt x="76837" y="33098"/>
                  </a:lnTo>
                  <a:lnTo>
                    <a:pt x="123684" y="33396"/>
                  </a:lnTo>
                  <a:lnTo>
                    <a:pt x="172734" y="33791"/>
                  </a:lnTo>
                  <a:lnTo>
                    <a:pt x="219889" y="34282"/>
                  </a:lnTo>
                  <a:lnTo>
                    <a:pt x="263627" y="34878"/>
                  </a:lnTo>
                  <a:lnTo>
                    <a:pt x="304365" y="35601"/>
                  </a:lnTo>
                  <a:lnTo>
                    <a:pt x="343578" y="36483"/>
                  </a:lnTo>
                  <a:lnTo>
                    <a:pt x="383098" y="37563"/>
                  </a:lnTo>
                  <a:lnTo>
                    <a:pt x="404090" y="38204"/>
                  </a:lnTo>
                  <a:lnTo>
                    <a:pt x="439608" y="39373"/>
                  </a:lnTo>
                  <a:lnTo>
                    <a:pt x="477314" y="40703"/>
                  </a:lnTo>
                  <a:lnTo>
                    <a:pt x="517488" y="42194"/>
                  </a:lnTo>
                  <a:lnTo>
                    <a:pt x="560108" y="43833"/>
                  </a:lnTo>
                  <a:lnTo>
                    <a:pt x="604856" y="45595"/>
                  </a:lnTo>
                  <a:lnTo>
                    <a:pt x="651153" y="47446"/>
                  </a:lnTo>
                  <a:lnTo>
                    <a:pt x="698223" y="49341"/>
                  </a:lnTo>
                  <a:lnTo>
                    <a:pt x="745189" y="51230"/>
                  </a:lnTo>
                  <a:lnTo>
                    <a:pt x="791189" y="53064"/>
                  </a:lnTo>
                  <a:lnTo>
                    <a:pt x="835484" y="54801"/>
                  </a:lnTo>
                  <a:lnTo>
                    <a:pt x="877551" y="56407"/>
                  </a:lnTo>
                  <a:lnTo>
                    <a:pt x="917142" y="57861"/>
                  </a:lnTo>
                  <a:lnTo>
                    <a:pt x="954301" y="59153"/>
                  </a:lnTo>
                  <a:lnTo>
                    <a:pt x="981363" y="60035"/>
                  </a:lnTo>
                  <a:lnTo>
                    <a:pt x="1021686" y="61227"/>
                  </a:lnTo>
                  <a:lnTo>
                    <a:pt x="1060831" y="62207"/>
                  </a:lnTo>
                  <a:lnTo>
                    <a:pt x="1100562" y="63007"/>
                  </a:lnTo>
                  <a:lnTo>
                    <a:pt x="1142619" y="63665"/>
                  </a:lnTo>
                  <a:lnTo>
                    <a:pt x="1188061" y="64208"/>
                  </a:lnTo>
                  <a:lnTo>
                    <a:pt x="1236479" y="64652"/>
                  </a:lnTo>
                  <a:lnTo>
                    <a:pt x="1285130" y="65000"/>
                  </a:lnTo>
                  <a:lnTo>
                    <a:pt x="1328776" y="65250"/>
                  </a:lnTo>
                  <a:lnTo>
                    <a:pt x="1361379" y="65403"/>
                  </a:lnTo>
                  <a:lnTo>
                    <a:pt x="1379535" y="65474"/>
                  </a:lnTo>
                  <a:lnTo>
                    <a:pt x="1385197" y="65492"/>
                  </a:lnTo>
                  <a:lnTo>
                    <a:pt x="1385454" y="65493"/>
                  </a:lnTo>
                  <a:lnTo>
                    <a:pt x="1385454" y="32746"/>
                  </a:lnTo>
                  <a:lnTo>
                    <a:pt x="1383659" y="32741"/>
                  </a:lnTo>
                  <a:lnTo>
                    <a:pt x="1372544" y="32701"/>
                  </a:lnTo>
                  <a:lnTo>
                    <a:pt x="1347256" y="32593"/>
                  </a:lnTo>
                  <a:lnTo>
                    <a:pt x="1308617" y="32394"/>
                  </a:lnTo>
                  <a:lnTo>
                    <a:pt x="1261770" y="32096"/>
                  </a:lnTo>
                  <a:lnTo>
                    <a:pt x="1212719" y="31701"/>
                  </a:lnTo>
                  <a:lnTo>
                    <a:pt x="1165565" y="31210"/>
                  </a:lnTo>
                  <a:lnTo>
                    <a:pt x="1121826" y="30615"/>
                  </a:lnTo>
                  <a:lnTo>
                    <a:pt x="1081089" y="29892"/>
                  </a:lnTo>
                  <a:lnTo>
                    <a:pt x="1041876" y="29009"/>
                  </a:lnTo>
                  <a:lnTo>
                    <a:pt x="1002355" y="27930"/>
                  </a:lnTo>
                  <a:lnTo>
                    <a:pt x="981363" y="27288"/>
                  </a:lnTo>
                  <a:lnTo>
                    <a:pt x="945846" y="26120"/>
                  </a:lnTo>
                  <a:lnTo>
                    <a:pt x="908140" y="24789"/>
                  </a:lnTo>
                  <a:lnTo>
                    <a:pt x="867965" y="23299"/>
                  </a:lnTo>
                  <a:lnTo>
                    <a:pt x="825345" y="21660"/>
                  </a:lnTo>
                  <a:lnTo>
                    <a:pt x="780597" y="19897"/>
                  </a:lnTo>
                  <a:lnTo>
                    <a:pt x="734301" y="18046"/>
                  </a:lnTo>
                  <a:lnTo>
                    <a:pt x="687231" y="16151"/>
                  </a:lnTo>
                  <a:lnTo>
                    <a:pt x="640264" y="14263"/>
                  </a:lnTo>
                  <a:lnTo>
                    <a:pt x="594265" y="12428"/>
                  </a:lnTo>
                  <a:lnTo>
                    <a:pt x="549970" y="10692"/>
                  </a:lnTo>
                  <a:lnTo>
                    <a:pt x="507902" y="9086"/>
                  </a:lnTo>
                  <a:lnTo>
                    <a:pt x="468312" y="7632"/>
                  </a:lnTo>
                  <a:lnTo>
                    <a:pt x="431152" y="6339"/>
                  </a:lnTo>
                  <a:lnTo>
                    <a:pt x="404090" y="5457"/>
                  </a:lnTo>
                  <a:lnTo>
                    <a:pt x="363767" y="4265"/>
                  </a:lnTo>
                  <a:lnTo>
                    <a:pt x="324623" y="3286"/>
                  </a:lnTo>
                  <a:lnTo>
                    <a:pt x="284891" y="2485"/>
                  </a:lnTo>
                  <a:lnTo>
                    <a:pt x="242835" y="1828"/>
                  </a:lnTo>
                  <a:lnTo>
                    <a:pt x="197392" y="1285"/>
                  </a:lnTo>
                  <a:lnTo>
                    <a:pt x="148975" y="841"/>
                  </a:lnTo>
                  <a:lnTo>
                    <a:pt x="100324" y="492"/>
                  </a:lnTo>
                  <a:lnTo>
                    <a:pt x="56677" y="243"/>
                  </a:lnTo>
                  <a:lnTo>
                    <a:pt x="24074" y="90"/>
                  </a:lnTo>
                  <a:lnTo>
                    <a:pt x="5918" y="19"/>
                  </a:lnTo>
                  <a:lnTo>
                    <a:pt x="2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2050472" y="5587000"/>
              <a:ext cx="1385454" cy="65493"/>
            </a:xfrm>
            <a:custGeom>
              <a:avLst/>
              <a:pathLst>
                <a:path w="1385454" h="65493">
                  <a:moveTo>
                    <a:pt x="0" y="32746"/>
                  </a:moveTo>
                  <a:lnTo>
                    <a:pt x="1795" y="32752"/>
                  </a:lnTo>
                  <a:lnTo>
                    <a:pt x="12910" y="32791"/>
                  </a:lnTo>
                  <a:lnTo>
                    <a:pt x="38198" y="32899"/>
                  </a:lnTo>
                  <a:lnTo>
                    <a:pt x="76837" y="33098"/>
                  </a:lnTo>
                  <a:lnTo>
                    <a:pt x="123684" y="33396"/>
                  </a:lnTo>
                  <a:lnTo>
                    <a:pt x="172734" y="33791"/>
                  </a:lnTo>
                  <a:lnTo>
                    <a:pt x="219889" y="34282"/>
                  </a:lnTo>
                  <a:lnTo>
                    <a:pt x="263627" y="34878"/>
                  </a:lnTo>
                  <a:lnTo>
                    <a:pt x="304365" y="35601"/>
                  </a:lnTo>
                  <a:lnTo>
                    <a:pt x="343578" y="36483"/>
                  </a:lnTo>
                  <a:lnTo>
                    <a:pt x="383098" y="37563"/>
                  </a:lnTo>
                  <a:lnTo>
                    <a:pt x="404090" y="38204"/>
                  </a:lnTo>
                  <a:lnTo>
                    <a:pt x="439608" y="39373"/>
                  </a:lnTo>
                  <a:lnTo>
                    <a:pt x="477314" y="40703"/>
                  </a:lnTo>
                  <a:lnTo>
                    <a:pt x="517488" y="42194"/>
                  </a:lnTo>
                  <a:lnTo>
                    <a:pt x="560108" y="43833"/>
                  </a:lnTo>
                  <a:lnTo>
                    <a:pt x="604856" y="45595"/>
                  </a:lnTo>
                  <a:lnTo>
                    <a:pt x="651153" y="47446"/>
                  </a:lnTo>
                  <a:lnTo>
                    <a:pt x="698223" y="49341"/>
                  </a:lnTo>
                  <a:lnTo>
                    <a:pt x="745189" y="51230"/>
                  </a:lnTo>
                  <a:lnTo>
                    <a:pt x="791189" y="53064"/>
                  </a:lnTo>
                  <a:lnTo>
                    <a:pt x="835484" y="54801"/>
                  </a:lnTo>
                  <a:lnTo>
                    <a:pt x="877551" y="56407"/>
                  </a:lnTo>
                  <a:lnTo>
                    <a:pt x="917142" y="57861"/>
                  </a:lnTo>
                  <a:lnTo>
                    <a:pt x="954301" y="59153"/>
                  </a:lnTo>
                  <a:lnTo>
                    <a:pt x="981363" y="60035"/>
                  </a:lnTo>
                  <a:lnTo>
                    <a:pt x="1021686" y="61227"/>
                  </a:lnTo>
                  <a:lnTo>
                    <a:pt x="1060831" y="62207"/>
                  </a:lnTo>
                  <a:lnTo>
                    <a:pt x="1100562" y="63007"/>
                  </a:lnTo>
                  <a:lnTo>
                    <a:pt x="1142619" y="63665"/>
                  </a:lnTo>
                  <a:lnTo>
                    <a:pt x="1188061" y="64208"/>
                  </a:lnTo>
                  <a:lnTo>
                    <a:pt x="1236479" y="64652"/>
                  </a:lnTo>
                  <a:lnTo>
                    <a:pt x="1285130" y="65000"/>
                  </a:lnTo>
                  <a:lnTo>
                    <a:pt x="1328776" y="65250"/>
                  </a:lnTo>
                  <a:lnTo>
                    <a:pt x="1361379" y="65403"/>
                  </a:lnTo>
                  <a:lnTo>
                    <a:pt x="1379535" y="65474"/>
                  </a:lnTo>
                  <a:lnTo>
                    <a:pt x="1385197" y="65492"/>
                  </a:lnTo>
                  <a:lnTo>
                    <a:pt x="1385454" y="65493"/>
                  </a:lnTo>
                  <a:lnTo>
                    <a:pt x="1385454" y="32746"/>
                  </a:lnTo>
                  <a:lnTo>
                    <a:pt x="1383659" y="32741"/>
                  </a:lnTo>
                  <a:lnTo>
                    <a:pt x="1372544" y="32701"/>
                  </a:lnTo>
                  <a:lnTo>
                    <a:pt x="1347256" y="32593"/>
                  </a:lnTo>
                  <a:lnTo>
                    <a:pt x="1308617" y="32394"/>
                  </a:lnTo>
                  <a:lnTo>
                    <a:pt x="1261770" y="32096"/>
                  </a:lnTo>
                  <a:lnTo>
                    <a:pt x="1212719" y="31701"/>
                  </a:lnTo>
                  <a:lnTo>
                    <a:pt x="1165565" y="31210"/>
                  </a:lnTo>
                  <a:lnTo>
                    <a:pt x="1121826" y="30615"/>
                  </a:lnTo>
                  <a:lnTo>
                    <a:pt x="1081089" y="29892"/>
                  </a:lnTo>
                  <a:lnTo>
                    <a:pt x="1041876" y="29009"/>
                  </a:lnTo>
                  <a:lnTo>
                    <a:pt x="1002355" y="27930"/>
                  </a:lnTo>
                  <a:lnTo>
                    <a:pt x="981363" y="27288"/>
                  </a:lnTo>
                  <a:lnTo>
                    <a:pt x="945846" y="26120"/>
                  </a:lnTo>
                  <a:lnTo>
                    <a:pt x="908140" y="24789"/>
                  </a:lnTo>
                  <a:lnTo>
                    <a:pt x="867965" y="23299"/>
                  </a:lnTo>
                  <a:lnTo>
                    <a:pt x="825345" y="21660"/>
                  </a:lnTo>
                  <a:lnTo>
                    <a:pt x="780597" y="19897"/>
                  </a:lnTo>
                  <a:lnTo>
                    <a:pt x="734301" y="18046"/>
                  </a:lnTo>
                  <a:lnTo>
                    <a:pt x="687231" y="16151"/>
                  </a:lnTo>
                  <a:lnTo>
                    <a:pt x="640264" y="14263"/>
                  </a:lnTo>
                  <a:lnTo>
                    <a:pt x="594265" y="12428"/>
                  </a:lnTo>
                  <a:lnTo>
                    <a:pt x="549970" y="10692"/>
                  </a:lnTo>
                  <a:lnTo>
                    <a:pt x="507902" y="9086"/>
                  </a:lnTo>
                  <a:lnTo>
                    <a:pt x="468312" y="7632"/>
                  </a:lnTo>
                  <a:lnTo>
                    <a:pt x="431152" y="6339"/>
                  </a:lnTo>
                  <a:lnTo>
                    <a:pt x="404090" y="5457"/>
                  </a:lnTo>
                  <a:lnTo>
                    <a:pt x="363767" y="4265"/>
                  </a:lnTo>
                  <a:lnTo>
                    <a:pt x="324623" y="3286"/>
                  </a:lnTo>
                  <a:lnTo>
                    <a:pt x="284891" y="2485"/>
                  </a:lnTo>
                  <a:lnTo>
                    <a:pt x="242835" y="1828"/>
                  </a:lnTo>
                  <a:lnTo>
                    <a:pt x="197392" y="1285"/>
                  </a:lnTo>
                  <a:lnTo>
                    <a:pt x="148975" y="841"/>
                  </a:lnTo>
                  <a:lnTo>
                    <a:pt x="100324" y="492"/>
                  </a:lnTo>
                  <a:lnTo>
                    <a:pt x="56677" y="243"/>
                  </a:lnTo>
                  <a:lnTo>
                    <a:pt x="24074" y="90"/>
                  </a:lnTo>
                  <a:lnTo>
                    <a:pt x="5918" y="19"/>
                  </a:lnTo>
                  <a:lnTo>
                    <a:pt x="2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2050472" y="4015156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2050472" y="4047903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2050472" y="4080650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2050472" y="4113397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2050472" y="4146143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2050472" y="5619746"/>
              <a:ext cx="1385454" cy="65493"/>
            </a:xfrm>
            <a:custGeom>
              <a:avLst/>
              <a:pathLst>
                <a:path w="1385454" h="65493">
                  <a:moveTo>
                    <a:pt x="0" y="32746"/>
                  </a:moveTo>
                  <a:lnTo>
                    <a:pt x="1795" y="32752"/>
                  </a:lnTo>
                  <a:lnTo>
                    <a:pt x="12910" y="32791"/>
                  </a:lnTo>
                  <a:lnTo>
                    <a:pt x="38198" y="32899"/>
                  </a:lnTo>
                  <a:lnTo>
                    <a:pt x="76837" y="33098"/>
                  </a:lnTo>
                  <a:lnTo>
                    <a:pt x="123684" y="33396"/>
                  </a:lnTo>
                  <a:lnTo>
                    <a:pt x="172734" y="33791"/>
                  </a:lnTo>
                  <a:lnTo>
                    <a:pt x="219889" y="34282"/>
                  </a:lnTo>
                  <a:lnTo>
                    <a:pt x="263627" y="34878"/>
                  </a:lnTo>
                  <a:lnTo>
                    <a:pt x="304365" y="35601"/>
                  </a:lnTo>
                  <a:lnTo>
                    <a:pt x="343578" y="36483"/>
                  </a:lnTo>
                  <a:lnTo>
                    <a:pt x="383098" y="37563"/>
                  </a:lnTo>
                  <a:lnTo>
                    <a:pt x="404090" y="38204"/>
                  </a:lnTo>
                  <a:lnTo>
                    <a:pt x="439608" y="39373"/>
                  </a:lnTo>
                  <a:lnTo>
                    <a:pt x="477314" y="40703"/>
                  </a:lnTo>
                  <a:lnTo>
                    <a:pt x="517488" y="42194"/>
                  </a:lnTo>
                  <a:lnTo>
                    <a:pt x="560108" y="43833"/>
                  </a:lnTo>
                  <a:lnTo>
                    <a:pt x="604856" y="45595"/>
                  </a:lnTo>
                  <a:lnTo>
                    <a:pt x="651153" y="47446"/>
                  </a:lnTo>
                  <a:lnTo>
                    <a:pt x="698223" y="49341"/>
                  </a:lnTo>
                  <a:lnTo>
                    <a:pt x="745189" y="51230"/>
                  </a:lnTo>
                  <a:lnTo>
                    <a:pt x="791189" y="53064"/>
                  </a:lnTo>
                  <a:lnTo>
                    <a:pt x="835484" y="54801"/>
                  </a:lnTo>
                  <a:lnTo>
                    <a:pt x="877551" y="56407"/>
                  </a:lnTo>
                  <a:lnTo>
                    <a:pt x="917142" y="57861"/>
                  </a:lnTo>
                  <a:lnTo>
                    <a:pt x="954301" y="59153"/>
                  </a:lnTo>
                  <a:lnTo>
                    <a:pt x="981363" y="60035"/>
                  </a:lnTo>
                  <a:lnTo>
                    <a:pt x="1021686" y="61227"/>
                  </a:lnTo>
                  <a:lnTo>
                    <a:pt x="1060831" y="62207"/>
                  </a:lnTo>
                  <a:lnTo>
                    <a:pt x="1100562" y="63007"/>
                  </a:lnTo>
                  <a:lnTo>
                    <a:pt x="1142619" y="63665"/>
                  </a:lnTo>
                  <a:lnTo>
                    <a:pt x="1188061" y="64208"/>
                  </a:lnTo>
                  <a:lnTo>
                    <a:pt x="1236479" y="64652"/>
                  </a:lnTo>
                  <a:lnTo>
                    <a:pt x="1285130" y="65000"/>
                  </a:lnTo>
                  <a:lnTo>
                    <a:pt x="1328776" y="65250"/>
                  </a:lnTo>
                  <a:lnTo>
                    <a:pt x="1361379" y="65403"/>
                  </a:lnTo>
                  <a:lnTo>
                    <a:pt x="1379535" y="65474"/>
                  </a:lnTo>
                  <a:lnTo>
                    <a:pt x="1385197" y="65492"/>
                  </a:lnTo>
                  <a:lnTo>
                    <a:pt x="1385454" y="65493"/>
                  </a:lnTo>
                  <a:lnTo>
                    <a:pt x="1385454" y="32746"/>
                  </a:lnTo>
                  <a:lnTo>
                    <a:pt x="1383659" y="32741"/>
                  </a:lnTo>
                  <a:lnTo>
                    <a:pt x="1372544" y="32701"/>
                  </a:lnTo>
                  <a:lnTo>
                    <a:pt x="1347256" y="32593"/>
                  </a:lnTo>
                  <a:lnTo>
                    <a:pt x="1308617" y="32394"/>
                  </a:lnTo>
                  <a:lnTo>
                    <a:pt x="1261770" y="32096"/>
                  </a:lnTo>
                  <a:lnTo>
                    <a:pt x="1212719" y="31701"/>
                  </a:lnTo>
                  <a:lnTo>
                    <a:pt x="1165565" y="31210"/>
                  </a:lnTo>
                  <a:lnTo>
                    <a:pt x="1121826" y="30615"/>
                  </a:lnTo>
                  <a:lnTo>
                    <a:pt x="1081089" y="29892"/>
                  </a:lnTo>
                  <a:lnTo>
                    <a:pt x="1041876" y="29009"/>
                  </a:lnTo>
                  <a:lnTo>
                    <a:pt x="1002355" y="27930"/>
                  </a:lnTo>
                  <a:lnTo>
                    <a:pt x="981363" y="27288"/>
                  </a:lnTo>
                  <a:lnTo>
                    <a:pt x="945846" y="26120"/>
                  </a:lnTo>
                  <a:lnTo>
                    <a:pt x="908140" y="24789"/>
                  </a:lnTo>
                  <a:lnTo>
                    <a:pt x="867965" y="23299"/>
                  </a:lnTo>
                  <a:lnTo>
                    <a:pt x="825345" y="21660"/>
                  </a:lnTo>
                  <a:lnTo>
                    <a:pt x="780597" y="19897"/>
                  </a:lnTo>
                  <a:lnTo>
                    <a:pt x="734301" y="18046"/>
                  </a:lnTo>
                  <a:lnTo>
                    <a:pt x="687231" y="16151"/>
                  </a:lnTo>
                  <a:lnTo>
                    <a:pt x="640264" y="14263"/>
                  </a:lnTo>
                  <a:lnTo>
                    <a:pt x="594265" y="12428"/>
                  </a:lnTo>
                  <a:lnTo>
                    <a:pt x="549970" y="10692"/>
                  </a:lnTo>
                  <a:lnTo>
                    <a:pt x="507902" y="9086"/>
                  </a:lnTo>
                  <a:lnTo>
                    <a:pt x="468312" y="7632"/>
                  </a:lnTo>
                  <a:lnTo>
                    <a:pt x="431152" y="6339"/>
                  </a:lnTo>
                  <a:lnTo>
                    <a:pt x="404090" y="5457"/>
                  </a:lnTo>
                  <a:lnTo>
                    <a:pt x="363767" y="4265"/>
                  </a:lnTo>
                  <a:lnTo>
                    <a:pt x="324623" y="3286"/>
                  </a:lnTo>
                  <a:lnTo>
                    <a:pt x="284891" y="2485"/>
                  </a:lnTo>
                  <a:lnTo>
                    <a:pt x="242835" y="1828"/>
                  </a:lnTo>
                  <a:lnTo>
                    <a:pt x="197392" y="1285"/>
                  </a:lnTo>
                  <a:lnTo>
                    <a:pt x="148975" y="841"/>
                  </a:lnTo>
                  <a:lnTo>
                    <a:pt x="100324" y="492"/>
                  </a:lnTo>
                  <a:lnTo>
                    <a:pt x="56677" y="243"/>
                  </a:lnTo>
                  <a:lnTo>
                    <a:pt x="24074" y="90"/>
                  </a:lnTo>
                  <a:lnTo>
                    <a:pt x="5918" y="19"/>
                  </a:lnTo>
                  <a:lnTo>
                    <a:pt x="2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2050472" y="5652493"/>
              <a:ext cx="1385454" cy="65493"/>
            </a:xfrm>
            <a:custGeom>
              <a:avLst/>
              <a:pathLst>
                <a:path w="1385454" h="65493">
                  <a:moveTo>
                    <a:pt x="0" y="32746"/>
                  </a:moveTo>
                  <a:lnTo>
                    <a:pt x="1795" y="32752"/>
                  </a:lnTo>
                  <a:lnTo>
                    <a:pt x="12910" y="32791"/>
                  </a:lnTo>
                  <a:lnTo>
                    <a:pt x="38198" y="32899"/>
                  </a:lnTo>
                  <a:lnTo>
                    <a:pt x="76837" y="33098"/>
                  </a:lnTo>
                  <a:lnTo>
                    <a:pt x="123684" y="33396"/>
                  </a:lnTo>
                  <a:lnTo>
                    <a:pt x="172734" y="33791"/>
                  </a:lnTo>
                  <a:lnTo>
                    <a:pt x="219889" y="34282"/>
                  </a:lnTo>
                  <a:lnTo>
                    <a:pt x="263627" y="34878"/>
                  </a:lnTo>
                  <a:lnTo>
                    <a:pt x="304365" y="35601"/>
                  </a:lnTo>
                  <a:lnTo>
                    <a:pt x="343578" y="36483"/>
                  </a:lnTo>
                  <a:lnTo>
                    <a:pt x="383098" y="37563"/>
                  </a:lnTo>
                  <a:lnTo>
                    <a:pt x="404090" y="38204"/>
                  </a:lnTo>
                  <a:lnTo>
                    <a:pt x="439608" y="39373"/>
                  </a:lnTo>
                  <a:lnTo>
                    <a:pt x="477314" y="40703"/>
                  </a:lnTo>
                  <a:lnTo>
                    <a:pt x="517488" y="42194"/>
                  </a:lnTo>
                  <a:lnTo>
                    <a:pt x="560108" y="43833"/>
                  </a:lnTo>
                  <a:lnTo>
                    <a:pt x="604856" y="45595"/>
                  </a:lnTo>
                  <a:lnTo>
                    <a:pt x="651153" y="47446"/>
                  </a:lnTo>
                  <a:lnTo>
                    <a:pt x="698223" y="49341"/>
                  </a:lnTo>
                  <a:lnTo>
                    <a:pt x="745189" y="51230"/>
                  </a:lnTo>
                  <a:lnTo>
                    <a:pt x="791189" y="53064"/>
                  </a:lnTo>
                  <a:lnTo>
                    <a:pt x="835484" y="54801"/>
                  </a:lnTo>
                  <a:lnTo>
                    <a:pt x="877551" y="56407"/>
                  </a:lnTo>
                  <a:lnTo>
                    <a:pt x="917142" y="57861"/>
                  </a:lnTo>
                  <a:lnTo>
                    <a:pt x="954301" y="59153"/>
                  </a:lnTo>
                  <a:lnTo>
                    <a:pt x="981363" y="60035"/>
                  </a:lnTo>
                  <a:lnTo>
                    <a:pt x="1021686" y="61227"/>
                  </a:lnTo>
                  <a:lnTo>
                    <a:pt x="1060831" y="62207"/>
                  </a:lnTo>
                  <a:lnTo>
                    <a:pt x="1100562" y="63007"/>
                  </a:lnTo>
                  <a:lnTo>
                    <a:pt x="1142619" y="63665"/>
                  </a:lnTo>
                  <a:lnTo>
                    <a:pt x="1188061" y="64208"/>
                  </a:lnTo>
                  <a:lnTo>
                    <a:pt x="1236479" y="64652"/>
                  </a:lnTo>
                  <a:lnTo>
                    <a:pt x="1285130" y="65000"/>
                  </a:lnTo>
                  <a:lnTo>
                    <a:pt x="1328776" y="65250"/>
                  </a:lnTo>
                  <a:lnTo>
                    <a:pt x="1361379" y="65403"/>
                  </a:lnTo>
                  <a:lnTo>
                    <a:pt x="1379535" y="65474"/>
                  </a:lnTo>
                  <a:lnTo>
                    <a:pt x="1385197" y="65492"/>
                  </a:lnTo>
                  <a:lnTo>
                    <a:pt x="1385454" y="65493"/>
                  </a:lnTo>
                  <a:lnTo>
                    <a:pt x="1385454" y="32746"/>
                  </a:lnTo>
                  <a:lnTo>
                    <a:pt x="1383659" y="32741"/>
                  </a:lnTo>
                  <a:lnTo>
                    <a:pt x="1372544" y="32701"/>
                  </a:lnTo>
                  <a:lnTo>
                    <a:pt x="1347256" y="32593"/>
                  </a:lnTo>
                  <a:lnTo>
                    <a:pt x="1308617" y="32394"/>
                  </a:lnTo>
                  <a:lnTo>
                    <a:pt x="1261770" y="32096"/>
                  </a:lnTo>
                  <a:lnTo>
                    <a:pt x="1212719" y="31701"/>
                  </a:lnTo>
                  <a:lnTo>
                    <a:pt x="1165565" y="31210"/>
                  </a:lnTo>
                  <a:lnTo>
                    <a:pt x="1121826" y="30615"/>
                  </a:lnTo>
                  <a:lnTo>
                    <a:pt x="1081089" y="29892"/>
                  </a:lnTo>
                  <a:lnTo>
                    <a:pt x="1041876" y="29009"/>
                  </a:lnTo>
                  <a:lnTo>
                    <a:pt x="1002355" y="27930"/>
                  </a:lnTo>
                  <a:lnTo>
                    <a:pt x="981363" y="27288"/>
                  </a:lnTo>
                  <a:lnTo>
                    <a:pt x="945846" y="26120"/>
                  </a:lnTo>
                  <a:lnTo>
                    <a:pt x="908140" y="24789"/>
                  </a:lnTo>
                  <a:lnTo>
                    <a:pt x="867965" y="23299"/>
                  </a:lnTo>
                  <a:lnTo>
                    <a:pt x="825345" y="21660"/>
                  </a:lnTo>
                  <a:lnTo>
                    <a:pt x="780597" y="19897"/>
                  </a:lnTo>
                  <a:lnTo>
                    <a:pt x="734301" y="18046"/>
                  </a:lnTo>
                  <a:lnTo>
                    <a:pt x="687231" y="16151"/>
                  </a:lnTo>
                  <a:lnTo>
                    <a:pt x="640264" y="14263"/>
                  </a:lnTo>
                  <a:lnTo>
                    <a:pt x="594265" y="12428"/>
                  </a:lnTo>
                  <a:lnTo>
                    <a:pt x="549970" y="10692"/>
                  </a:lnTo>
                  <a:lnTo>
                    <a:pt x="507902" y="9086"/>
                  </a:lnTo>
                  <a:lnTo>
                    <a:pt x="468312" y="7632"/>
                  </a:lnTo>
                  <a:lnTo>
                    <a:pt x="431152" y="6339"/>
                  </a:lnTo>
                  <a:lnTo>
                    <a:pt x="404090" y="5457"/>
                  </a:lnTo>
                  <a:lnTo>
                    <a:pt x="363767" y="4265"/>
                  </a:lnTo>
                  <a:lnTo>
                    <a:pt x="324623" y="3286"/>
                  </a:lnTo>
                  <a:lnTo>
                    <a:pt x="284891" y="2485"/>
                  </a:lnTo>
                  <a:lnTo>
                    <a:pt x="242835" y="1828"/>
                  </a:lnTo>
                  <a:lnTo>
                    <a:pt x="197392" y="1285"/>
                  </a:lnTo>
                  <a:lnTo>
                    <a:pt x="148975" y="841"/>
                  </a:lnTo>
                  <a:lnTo>
                    <a:pt x="100324" y="492"/>
                  </a:lnTo>
                  <a:lnTo>
                    <a:pt x="56677" y="243"/>
                  </a:lnTo>
                  <a:lnTo>
                    <a:pt x="24074" y="90"/>
                  </a:lnTo>
                  <a:lnTo>
                    <a:pt x="5918" y="19"/>
                  </a:lnTo>
                  <a:lnTo>
                    <a:pt x="2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2050472" y="4178890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2050472" y="4211637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2050472" y="4244383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2050472" y="4277130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2050472" y="4309877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2050472" y="5685240"/>
              <a:ext cx="1385454" cy="65493"/>
            </a:xfrm>
            <a:custGeom>
              <a:avLst/>
              <a:pathLst>
                <a:path w="1385454" h="65493">
                  <a:moveTo>
                    <a:pt x="0" y="32746"/>
                  </a:moveTo>
                  <a:lnTo>
                    <a:pt x="1795" y="32752"/>
                  </a:lnTo>
                  <a:lnTo>
                    <a:pt x="12910" y="32791"/>
                  </a:lnTo>
                  <a:lnTo>
                    <a:pt x="38198" y="32899"/>
                  </a:lnTo>
                  <a:lnTo>
                    <a:pt x="76837" y="33098"/>
                  </a:lnTo>
                  <a:lnTo>
                    <a:pt x="123684" y="33396"/>
                  </a:lnTo>
                  <a:lnTo>
                    <a:pt x="172734" y="33791"/>
                  </a:lnTo>
                  <a:lnTo>
                    <a:pt x="219889" y="34282"/>
                  </a:lnTo>
                  <a:lnTo>
                    <a:pt x="263627" y="34878"/>
                  </a:lnTo>
                  <a:lnTo>
                    <a:pt x="304365" y="35601"/>
                  </a:lnTo>
                  <a:lnTo>
                    <a:pt x="343578" y="36483"/>
                  </a:lnTo>
                  <a:lnTo>
                    <a:pt x="383098" y="37563"/>
                  </a:lnTo>
                  <a:lnTo>
                    <a:pt x="404090" y="38204"/>
                  </a:lnTo>
                  <a:lnTo>
                    <a:pt x="439608" y="39373"/>
                  </a:lnTo>
                  <a:lnTo>
                    <a:pt x="477314" y="40703"/>
                  </a:lnTo>
                  <a:lnTo>
                    <a:pt x="517488" y="42194"/>
                  </a:lnTo>
                  <a:lnTo>
                    <a:pt x="560108" y="43833"/>
                  </a:lnTo>
                  <a:lnTo>
                    <a:pt x="604856" y="45595"/>
                  </a:lnTo>
                  <a:lnTo>
                    <a:pt x="651153" y="47446"/>
                  </a:lnTo>
                  <a:lnTo>
                    <a:pt x="698223" y="49341"/>
                  </a:lnTo>
                  <a:lnTo>
                    <a:pt x="745189" y="51230"/>
                  </a:lnTo>
                  <a:lnTo>
                    <a:pt x="791189" y="53064"/>
                  </a:lnTo>
                  <a:lnTo>
                    <a:pt x="835484" y="54801"/>
                  </a:lnTo>
                  <a:lnTo>
                    <a:pt x="877551" y="56407"/>
                  </a:lnTo>
                  <a:lnTo>
                    <a:pt x="917142" y="57861"/>
                  </a:lnTo>
                  <a:lnTo>
                    <a:pt x="954301" y="59153"/>
                  </a:lnTo>
                  <a:lnTo>
                    <a:pt x="981363" y="60035"/>
                  </a:lnTo>
                  <a:lnTo>
                    <a:pt x="1021686" y="61227"/>
                  </a:lnTo>
                  <a:lnTo>
                    <a:pt x="1060831" y="62207"/>
                  </a:lnTo>
                  <a:lnTo>
                    <a:pt x="1100562" y="63007"/>
                  </a:lnTo>
                  <a:lnTo>
                    <a:pt x="1142619" y="63665"/>
                  </a:lnTo>
                  <a:lnTo>
                    <a:pt x="1188061" y="64208"/>
                  </a:lnTo>
                  <a:lnTo>
                    <a:pt x="1236479" y="64652"/>
                  </a:lnTo>
                  <a:lnTo>
                    <a:pt x="1285130" y="65000"/>
                  </a:lnTo>
                  <a:lnTo>
                    <a:pt x="1328776" y="65250"/>
                  </a:lnTo>
                  <a:lnTo>
                    <a:pt x="1361379" y="65403"/>
                  </a:lnTo>
                  <a:lnTo>
                    <a:pt x="1379535" y="65474"/>
                  </a:lnTo>
                  <a:lnTo>
                    <a:pt x="1385197" y="65492"/>
                  </a:lnTo>
                  <a:lnTo>
                    <a:pt x="1385454" y="65493"/>
                  </a:lnTo>
                  <a:lnTo>
                    <a:pt x="1385454" y="32746"/>
                  </a:lnTo>
                  <a:lnTo>
                    <a:pt x="1383659" y="32741"/>
                  </a:lnTo>
                  <a:lnTo>
                    <a:pt x="1372544" y="32701"/>
                  </a:lnTo>
                  <a:lnTo>
                    <a:pt x="1347256" y="32593"/>
                  </a:lnTo>
                  <a:lnTo>
                    <a:pt x="1308617" y="32394"/>
                  </a:lnTo>
                  <a:lnTo>
                    <a:pt x="1261770" y="32096"/>
                  </a:lnTo>
                  <a:lnTo>
                    <a:pt x="1212719" y="31701"/>
                  </a:lnTo>
                  <a:lnTo>
                    <a:pt x="1165565" y="31210"/>
                  </a:lnTo>
                  <a:lnTo>
                    <a:pt x="1121826" y="30615"/>
                  </a:lnTo>
                  <a:lnTo>
                    <a:pt x="1081089" y="29892"/>
                  </a:lnTo>
                  <a:lnTo>
                    <a:pt x="1041876" y="29009"/>
                  </a:lnTo>
                  <a:lnTo>
                    <a:pt x="1002355" y="27930"/>
                  </a:lnTo>
                  <a:lnTo>
                    <a:pt x="981363" y="27288"/>
                  </a:lnTo>
                  <a:lnTo>
                    <a:pt x="945846" y="26120"/>
                  </a:lnTo>
                  <a:lnTo>
                    <a:pt x="908140" y="24789"/>
                  </a:lnTo>
                  <a:lnTo>
                    <a:pt x="867965" y="23299"/>
                  </a:lnTo>
                  <a:lnTo>
                    <a:pt x="825345" y="21660"/>
                  </a:lnTo>
                  <a:lnTo>
                    <a:pt x="780597" y="19897"/>
                  </a:lnTo>
                  <a:lnTo>
                    <a:pt x="734301" y="18046"/>
                  </a:lnTo>
                  <a:lnTo>
                    <a:pt x="687231" y="16151"/>
                  </a:lnTo>
                  <a:lnTo>
                    <a:pt x="640264" y="14263"/>
                  </a:lnTo>
                  <a:lnTo>
                    <a:pt x="594265" y="12428"/>
                  </a:lnTo>
                  <a:lnTo>
                    <a:pt x="549970" y="10692"/>
                  </a:lnTo>
                  <a:lnTo>
                    <a:pt x="507902" y="9086"/>
                  </a:lnTo>
                  <a:lnTo>
                    <a:pt x="468312" y="7632"/>
                  </a:lnTo>
                  <a:lnTo>
                    <a:pt x="431152" y="6339"/>
                  </a:lnTo>
                  <a:lnTo>
                    <a:pt x="404090" y="5457"/>
                  </a:lnTo>
                  <a:lnTo>
                    <a:pt x="363767" y="4265"/>
                  </a:lnTo>
                  <a:lnTo>
                    <a:pt x="324623" y="3286"/>
                  </a:lnTo>
                  <a:lnTo>
                    <a:pt x="284891" y="2485"/>
                  </a:lnTo>
                  <a:lnTo>
                    <a:pt x="242835" y="1828"/>
                  </a:lnTo>
                  <a:lnTo>
                    <a:pt x="197392" y="1285"/>
                  </a:lnTo>
                  <a:lnTo>
                    <a:pt x="148975" y="841"/>
                  </a:lnTo>
                  <a:lnTo>
                    <a:pt x="100324" y="492"/>
                  </a:lnTo>
                  <a:lnTo>
                    <a:pt x="56677" y="243"/>
                  </a:lnTo>
                  <a:lnTo>
                    <a:pt x="24074" y="90"/>
                  </a:lnTo>
                  <a:lnTo>
                    <a:pt x="5918" y="19"/>
                  </a:lnTo>
                  <a:lnTo>
                    <a:pt x="2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2050472" y="4342624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2050472" y="5717986"/>
              <a:ext cx="1385454" cy="65493"/>
            </a:xfrm>
            <a:custGeom>
              <a:avLst/>
              <a:pathLst>
                <a:path w="1385454" h="65493">
                  <a:moveTo>
                    <a:pt x="0" y="32746"/>
                  </a:moveTo>
                  <a:lnTo>
                    <a:pt x="1795" y="32752"/>
                  </a:lnTo>
                  <a:lnTo>
                    <a:pt x="12910" y="32791"/>
                  </a:lnTo>
                  <a:lnTo>
                    <a:pt x="38198" y="32899"/>
                  </a:lnTo>
                  <a:lnTo>
                    <a:pt x="76837" y="33098"/>
                  </a:lnTo>
                  <a:lnTo>
                    <a:pt x="123684" y="33396"/>
                  </a:lnTo>
                  <a:lnTo>
                    <a:pt x="172734" y="33791"/>
                  </a:lnTo>
                  <a:lnTo>
                    <a:pt x="219889" y="34282"/>
                  </a:lnTo>
                  <a:lnTo>
                    <a:pt x="263627" y="34878"/>
                  </a:lnTo>
                  <a:lnTo>
                    <a:pt x="304365" y="35601"/>
                  </a:lnTo>
                  <a:lnTo>
                    <a:pt x="343578" y="36483"/>
                  </a:lnTo>
                  <a:lnTo>
                    <a:pt x="383098" y="37563"/>
                  </a:lnTo>
                  <a:lnTo>
                    <a:pt x="404090" y="38204"/>
                  </a:lnTo>
                  <a:lnTo>
                    <a:pt x="439608" y="39373"/>
                  </a:lnTo>
                  <a:lnTo>
                    <a:pt x="477314" y="40703"/>
                  </a:lnTo>
                  <a:lnTo>
                    <a:pt x="517488" y="42194"/>
                  </a:lnTo>
                  <a:lnTo>
                    <a:pt x="560108" y="43833"/>
                  </a:lnTo>
                  <a:lnTo>
                    <a:pt x="604856" y="45595"/>
                  </a:lnTo>
                  <a:lnTo>
                    <a:pt x="651153" y="47446"/>
                  </a:lnTo>
                  <a:lnTo>
                    <a:pt x="698223" y="49341"/>
                  </a:lnTo>
                  <a:lnTo>
                    <a:pt x="745189" y="51230"/>
                  </a:lnTo>
                  <a:lnTo>
                    <a:pt x="791189" y="53064"/>
                  </a:lnTo>
                  <a:lnTo>
                    <a:pt x="835484" y="54801"/>
                  </a:lnTo>
                  <a:lnTo>
                    <a:pt x="877551" y="56407"/>
                  </a:lnTo>
                  <a:lnTo>
                    <a:pt x="917142" y="57861"/>
                  </a:lnTo>
                  <a:lnTo>
                    <a:pt x="954301" y="59153"/>
                  </a:lnTo>
                  <a:lnTo>
                    <a:pt x="981363" y="60035"/>
                  </a:lnTo>
                  <a:lnTo>
                    <a:pt x="1021686" y="61227"/>
                  </a:lnTo>
                  <a:lnTo>
                    <a:pt x="1060831" y="62207"/>
                  </a:lnTo>
                  <a:lnTo>
                    <a:pt x="1100562" y="63007"/>
                  </a:lnTo>
                  <a:lnTo>
                    <a:pt x="1142619" y="63665"/>
                  </a:lnTo>
                  <a:lnTo>
                    <a:pt x="1188061" y="64208"/>
                  </a:lnTo>
                  <a:lnTo>
                    <a:pt x="1236479" y="64652"/>
                  </a:lnTo>
                  <a:lnTo>
                    <a:pt x="1285130" y="65000"/>
                  </a:lnTo>
                  <a:lnTo>
                    <a:pt x="1328776" y="65250"/>
                  </a:lnTo>
                  <a:lnTo>
                    <a:pt x="1361379" y="65403"/>
                  </a:lnTo>
                  <a:lnTo>
                    <a:pt x="1379535" y="65474"/>
                  </a:lnTo>
                  <a:lnTo>
                    <a:pt x="1385197" y="65492"/>
                  </a:lnTo>
                  <a:lnTo>
                    <a:pt x="1385454" y="65493"/>
                  </a:lnTo>
                  <a:lnTo>
                    <a:pt x="1385454" y="32746"/>
                  </a:lnTo>
                  <a:lnTo>
                    <a:pt x="1383659" y="32741"/>
                  </a:lnTo>
                  <a:lnTo>
                    <a:pt x="1372544" y="32701"/>
                  </a:lnTo>
                  <a:lnTo>
                    <a:pt x="1347256" y="32593"/>
                  </a:lnTo>
                  <a:lnTo>
                    <a:pt x="1308617" y="32394"/>
                  </a:lnTo>
                  <a:lnTo>
                    <a:pt x="1261770" y="32096"/>
                  </a:lnTo>
                  <a:lnTo>
                    <a:pt x="1212719" y="31701"/>
                  </a:lnTo>
                  <a:lnTo>
                    <a:pt x="1165565" y="31210"/>
                  </a:lnTo>
                  <a:lnTo>
                    <a:pt x="1121826" y="30615"/>
                  </a:lnTo>
                  <a:lnTo>
                    <a:pt x="1081089" y="29892"/>
                  </a:lnTo>
                  <a:lnTo>
                    <a:pt x="1041876" y="29009"/>
                  </a:lnTo>
                  <a:lnTo>
                    <a:pt x="1002355" y="27930"/>
                  </a:lnTo>
                  <a:lnTo>
                    <a:pt x="981363" y="27288"/>
                  </a:lnTo>
                  <a:lnTo>
                    <a:pt x="945846" y="26120"/>
                  </a:lnTo>
                  <a:lnTo>
                    <a:pt x="908140" y="24789"/>
                  </a:lnTo>
                  <a:lnTo>
                    <a:pt x="867965" y="23299"/>
                  </a:lnTo>
                  <a:lnTo>
                    <a:pt x="825345" y="21660"/>
                  </a:lnTo>
                  <a:lnTo>
                    <a:pt x="780597" y="19897"/>
                  </a:lnTo>
                  <a:lnTo>
                    <a:pt x="734301" y="18046"/>
                  </a:lnTo>
                  <a:lnTo>
                    <a:pt x="687231" y="16151"/>
                  </a:lnTo>
                  <a:lnTo>
                    <a:pt x="640264" y="14263"/>
                  </a:lnTo>
                  <a:lnTo>
                    <a:pt x="594265" y="12428"/>
                  </a:lnTo>
                  <a:lnTo>
                    <a:pt x="549970" y="10692"/>
                  </a:lnTo>
                  <a:lnTo>
                    <a:pt x="507902" y="9086"/>
                  </a:lnTo>
                  <a:lnTo>
                    <a:pt x="468312" y="7632"/>
                  </a:lnTo>
                  <a:lnTo>
                    <a:pt x="431152" y="6339"/>
                  </a:lnTo>
                  <a:lnTo>
                    <a:pt x="404090" y="5457"/>
                  </a:lnTo>
                  <a:lnTo>
                    <a:pt x="363767" y="4265"/>
                  </a:lnTo>
                  <a:lnTo>
                    <a:pt x="324623" y="3286"/>
                  </a:lnTo>
                  <a:lnTo>
                    <a:pt x="284891" y="2485"/>
                  </a:lnTo>
                  <a:lnTo>
                    <a:pt x="242835" y="1828"/>
                  </a:lnTo>
                  <a:lnTo>
                    <a:pt x="197392" y="1285"/>
                  </a:lnTo>
                  <a:lnTo>
                    <a:pt x="148975" y="841"/>
                  </a:lnTo>
                  <a:lnTo>
                    <a:pt x="100324" y="492"/>
                  </a:lnTo>
                  <a:lnTo>
                    <a:pt x="56677" y="243"/>
                  </a:lnTo>
                  <a:lnTo>
                    <a:pt x="24074" y="90"/>
                  </a:lnTo>
                  <a:lnTo>
                    <a:pt x="5918" y="19"/>
                  </a:lnTo>
                  <a:lnTo>
                    <a:pt x="2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2050472" y="5750733"/>
              <a:ext cx="1385454" cy="65493"/>
            </a:xfrm>
            <a:custGeom>
              <a:avLst/>
              <a:pathLst>
                <a:path w="1385454" h="65493">
                  <a:moveTo>
                    <a:pt x="0" y="32746"/>
                  </a:moveTo>
                  <a:lnTo>
                    <a:pt x="1795" y="32752"/>
                  </a:lnTo>
                  <a:lnTo>
                    <a:pt x="12910" y="32791"/>
                  </a:lnTo>
                  <a:lnTo>
                    <a:pt x="38198" y="32899"/>
                  </a:lnTo>
                  <a:lnTo>
                    <a:pt x="76837" y="33098"/>
                  </a:lnTo>
                  <a:lnTo>
                    <a:pt x="123684" y="33396"/>
                  </a:lnTo>
                  <a:lnTo>
                    <a:pt x="172734" y="33791"/>
                  </a:lnTo>
                  <a:lnTo>
                    <a:pt x="219889" y="34282"/>
                  </a:lnTo>
                  <a:lnTo>
                    <a:pt x="263627" y="34878"/>
                  </a:lnTo>
                  <a:lnTo>
                    <a:pt x="304365" y="35601"/>
                  </a:lnTo>
                  <a:lnTo>
                    <a:pt x="343578" y="36483"/>
                  </a:lnTo>
                  <a:lnTo>
                    <a:pt x="383098" y="37563"/>
                  </a:lnTo>
                  <a:lnTo>
                    <a:pt x="404090" y="38204"/>
                  </a:lnTo>
                  <a:lnTo>
                    <a:pt x="439608" y="39373"/>
                  </a:lnTo>
                  <a:lnTo>
                    <a:pt x="477314" y="40703"/>
                  </a:lnTo>
                  <a:lnTo>
                    <a:pt x="517488" y="42194"/>
                  </a:lnTo>
                  <a:lnTo>
                    <a:pt x="560108" y="43833"/>
                  </a:lnTo>
                  <a:lnTo>
                    <a:pt x="604856" y="45595"/>
                  </a:lnTo>
                  <a:lnTo>
                    <a:pt x="651153" y="47446"/>
                  </a:lnTo>
                  <a:lnTo>
                    <a:pt x="698223" y="49341"/>
                  </a:lnTo>
                  <a:lnTo>
                    <a:pt x="745189" y="51230"/>
                  </a:lnTo>
                  <a:lnTo>
                    <a:pt x="791189" y="53064"/>
                  </a:lnTo>
                  <a:lnTo>
                    <a:pt x="835484" y="54801"/>
                  </a:lnTo>
                  <a:lnTo>
                    <a:pt x="877551" y="56407"/>
                  </a:lnTo>
                  <a:lnTo>
                    <a:pt x="917142" y="57861"/>
                  </a:lnTo>
                  <a:lnTo>
                    <a:pt x="954301" y="59153"/>
                  </a:lnTo>
                  <a:lnTo>
                    <a:pt x="981363" y="60035"/>
                  </a:lnTo>
                  <a:lnTo>
                    <a:pt x="1021686" y="61227"/>
                  </a:lnTo>
                  <a:lnTo>
                    <a:pt x="1060831" y="62207"/>
                  </a:lnTo>
                  <a:lnTo>
                    <a:pt x="1100562" y="63007"/>
                  </a:lnTo>
                  <a:lnTo>
                    <a:pt x="1142619" y="63665"/>
                  </a:lnTo>
                  <a:lnTo>
                    <a:pt x="1188061" y="64208"/>
                  </a:lnTo>
                  <a:lnTo>
                    <a:pt x="1236479" y="64652"/>
                  </a:lnTo>
                  <a:lnTo>
                    <a:pt x="1285130" y="65000"/>
                  </a:lnTo>
                  <a:lnTo>
                    <a:pt x="1328776" y="65250"/>
                  </a:lnTo>
                  <a:lnTo>
                    <a:pt x="1361379" y="65403"/>
                  </a:lnTo>
                  <a:lnTo>
                    <a:pt x="1379535" y="65474"/>
                  </a:lnTo>
                  <a:lnTo>
                    <a:pt x="1385197" y="65492"/>
                  </a:lnTo>
                  <a:lnTo>
                    <a:pt x="1385454" y="65493"/>
                  </a:lnTo>
                  <a:lnTo>
                    <a:pt x="1385454" y="32746"/>
                  </a:lnTo>
                  <a:lnTo>
                    <a:pt x="1383659" y="32741"/>
                  </a:lnTo>
                  <a:lnTo>
                    <a:pt x="1372544" y="32701"/>
                  </a:lnTo>
                  <a:lnTo>
                    <a:pt x="1347256" y="32593"/>
                  </a:lnTo>
                  <a:lnTo>
                    <a:pt x="1308617" y="32394"/>
                  </a:lnTo>
                  <a:lnTo>
                    <a:pt x="1261770" y="32096"/>
                  </a:lnTo>
                  <a:lnTo>
                    <a:pt x="1212719" y="31701"/>
                  </a:lnTo>
                  <a:lnTo>
                    <a:pt x="1165565" y="31210"/>
                  </a:lnTo>
                  <a:lnTo>
                    <a:pt x="1121826" y="30615"/>
                  </a:lnTo>
                  <a:lnTo>
                    <a:pt x="1081089" y="29892"/>
                  </a:lnTo>
                  <a:lnTo>
                    <a:pt x="1041876" y="29009"/>
                  </a:lnTo>
                  <a:lnTo>
                    <a:pt x="1002355" y="27930"/>
                  </a:lnTo>
                  <a:lnTo>
                    <a:pt x="981363" y="27288"/>
                  </a:lnTo>
                  <a:lnTo>
                    <a:pt x="945846" y="26120"/>
                  </a:lnTo>
                  <a:lnTo>
                    <a:pt x="908140" y="24789"/>
                  </a:lnTo>
                  <a:lnTo>
                    <a:pt x="867965" y="23299"/>
                  </a:lnTo>
                  <a:lnTo>
                    <a:pt x="825345" y="21660"/>
                  </a:lnTo>
                  <a:lnTo>
                    <a:pt x="780597" y="19897"/>
                  </a:lnTo>
                  <a:lnTo>
                    <a:pt x="734301" y="18046"/>
                  </a:lnTo>
                  <a:lnTo>
                    <a:pt x="687231" y="16151"/>
                  </a:lnTo>
                  <a:lnTo>
                    <a:pt x="640264" y="14263"/>
                  </a:lnTo>
                  <a:lnTo>
                    <a:pt x="594265" y="12428"/>
                  </a:lnTo>
                  <a:lnTo>
                    <a:pt x="549970" y="10692"/>
                  </a:lnTo>
                  <a:lnTo>
                    <a:pt x="507902" y="9086"/>
                  </a:lnTo>
                  <a:lnTo>
                    <a:pt x="468312" y="7632"/>
                  </a:lnTo>
                  <a:lnTo>
                    <a:pt x="431152" y="6339"/>
                  </a:lnTo>
                  <a:lnTo>
                    <a:pt x="404090" y="5457"/>
                  </a:lnTo>
                  <a:lnTo>
                    <a:pt x="363767" y="4265"/>
                  </a:lnTo>
                  <a:lnTo>
                    <a:pt x="324623" y="3286"/>
                  </a:lnTo>
                  <a:lnTo>
                    <a:pt x="284891" y="2485"/>
                  </a:lnTo>
                  <a:lnTo>
                    <a:pt x="242835" y="1828"/>
                  </a:lnTo>
                  <a:lnTo>
                    <a:pt x="197392" y="1285"/>
                  </a:lnTo>
                  <a:lnTo>
                    <a:pt x="148975" y="841"/>
                  </a:lnTo>
                  <a:lnTo>
                    <a:pt x="100324" y="492"/>
                  </a:lnTo>
                  <a:lnTo>
                    <a:pt x="56677" y="243"/>
                  </a:lnTo>
                  <a:lnTo>
                    <a:pt x="24074" y="90"/>
                  </a:lnTo>
                  <a:lnTo>
                    <a:pt x="5918" y="19"/>
                  </a:lnTo>
                  <a:lnTo>
                    <a:pt x="2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2050472" y="6274681"/>
              <a:ext cx="1385454" cy="229227"/>
            </a:xfrm>
            <a:custGeom>
              <a:avLst/>
              <a:pathLst>
                <a:path w="1385454" h="229227">
                  <a:moveTo>
                    <a:pt x="0" y="32746"/>
                  </a:moveTo>
                  <a:lnTo>
                    <a:pt x="1786" y="32779"/>
                  </a:lnTo>
                  <a:lnTo>
                    <a:pt x="12853" y="33016"/>
                  </a:lnTo>
                  <a:lnTo>
                    <a:pt x="38043" y="33659"/>
                  </a:lnTo>
                  <a:lnTo>
                    <a:pt x="76559" y="34848"/>
                  </a:lnTo>
                  <a:lnTo>
                    <a:pt x="123296" y="36630"/>
                  </a:lnTo>
                  <a:lnTo>
                    <a:pt x="172271" y="38990"/>
                  </a:lnTo>
                  <a:lnTo>
                    <a:pt x="219382" y="41925"/>
                  </a:lnTo>
                  <a:lnTo>
                    <a:pt x="263092" y="45486"/>
                  </a:lnTo>
                  <a:lnTo>
                    <a:pt x="303797" y="49804"/>
                  </a:lnTo>
                  <a:lnTo>
                    <a:pt x="342957" y="55074"/>
                  </a:lnTo>
                  <a:lnTo>
                    <a:pt x="382395" y="61520"/>
                  </a:lnTo>
                  <a:lnTo>
                    <a:pt x="404090" y="65493"/>
                  </a:lnTo>
                  <a:lnTo>
                    <a:pt x="439165" y="72415"/>
                  </a:lnTo>
                  <a:lnTo>
                    <a:pt x="476371" y="80282"/>
                  </a:lnTo>
                  <a:lnTo>
                    <a:pt x="515984" y="89089"/>
                  </a:lnTo>
                  <a:lnTo>
                    <a:pt x="557989" y="98769"/>
                  </a:lnTo>
                  <a:lnTo>
                    <a:pt x="602093" y="109183"/>
                  </a:lnTo>
                  <a:lnTo>
                    <a:pt x="647750" y="120128"/>
                  </a:lnTo>
                  <a:lnTo>
                    <a:pt x="694221" y="131348"/>
                  </a:lnTo>
                  <a:lnTo>
                    <a:pt x="740665" y="142558"/>
                  </a:lnTo>
                  <a:lnTo>
                    <a:pt x="786242" y="153476"/>
                  </a:lnTo>
                  <a:lnTo>
                    <a:pt x="830226" y="163849"/>
                  </a:lnTo>
                  <a:lnTo>
                    <a:pt x="872084" y="173476"/>
                  </a:lnTo>
                  <a:lnTo>
                    <a:pt x="911539" y="182224"/>
                  </a:lnTo>
                  <a:lnTo>
                    <a:pt x="948597" y="190030"/>
                  </a:lnTo>
                  <a:lnTo>
                    <a:pt x="981363" y="196480"/>
                  </a:lnTo>
                  <a:lnTo>
                    <a:pt x="1021624" y="203622"/>
                  </a:lnTo>
                  <a:lnTo>
                    <a:pt x="1060706" y="209493"/>
                  </a:lnTo>
                  <a:lnTo>
                    <a:pt x="1100368" y="214291"/>
                  </a:lnTo>
                  <a:lnTo>
                    <a:pt x="1142341" y="218234"/>
                  </a:lnTo>
                  <a:lnTo>
                    <a:pt x="1187686" y="221491"/>
                  </a:lnTo>
                  <a:lnTo>
                    <a:pt x="1236009" y="224156"/>
                  </a:lnTo>
                  <a:lnTo>
                    <a:pt x="1284604" y="226249"/>
                  </a:lnTo>
                  <a:lnTo>
                    <a:pt x="1328279" y="227753"/>
                  </a:lnTo>
                  <a:lnTo>
                    <a:pt x="1361012" y="228676"/>
                  </a:lnTo>
                  <a:lnTo>
                    <a:pt x="1379357" y="229106"/>
                  </a:lnTo>
                  <a:lnTo>
                    <a:pt x="1385171" y="229222"/>
                  </a:lnTo>
                  <a:lnTo>
                    <a:pt x="1385454" y="229227"/>
                  </a:lnTo>
                  <a:lnTo>
                    <a:pt x="1385454" y="196480"/>
                  </a:lnTo>
                  <a:lnTo>
                    <a:pt x="1383667" y="196447"/>
                  </a:lnTo>
                  <a:lnTo>
                    <a:pt x="1372600" y="196210"/>
                  </a:lnTo>
                  <a:lnTo>
                    <a:pt x="1347411" y="195567"/>
                  </a:lnTo>
                  <a:lnTo>
                    <a:pt x="1308895" y="194378"/>
                  </a:lnTo>
                  <a:lnTo>
                    <a:pt x="1262158" y="192596"/>
                  </a:lnTo>
                  <a:lnTo>
                    <a:pt x="1213182" y="190236"/>
                  </a:lnTo>
                  <a:lnTo>
                    <a:pt x="1166071" y="187301"/>
                  </a:lnTo>
                  <a:lnTo>
                    <a:pt x="1122362" y="183740"/>
                  </a:lnTo>
                  <a:lnTo>
                    <a:pt x="1081656" y="179422"/>
                  </a:lnTo>
                  <a:lnTo>
                    <a:pt x="1042497" y="174152"/>
                  </a:lnTo>
                  <a:lnTo>
                    <a:pt x="1003059" y="167706"/>
                  </a:lnTo>
                  <a:lnTo>
                    <a:pt x="981363" y="163733"/>
                  </a:lnTo>
                  <a:lnTo>
                    <a:pt x="946288" y="156811"/>
                  </a:lnTo>
                  <a:lnTo>
                    <a:pt x="909082" y="148944"/>
                  </a:lnTo>
                  <a:lnTo>
                    <a:pt x="869470" y="140137"/>
                  </a:lnTo>
                  <a:lnTo>
                    <a:pt x="827464" y="130458"/>
                  </a:lnTo>
                  <a:lnTo>
                    <a:pt x="783360" y="120043"/>
                  </a:lnTo>
                  <a:lnTo>
                    <a:pt x="737703" y="109098"/>
                  </a:lnTo>
                  <a:lnTo>
                    <a:pt x="691232" y="97879"/>
                  </a:lnTo>
                  <a:lnTo>
                    <a:pt x="644789" y="86668"/>
                  </a:lnTo>
                  <a:lnTo>
                    <a:pt x="599211" y="75750"/>
                  </a:lnTo>
                  <a:lnTo>
                    <a:pt x="555228" y="65377"/>
                  </a:lnTo>
                  <a:lnTo>
                    <a:pt x="513370" y="55750"/>
                  </a:lnTo>
                  <a:lnTo>
                    <a:pt x="473914" y="47002"/>
                  </a:lnTo>
                  <a:lnTo>
                    <a:pt x="436856" y="39196"/>
                  </a:lnTo>
                  <a:lnTo>
                    <a:pt x="404090" y="32746"/>
                  </a:lnTo>
                  <a:lnTo>
                    <a:pt x="363830" y="25604"/>
                  </a:lnTo>
                  <a:lnTo>
                    <a:pt x="324747" y="19733"/>
                  </a:lnTo>
                  <a:lnTo>
                    <a:pt x="285085" y="14936"/>
                  </a:lnTo>
                  <a:lnTo>
                    <a:pt x="243112" y="10992"/>
                  </a:lnTo>
                  <a:lnTo>
                    <a:pt x="197767" y="7735"/>
                  </a:lnTo>
                  <a:lnTo>
                    <a:pt x="149444" y="5071"/>
                  </a:lnTo>
                  <a:lnTo>
                    <a:pt x="100849" y="2977"/>
                  </a:lnTo>
                  <a:lnTo>
                    <a:pt x="57174" y="1473"/>
                  </a:lnTo>
                  <a:lnTo>
                    <a:pt x="24441" y="551"/>
                  </a:lnTo>
                  <a:lnTo>
                    <a:pt x="6096" y="120"/>
                  </a:lnTo>
                  <a:lnTo>
                    <a:pt x="283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2050472" y="6536655"/>
              <a:ext cx="1385454" cy="229227"/>
            </a:xfrm>
            <a:custGeom>
              <a:avLst/>
              <a:pathLst>
                <a:path w="1385454" h="229227">
                  <a:moveTo>
                    <a:pt x="0" y="32746"/>
                  </a:moveTo>
                  <a:lnTo>
                    <a:pt x="1786" y="32779"/>
                  </a:lnTo>
                  <a:lnTo>
                    <a:pt x="12853" y="33016"/>
                  </a:lnTo>
                  <a:lnTo>
                    <a:pt x="38043" y="33659"/>
                  </a:lnTo>
                  <a:lnTo>
                    <a:pt x="76559" y="34848"/>
                  </a:lnTo>
                  <a:lnTo>
                    <a:pt x="123296" y="36630"/>
                  </a:lnTo>
                  <a:lnTo>
                    <a:pt x="172271" y="38990"/>
                  </a:lnTo>
                  <a:lnTo>
                    <a:pt x="219382" y="41925"/>
                  </a:lnTo>
                  <a:lnTo>
                    <a:pt x="263092" y="45486"/>
                  </a:lnTo>
                  <a:lnTo>
                    <a:pt x="303797" y="49804"/>
                  </a:lnTo>
                  <a:lnTo>
                    <a:pt x="342957" y="55074"/>
                  </a:lnTo>
                  <a:lnTo>
                    <a:pt x="382395" y="61520"/>
                  </a:lnTo>
                  <a:lnTo>
                    <a:pt x="404090" y="65493"/>
                  </a:lnTo>
                  <a:lnTo>
                    <a:pt x="439165" y="72415"/>
                  </a:lnTo>
                  <a:lnTo>
                    <a:pt x="476371" y="80282"/>
                  </a:lnTo>
                  <a:lnTo>
                    <a:pt x="515984" y="89089"/>
                  </a:lnTo>
                  <a:lnTo>
                    <a:pt x="557989" y="98769"/>
                  </a:lnTo>
                  <a:lnTo>
                    <a:pt x="602093" y="109183"/>
                  </a:lnTo>
                  <a:lnTo>
                    <a:pt x="647750" y="120128"/>
                  </a:lnTo>
                  <a:lnTo>
                    <a:pt x="694221" y="131348"/>
                  </a:lnTo>
                  <a:lnTo>
                    <a:pt x="740665" y="142558"/>
                  </a:lnTo>
                  <a:lnTo>
                    <a:pt x="786242" y="153476"/>
                  </a:lnTo>
                  <a:lnTo>
                    <a:pt x="830226" y="163849"/>
                  </a:lnTo>
                  <a:lnTo>
                    <a:pt x="872084" y="173476"/>
                  </a:lnTo>
                  <a:lnTo>
                    <a:pt x="911539" y="182224"/>
                  </a:lnTo>
                  <a:lnTo>
                    <a:pt x="948597" y="190030"/>
                  </a:lnTo>
                  <a:lnTo>
                    <a:pt x="981363" y="196480"/>
                  </a:lnTo>
                  <a:lnTo>
                    <a:pt x="1021624" y="203622"/>
                  </a:lnTo>
                  <a:lnTo>
                    <a:pt x="1060706" y="209493"/>
                  </a:lnTo>
                  <a:lnTo>
                    <a:pt x="1100368" y="214291"/>
                  </a:lnTo>
                  <a:lnTo>
                    <a:pt x="1142341" y="218234"/>
                  </a:lnTo>
                  <a:lnTo>
                    <a:pt x="1187686" y="221491"/>
                  </a:lnTo>
                  <a:lnTo>
                    <a:pt x="1236009" y="224156"/>
                  </a:lnTo>
                  <a:lnTo>
                    <a:pt x="1284604" y="226249"/>
                  </a:lnTo>
                  <a:lnTo>
                    <a:pt x="1328279" y="227753"/>
                  </a:lnTo>
                  <a:lnTo>
                    <a:pt x="1361012" y="228676"/>
                  </a:lnTo>
                  <a:lnTo>
                    <a:pt x="1379357" y="229106"/>
                  </a:lnTo>
                  <a:lnTo>
                    <a:pt x="1385171" y="229222"/>
                  </a:lnTo>
                  <a:lnTo>
                    <a:pt x="1385454" y="229227"/>
                  </a:lnTo>
                  <a:lnTo>
                    <a:pt x="1385454" y="196480"/>
                  </a:lnTo>
                  <a:lnTo>
                    <a:pt x="1383667" y="196447"/>
                  </a:lnTo>
                  <a:lnTo>
                    <a:pt x="1372600" y="196210"/>
                  </a:lnTo>
                  <a:lnTo>
                    <a:pt x="1347411" y="195567"/>
                  </a:lnTo>
                  <a:lnTo>
                    <a:pt x="1308895" y="194378"/>
                  </a:lnTo>
                  <a:lnTo>
                    <a:pt x="1262158" y="192596"/>
                  </a:lnTo>
                  <a:lnTo>
                    <a:pt x="1213182" y="190236"/>
                  </a:lnTo>
                  <a:lnTo>
                    <a:pt x="1166071" y="187301"/>
                  </a:lnTo>
                  <a:lnTo>
                    <a:pt x="1122362" y="183740"/>
                  </a:lnTo>
                  <a:lnTo>
                    <a:pt x="1081656" y="179422"/>
                  </a:lnTo>
                  <a:lnTo>
                    <a:pt x="1042497" y="174152"/>
                  </a:lnTo>
                  <a:lnTo>
                    <a:pt x="1003059" y="167706"/>
                  </a:lnTo>
                  <a:lnTo>
                    <a:pt x="981363" y="163733"/>
                  </a:lnTo>
                  <a:lnTo>
                    <a:pt x="946288" y="156811"/>
                  </a:lnTo>
                  <a:lnTo>
                    <a:pt x="909082" y="148944"/>
                  </a:lnTo>
                  <a:lnTo>
                    <a:pt x="869470" y="140137"/>
                  </a:lnTo>
                  <a:lnTo>
                    <a:pt x="827464" y="130458"/>
                  </a:lnTo>
                  <a:lnTo>
                    <a:pt x="783360" y="120043"/>
                  </a:lnTo>
                  <a:lnTo>
                    <a:pt x="737703" y="109098"/>
                  </a:lnTo>
                  <a:lnTo>
                    <a:pt x="691232" y="97879"/>
                  </a:lnTo>
                  <a:lnTo>
                    <a:pt x="644789" y="86668"/>
                  </a:lnTo>
                  <a:lnTo>
                    <a:pt x="599211" y="75750"/>
                  </a:lnTo>
                  <a:lnTo>
                    <a:pt x="555228" y="65377"/>
                  </a:lnTo>
                  <a:lnTo>
                    <a:pt x="513370" y="55750"/>
                  </a:lnTo>
                  <a:lnTo>
                    <a:pt x="473914" y="47002"/>
                  </a:lnTo>
                  <a:lnTo>
                    <a:pt x="436856" y="39196"/>
                  </a:lnTo>
                  <a:lnTo>
                    <a:pt x="404090" y="32746"/>
                  </a:lnTo>
                  <a:lnTo>
                    <a:pt x="363830" y="25604"/>
                  </a:lnTo>
                  <a:lnTo>
                    <a:pt x="324747" y="19733"/>
                  </a:lnTo>
                  <a:lnTo>
                    <a:pt x="285085" y="14936"/>
                  </a:lnTo>
                  <a:lnTo>
                    <a:pt x="243112" y="10992"/>
                  </a:lnTo>
                  <a:lnTo>
                    <a:pt x="197767" y="7735"/>
                  </a:lnTo>
                  <a:lnTo>
                    <a:pt x="149444" y="5071"/>
                  </a:lnTo>
                  <a:lnTo>
                    <a:pt x="100849" y="2977"/>
                  </a:lnTo>
                  <a:lnTo>
                    <a:pt x="57174" y="1473"/>
                  </a:lnTo>
                  <a:lnTo>
                    <a:pt x="24441" y="551"/>
                  </a:lnTo>
                  <a:lnTo>
                    <a:pt x="6096" y="120"/>
                  </a:lnTo>
                  <a:lnTo>
                    <a:pt x="283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2050472" y="5783480"/>
              <a:ext cx="1385454" cy="65493"/>
            </a:xfrm>
            <a:custGeom>
              <a:avLst/>
              <a:pathLst>
                <a:path w="1385454" h="65493">
                  <a:moveTo>
                    <a:pt x="0" y="32746"/>
                  </a:moveTo>
                  <a:lnTo>
                    <a:pt x="1795" y="32752"/>
                  </a:lnTo>
                  <a:lnTo>
                    <a:pt x="12910" y="32791"/>
                  </a:lnTo>
                  <a:lnTo>
                    <a:pt x="38198" y="32899"/>
                  </a:lnTo>
                  <a:lnTo>
                    <a:pt x="76837" y="33098"/>
                  </a:lnTo>
                  <a:lnTo>
                    <a:pt x="123684" y="33396"/>
                  </a:lnTo>
                  <a:lnTo>
                    <a:pt x="172734" y="33791"/>
                  </a:lnTo>
                  <a:lnTo>
                    <a:pt x="219889" y="34282"/>
                  </a:lnTo>
                  <a:lnTo>
                    <a:pt x="263627" y="34878"/>
                  </a:lnTo>
                  <a:lnTo>
                    <a:pt x="304365" y="35601"/>
                  </a:lnTo>
                  <a:lnTo>
                    <a:pt x="343578" y="36483"/>
                  </a:lnTo>
                  <a:lnTo>
                    <a:pt x="383098" y="37563"/>
                  </a:lnTo>
                  <a:lnTo>
                    <a:pt x="404090" y="38204"/>
                  </a:lnTo>
                  <a:lnTo>
                    <a:pt x="439608" y="39373"/>
                  </a:lnTo>
                  <a:lnTo>
                    <a:pt x="477314" y="40703"/>
                  </a:lnTo>
                  <a:lnTo>
                    <a:pt x="517488" y="42194"/>
                  </a:lnTo>
                  <a:lnTo>
                    <a:pt x="560108" y="43833"/>
                  </a:lnTo>
                  <a:lnTo>
                    <a:pt x="604856" y="45595"/>
                  </a:lnTo>
                  <a:lnTo>
                    <a:pt x="651153" y="47446"/>
                  </a:lnTo>
                  <a:lnTo>
                    <a:pt x="698223" y="49341"/>
                  </a:lnTo>
                  <a:lnTo>
                    <a:pt x="745189" y="51230"/>
                  </a:lnTo>
                  <a:lnTo>
                    <a:pt x="791189" y="53064"/>
                  </a:lnTo>
                  <a:lnTo>
                    <a:pt x="835484" y="54801"/>
                  </a:lnTo>
                  <a:lnTo>
                    <a:pt x="877551" y="56407"/>
                  </a:lnTo>
                  <a:lnTo>
                    <a:pt x="917142" y="57861"/>
                  </a:lnTo>
                  <a:lnTo>
                    <a:pt x="954301" y="59153"/>
                  </a:lnTo>
                  <a:lnTo>
                    <a:pt x="981363" y="60035"/>
                  </a:lnTo>
                  <a:lnTo>
                    <a:pt x="1021686" y="61227"/>
                  </a:lnTo>
                  <a:lnTo>
                    <a:pt x="1060831" y="62207"/>
                  </a:lnTo>
                  <a:lnTo>
                    <a:pt x="1100562" y="63007"/>
                  </a:lnTo>
                  <a:lnTo>
                    <a:pt x="1142619" y="63665"/>
                  </a:lnTo>
                  <a:lnTo>
                    <a:pt x="1188061" y="64208"/>
                  </a:lnTo>
                  <a:lnTo>
                    <a:pt x="1236479" y="64652"/>
                  </a:lnTo>
                  <a:lnTo>
                    <a:pt x="1285130" y="65000"/>
                  </a:lnTo>
                  <a:lnTo>
                    <a:pt x="1328776" y="65250"/>
                  </a:lnTo>
                  <a:lnTo>
                    <a:pt x="1361379" y="65403"/>
                  </a:lnTo>
                  <a:lnTo>
                    <a:pt x="1379535" y="65474"/>
                  </a:lnTo>
                  <a:lnTo>
                    <a:pt x="1385197" y="65492"/>
                  </a:lnTo>
                  <a:lnTo>
                    <a:pt x="1385454" y="65493"/>
                  </a:lnTo>
                  <a:lnTo>
                    <a:pt x="1385454" y="32746"/>
                  </a:lnTo>
                  <a:lnTo>
                    <a:pt x="1383659" y="32741"/>
                  </a:lnTo>
                  <a:lnTo>
                    <a:pt x="1372544" y="32701"/>
                  </a:lnTo>
                  <a:lnTo>
                    <a:pt x="1347256" y="32593"/>
                  </a:lnTo>
                  <a:lnTo>
                    <a:pt x="1308617" y="32394"/>
                  </a:lnTo>
                  <a:lnTo>
                    <a:pt x="1261770" y="32096"/>
                  </a:lnTo>
                  <a:lnTo>
                    <a:pt x="1212719" y="31701"/>
                  </a:lnTo>
                  <a:lnTo>
                    <a:pt x="1165565" y="31210"/>
                  </a:lnTo>
                  <a:lnTo>
                    <a:pt x="1121826" y="30615"/>
                  </a:lnTo>
                  <a:lnTo>
                    <a:pt x="1081089" y="29892"/>
                  </a:lnTo>
                  <a:lnTo>
                    <a:pt x="1041876" y="29009"/>
                  </a:lnTo>
                  <a:lnTo>
                    <a:pt x="1002355" y="27930"/>
                  </a:lnTo>
                  <a:lnTo>
                    <a:pt x="981363" y="27288"/>
                  </a:lnTo>
                  <a:lnTo>
                    <a:pt x="945846" y="26120"/>
                  </a:lnTo>
                  <a:lnTo>
                    <a:pt x="908140" y="24789"/>
                  </a:lnTo>
                  <a:lnTo>
                    <a:pt x="867965" y="23299"/>
                  </a:lnTo>
                  <a:lnTo>
                    <a:pt x="825345" y="21660"/>
                  </a:lnTo>
                  <a:lnTo>
                    <a:pt x="780597" y="19897"/>
                  </a:lnTo>
                  <a:lnTo>
                    <a:pt x="734301" y="18046"/>
                  </a:lnTo>
                  <a:lnTo>
                    <a:pt x="687231" y="16151"/>
                  </a:lnTo>
                  <a:lnTo>
                    <a:pt x="640264" y="14263"/>
                  </a:lnTo>
                  <a:lnTo>
                    <a:pt x="594265" y="12428"/>
                  </a:lnTo>
                  <a:lnTo>
                    <a:pt x="549970" y="10692"/>
                  </a:lnTo>
                  <a:lnTo>
                    <a:pt x="507902" y="9086"/>
                  </a:lnTo>
                  <a:lnTo>
                    <a:pt x="468312" y="7632"/>
                  </a:lnTo>
                  <a:lnTo>
                    <a:pt x="431152" y="6339"/>
                  </a:lnTo>
                  <a:lnTo>
                    <a:pt x="404090" y="5457"/>
                  </a:lnTo>
                  <a:lnTo>
                    <a:pt x="363767" y="4265"/>
                  </a:lnTo>
                  <a:lnTo>
                    <a:pt x="324623" y="3286"/>
                  </a:lnTo>
                  <a:lnTo>
                    <a:pt x="284891" y="2485"/>
                  </a:lnTo>
                  <a:lnTo>
                    <a:pt x="242835" y="1828"/>
                  </a:lnTo>
                  <a:lnTo>
                    <a:pt x="197392" y="1285"/>
                  </a:lnTo>
                  <a:lnTo>
                    <a:pt x="148975" y="841"/>
                  </a:lnTo>
                  <a:lnTo>
                    <a:pt x="100324" y="492"/>
                  </a:lnTo>
                  <a:lnTo>
                    <a:pt x="56677" y="243"/>
                  </a:lnTo>
                  <a:lnTo>
                    <a:pt x="24074" y="90"/>
                  </a:lnTo>
                  <a:lnTo>
                    <a:pt x="5918" y="19"/>
                  </a:lnTo>
                  <a:lnTo>
                    <a:pt x="2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2050472" y="4375370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2050472" y="4408117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2050472" y="4440864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2050472" y="4473611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2050472" y="4506357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2050472" y="5816227"/>
              <a:ext cx="1385454" cy="65493"/>
            </a:xfrm>
            <a:custGeom>
              <a:avLst/>
              <a:pathLst>
                <a:path w="1385454" h="65493">
                  <a:moveTo>
                    <a:pt x="0" y="32746"/>
                  </a:moveTo>
                  <a:lnTo>
                    <a:pt x="1795" y="32752"/>
                  </a:lnTo>
                  <a:lnTo>
                    <a:pt x="12910" y="32791"/>
                  </a:lnTo>
                  <a:lnTo>
                    <a:pt x="38198" y="32899"/>
                  </a:lnTo>
                  <a:lnTo>
                    <a:pt x="76837" y="33098"/>
                  </a:lnTo>
                  <a:lnTo>
                    <a:pt x="123684" y="33396"/>
                  </a:lnTo>
                  <a:lnTo>
                    <a:pt x="172734" y="33791"/>
                  </a:lnTo>
                  <a:lnTo>
                    <a:pt x="219889" y="34282"/>
                  </a:lnTo>
                  <a:lnTo>
                    <a:pt x="263627" y="34878"/>
                  </a:lnTo>
                  <a:lnTo>
                    <a:pt x="304365" y="35601"/>
                  </a:lnTo>
                  <a:lnTo>
                    <a:pt x="343578" y="36483"/>
                  </a:lnTo>
                  <a:lnTo>
                    <a:pt x="383098" y="37563"/>
                  </a:lnTo>
                  <a:lnTo>
                    <a:pt x="404090" y="38204"/>
                  </a:lnTo>
                  <a:lnTo>
                    <a:pt x="439608" y="39373"/>
                  </a:lnTo>
                  <a:lnTo>
                    <a:pt x="477314" y="40703"/>
                  </a:lnTo>
                  <a:lnTo>
                    <a:pt x="517488" y="42194"/>
                  </a:lnTo>
                  <a:lnTo>
                    <a:pt x="560108" y="43833"/>
                  </a:lnTo>
                  <a:lnTo>
                    <a:pt x="604856" y="45595"/>
                  </a:lnTo>
                  <a:lnTo>
                    <a:pt x="651153" y="47446"/>
                  </a:lnTo>
                  <a:lnTo>
                    <a:pt x="698223" y="49341"/>
                  </a:lnTo>
                  <a:lnTo>
                    <a:pt x="745189" y="51230"/>
                  </a:lnTo>
                  <a:lnTo>
                    <a:pt x="791189" y="53064"/>
                  </a:lnTo>
                  <a:lnTo>
                    <a:pt x="835484" y="54801"/>
                  </a:lnTo>
                  <a:lnTo>
                    <a:pt x="877551" y="56407"/>
                  </a:lnTo>
                  <a:lnTo>
                    <a:pt x="917142" y="57861"/>
                  </a:lnTo>
                  <a:lnTo>
                    <a:pt x="954301" y="59153"/>
                  </a:lnTo>
                  <a:lnTo>
                    <a:pt x="981363" y="60035"/>
                  </a:lnTo>
                  <a:lnTo>
                    <a:pt x="1021686" y="61227"/>
                  </a:lnTo>
                  <a:lnTo>
                    <a:pt x="1060831" y="62207"/>
                  </a:lnTo>
                  <a:lnTo>
                    <a:pt x="1100562" y="63007"/>
                  </a:lnTo>
                  <a:lnTo>
                    <a:pt x="1142619" y="63665"/>
                  </a:lnTo>
                  <a:lnTo>
                    <a:pt x="1188061" y="64208"/>
                  </a:lnTo>
                  <a:lnTo>
                    <a:pt x="1236479" y="64652"/>
                  </a:lnTo>
                  <a:lnTo>
                    <a:pt x="1285130" y="65000"/>
                  </a:lnTo>
                  <a:lnTo>
                    <a:pt x="1328776" y="65250"/>
                  </a:lnTo>
                  <a:lnTo>
                    <a:pt x="1361379" y="65403"/>
                  </a:lnTo>
                  <a:lnTo>
                    <a:pt x="1379535" y="65474"/>
                  </a:lnTo>
                  <a:lnTo>
                    <a:pt x="1385197" y="65492"/>
                  </a:lnTo>
                  <a:lnTo>
                    <a:pt x="1385454" y="65493"/>
                  </a:lnTo>
                  <a:lnTo>
                    <a:pt x="1385454" y="32746"/>
                  </a:lnTo>
                  <a:lnTo>
                    <a:pt x="1383659" y="32741"/>
                  </a:lnTo>
                  <a:lnTo>
                    <a:pt x="1372544" y="32701"/>
                  </a:lnTo>
                  <a:lnTo>
                    <a:pt x="1347256" y="32593"/>
                  </a:lnTo>
                  <a:lnTo>
                    <a:pt x="1308617" y="32394"/>
                  </a:lnTo>
                  <a:lnTo>
                    <a:pt x="1261770" y="32096"/>
                  </a:lnTo>
                  <a:lnTo>
                    <a:pt x="1212719" y="31701"/>
                  </a:lnTo>
                  <a:lnTo>
                    <a:pt x="1165565" y="31210"/>
                  </a:lnTo>
                  <a:lnTo>
                    <a:pt x="1121826" y="30615"/>
                  </a:lnTo>
                  <a:lnTo>
                    <a:pt x="1081089" y="29892"/>
                  </a:lnTo>
                  <a:lnTo>
                    <a:pt x="1041876" y="29009"/>
                  </a:lnTo>
                  <a:lnTo>
                    <a:pt x="1002355" y="27930"/>
                  </a:lnTo>
                  <a:lnTo>
                    <a:pt x="981363" y="27288"/>
                  </a:lnTo>
                  <a:lnTo>
                    <a:pt x="945846" y="26120"/>
                  </a:lnTo>
                  <a:lnTo>
                    <a:pt x="908140" y="24789"/>
                  </a:lnTo>
                  <a:lnTo>
                    <a:pt x="867965" y="23299"/>
                  </a:lnTo>
                  <a:lnTo>
                    <a:pt x="825345" y="21660"/>
                  </a:lnTo>
                  <a:lnTo>
                    <a:pt x="780597" y="19897"/>
                  </a:lnTo>
                  <a:lnTo>
                    <a:pt x="734301" y="18046"/>
                  </a:lnTo>
                  <a:lnTo>
                    <a:pt x="687231" y="16151"/>
                  </a:lnTo>
                  <a:lnTo>
                    <a:pt x="640264" y="14263"/>
                  </a:lnTo>
                  <a:lnTo>
                    <a:pt x="594265" y="12428"/>
                  </a:lnTo>
                  <a:lnTo>
                    <a:pt x="549970" y="10692"/>
                  </a:lnTo>
                  <a:lnTo>
                    <a:pt x="507902" y="9086"/>
                  </a:lnTo>
                  <a:lnTo>
                    <a:pt x="468312" y="7632"/>
                  </a:lnTo>
                  <a:lnTo>
                    <a:pt x="431152" y="6339"/>
                  </a:lnTo>
                  <a:lnTo>
                    <a:pt x="404090" y="5457"/>
                  </a:lnTo>
                  <a:lnTo>
                    <a:pt x="363767" y="4265"/>
                  </a:lnTo>
                  <a:lnTo>
                    <a:pt x="324623" y="3286"/>
                  </a:lnTo>
                  <a:lnTo>
                    <a:pt x="284891" y="2485"/>
                  </a:lnTo>
                  <a:lnTo>
                    <a:pt x="242835" y="1828"/>
                  </a:lnTo>
                  <a:lnTo>
                    <a:pt x="197392" y="1285"/>
                  </a:lnTo>
                  <a:lnTo>
                    <a:pt x="148975" y="841"/>
                  </a:lnTo>
                  <a:lnTo>
                    <a:pt x="100324" y="492"/>
                  </a:lnTo>
                  <a:lnTo>
                    <a:pt x="56677" y="243"/>
                  </a:lnTo>
                  <a:lnTo>
                    <a:pt x="24074" y="90"/>
                  </a:lnTo>
                  <a:lnTo>
                    <a:pt x="5918" y="19"/>
                  </a:lnTo>
                  <a:lnTo>
                    <a:pt x="2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2050472" y="4539104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2050472" y="4571851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2050472" y="4604598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2050472" y="6569401"/>
              <a:ext cx="1385454" cy="229227"/>
            </a:xfrm>
            <a:custGeom>
              <a:avLst/>
              <a:pathLst>
                <a:path w="1385454" h="229227">
                  <a:moveTo>
                    <a:pt x="0" y="32746"/>
                  </a:moveTo>
                  <a:lnTo>
                    <a:pt x="1786" y="32779"/>
                  </a:lnTo>
                  <a:lnTo>
                    <a:pt x="12853" y="33016"/>
                  </a:lnTo>
                  <a:lnTo>
                    <a:pt x="38043" y="33659"/>
                  </a:lnTo>
                  <a:lnTo>
                    <a:pt x="76559" y="34848"/>
                  </a:lnTo>
                  <a:lnTo>
                    <a:pt x="123296" y="36630"/>
                  </a:lnTo>
                  <a:lnTo>
                    <a:pt x="172271" y="38990"/>
                  </a:lnTo>
                  <a:lnTo>
                    <a:pt x="219382" y="41925"/>
                  </a:lnTo>
                  <a:lnTo>
                    <a:pt x="263092" y="45486"/>
                  </a:lnTo>
                  <a:lnTo>
                    <a:pt x="303797" y="49804"/>
                  </a:lnTo>
                  <a:lnTo>
                    <a:pt x="342957" y="55074"/>
                  </a:lnTo>
                  <a:lnTo>
                    <a:pt x="382395" y="61520"/>
                  </a:lnTo>
                  <a:lnTo>
                    <a:pt x="404090" y="65493"/>
                  </a:lnTo>
                  <a:lnTo>
                    <a:pt x="439165" y="72415"/>
                  </a:lnTo>
                  <a:lnTo>
                    <a:pt x="476371" y="80282"/>
                  </a:lnTo>
                  <a:lnTo>
                    <a:pt x="515984" y="89089"/>
                  </a:lnTo>
                  <a:lnTo>
                    <a:pt x="557989" y="98769"/>
                  </a:lnTo>
                  <a:lnTo>
                    <a:pt x="602093" y="109183"/>
                  </a:lnTo>
                  <a:lnTo>
                    <a:pt x="647750" y="120128"/>
                  </a:lnTo>
                  <a:lnTo>
                    <a:pt x="694221" y="131348"/>
                  </a:lnTo>
                  <a:lnTo>
                    <a:pt x="740665" y="142558"/>
                  </a:lnTo>
                  <a:lnTo>
                    <a:pt x="786242" y="153476"/>
                  </a:lnTo>
                  <a:lnTo>
                    <a:pt x="830226" y="163849"/>
                  </a:lnTo>
                  <a:lnTo>
                    <a:pt x="872084" y="173476"/>
                  </a:lnTo>
                  <a:lnTo>
                    <a:pt x="911539" y="182224"/>
                  </a:lnTo>
                  <a:lnTo>
                    <a:pt x="948597" y="190030"/>
                  </a:lnTo>
                  <a:lnTo>
                    <a:pt x="981363" y="196480"/>
                  </a:lnTo>
                  <a:lnTo>
                    <a:pt x="1021624" y="203622"/>
                  </a:lnTo>
                  <a:lnTo>
                    <a:pt x="1060706" y="209493"/>
                  </a:lnTo>
                  <a:lnTo>
                    <a:pt x="1100368" y="214291"/>
                  </a:lnTo>
                  <a:lnTo>
                    <a:pt x="1142341" y="218234"/>
                  </a:lnTo>
                  <a:lnTo>
                    <a:pt x="1187686" y="221491"/>
                  </a:lnTo>
                  <a:lnTo>
                    <a:pt x="1236009" y="224156"/>
                  </a:lnTo>
                  <a:lnTo>
                    <a:pt x="1284604" y="226249"/>
                  </a:lnTo>
                  <a:lnTo>
                    <a:pt x="1328279" y="227753"/>
                  </a:lnTo>
                  <a:lnTo>
                    <a:pt x="1361012" y="228676"/>
                  </a:lnTo>
                  <a:lnTo>
                    <a:pt x="1379357" y="229106"/>
                  </a:lnTo>
                  <a:lnTo>
                    <a:pt x="1385171" y="229222"/>
                  </a:lnTo>
                  <a:lnTo>
                    <a:pt x="1385454" y="229227"/>
                  </a:lnTo>
                  <a:lnTo>
                    <a:pt x="1385454" y="196480"/>
                  </a:lnTo>
                  <a:lnTo>
                    <a:pt x="1383667" y="196447"/>
                  </a:lnTo>
                  <a:lnTo>
                    <a:pt x="1372600" y="196210"/>
                  </a:lnTo>
                  <a:lnTo>
                    <a:pt x="1347411" y="195567"/>
                  </a:lnTo>
                  <a:lnTo>
                    <a:pt x="1308895" y="194378"/>
                  </a:lnTo>
                  <a:lnTo>
                    <a:pt x="1262158" y="192596"/>
                  </a:lnTo>
                  <a:lnTo>
                    <a:pt x="1213182" y="190236"/>
                  </a:lnTo>
                  <a:lnTo>
                    <a:pt x="1166071" y="187301"/>
                  </a:lnTo>
                  <a:lnTo>
                    <a:pt x="1122362" y="183740"/>
                  </a:lnTo>
                  <a:lnTo>
                    <a:pt x="1081656" y="179422"/>
                  </a:lnTo>
                  <a:lnTo>
                    <a:pt x="1042497" y="174152"/>
                  </a:lnTo>
                  <a:lnTo>
                    <a:pt x="1003059" y="167706"/>
                  </a:lnTo>
                  <a:lnTo>
                    <a:pt x="981363" y="163733"/>
                  </a:lnTo>
                  <a:lnTo>
                    <a:pt x="946288" y="156811"/>
                  </a:lnTo>
                  <a:lnTo>
                    <a:pt x="909082" y="148944"/>
                  </a:lnTo>
                  <a:lnTo>
                    <a:pt x="869470" y="140137"/>
                  </a:lnTo>
                  <a:lnTo>
                    <a:pt x="827464" y="130458"/>
                  </a:lnTo>
                  <a:lnTo>
                    <a:pt x="783360" y="120043"/>
                  </a:lnTo>
                  <a:lnTo>
                    <a:pt x="737703" y="109098"/>
                  </a:lnTo>
                  <a:lnTo>
                    <a:pt x="691232" y="97879"/>
                  </a:lnTo>
                  <a:lnTo>
                    <a:pt x="644789" y="86668"/>
                  </a:lnTo>
                  <a:lnTo>
                    <a:pt x="599211" y="75750"/>
                  </a:lnTo>
                  <a:lnTo>
                    <a:pt x="555228" y="65377"/>
                  </a:lnTo>
                  <a:lnTo>
                    <a:pt x="513370" y="55750"/>
                  </a:lnTo>
                  <a:lnTo>
                    <a:pt x="473914" y="47002"/>
                  </a:lnTo>
                  <a:lnTo>
                    <a:pt x="436856" y="39196"/>
                  </a:lnTo>
                  <a:lnTo>
                    <a:pt x="404090" y="32746"/>
                  </a:lnTo>
                  <a:lnTo>
                    <a:pt x="363830" y="25604"/>
                  </a:lnTo>
                  <a:lnTo>
                    <a:pt x="324747" y="19733"/>
                  </a:lnTo>
                  <a:lnTo>
                    <a:pt x="285085" y="14936"/>
                  </a:lnTo>
                  <a:lnTo>
                    <a:pt x="243112" y="10992"/>
                  </a:lnTo>
                  <a:lnTo>
                    <a:pt x="197767" y="7735"/>
                  </a:lnTo>
                  <a:lnTo>
                    <a:pt x="149444" y="5071"/>
                  </a:lnTo>
                  <a:lnTo>
                    <a:pt x="100849" y="2977"/>
                  </a:lnTo>
                  <a:lnTo>
                    <a:pt x="57174" y="1473"/>
                  </a:lnTo>
                  <a:lnTo>
                    <a:pt x="24441" y="551"/>
                  </a:lnTo>
                  <a:lnTo>
                    <a:pt x="6096" y="120"/>
                  </a:lnTo>
                  <a:lnTo>
                    <a:pt x="283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2050472" y="5848973"/>
              <a:ext cx="1385454" cy="65493"/>
            </a:xfrm>
            <a:custGeom>
              <a:avLst/>
              <a:pathLst>
                <a:path w="1385454" h="65493">
                  <a:moveTo>
                    <a:pt x="0" y="32746"/>
                  </a:moveTo>
                  <a:lnTo>
                    <a:pt x="1795" y="32752"/>
                  </a:lnTo>
                  <a:lnTo>
                    <a:pt x="12910" y="32791"/>
                  </a:lnTo>
                  <a:lnTo>
                    <a:pt x="38198" y="32899"/>
                  </a:lnTo>
                  <a:lnTo>
                    <a:pt x="76837" y="33098"/>
                  </a:lnTo>
                  <a:lnTo>
                    <a:pt x="123684" y="33396"/>
                  </a:lnTo>
                  <a:lnTo>
                    <a:pt x="172734" y="33791"/>
                  </a:lnTo>
                  <a:lnTo>
                    <a:pt x="219889" y="34282"/>
                  </a:lnTo>
                  <a:lnTo>
                    <a:pt x="263627" y="34878"/>
                  </a:lnTo>
                  <a:lnTo>
                    <a:pt x="304365" y="35601"/>
                  </a:lnTo>
                  <a:lnTo>
                    <a:pt x="343578" y="36483"/>
                  </a:lnTo>
                  <a:lnTo>
                    <a:pt x="383098" y="37563"/>
                  </a:lnTo>
                  <a:lnTo>
                    <a:pt x="404090" y="38204"/>
                  </a:lnTo>
                  <a:lnTo>
                    <a:pt x="439608" y="39373"/>
                  </a:lnTo>
                  <a:lnTo>
                    <a:pt x="477314" y="40703"/>
                  </a:lnTo>
                  <a:lnTo>
                    <a:pt x="517488" y="42194"/>
                  </a:lnTo>
                  <a:lnTo>
                    <a:pt x="560108" y="43833"/>
                  </a:lnTo>
                  <a:lnTo>
                    <a:pt x="604856" y="45595"/>
                  </a:lnTo>
                  <a:lnTo>
                    <a:pt x="651153" y="47446"/>
                  </a:lnTo>
                  <a:lnTo>
                    <a:pt x="698223" y="49341"/>
                  </a:lnTo>
                  <a:lnTo>
                    <a:pt x="745189" y="51230"/>
                  </a:lnTo>
                  <a:lnTo>
                    <a:pt x="791189" y="53064"/>
                  </a:lnTo>
                  <a:lnTo>
                    <a:pt x="835484" y="54801"/>
                  </a:lnTo>
                  <a:lnTo>
                    <a:pt x="877551" y="56407"/>
                  </a:lnTo>
                  <a:lnTo>
                    <a:pt x="917142" y="57861"/>
                  </a:lnTo>
                  <a:lnTo>
                    <a:pt x="954301" y="59153"/>
                  </a:lnTo>
                  <a:lnTo>
                    <a:pt x="981363" y="60035"/>
                  </a:lnTo>
                  <a:lnTo>
                    <a:pt x="1021686" y="61227"/>
                  </a:lnTo>
                  <a:lnTo>
                    <a:pt x="1060831" y="62207"/>
                  </a:lnTo>
                  <a:lnTo>
                    <a:pt x="1100562" y="63007"/>
                  </a:lnTo>
                  <a:lnTo>
                    <a:pt x="1142619" y="63665"/>
                  </a:lnTo>
                  <a:lnTo>
                    <a:pt x="1188061" y="64208"/>
                  </a:lnTo>
                  <a:lnTo>
                    <a:pt x="1236479" y="64652"/>
                  </a:lnTo>
                  <a:lnTo>
                    <a:pt x="1285130" y="65000"/>
                  </a:lnTo>
                  <a:lnTo>
                    <a:pt x="1328776" y="65250"/>
                  </a:lnTo>
                  <a:lnTo>
                    <a:pt x="1361379" y="65403"/>
                  </a:lnTo>
                  <a:lnTo>
                    <a:pt x="1379535" y="65474"/>
                  </a:lnTo>
                  <a:lnTo>
                    <a:pt x="1385197" y="65492"/>
                  </a:lnTo>
                  <a:lnTo>
                    <a:pt x="1385454" y="65493"/>
                  </a:lnTo>
                  <a:lnTo>
                    <a:pt x="1385454" y="32746"/>
                  </a:lnTo>
                  <a:lnTo>
                    <a:pt x="1383659" y="32741"/>
                  </a:lnTo>
                  <a:lnTo>
                    <a:pt x="1372544" y="32701"/>
                  </a:lnTo>
                  <a:lnTo>
                    <a:pt x="1347256" y="32593"/>
                  </a:lnTo>
                  <a:lnTo>
                    <a:pt x="1308617" y="32394"/>
                  </a:lnTo>
                  <a:lnTo>
                    <a:pt x="1261770" y="32096"/>
                  </a:lnTo>
                  <a:lnTo>
                    <a:pt x="1212719" y="31701"/>
                  </a:lnTo>
                  <a:lnTo>
                    <a:pt x="1165565" y="31210"/>
                  </a:lnTo>
                  <a:lnTo>
                    <a:pt x="1121826" y="30615"/>
                  </a:lnTo>
                  <a:lnTo>
                    <a:pt x="1081089" y="29892"/>
                  </a:lnTo>
                  <a:lnTo>
                    <a:pt x="1041876" y="29009"/>
                  </a:lnTo>
                  <a:lnTo>
                    <a:pt x="1002355" y="27930"/>
                  </a:lnTo>
                  <a:lnTo>
                    <a:pt x="981363" y="27288"/>
                  </a:lnTo>
                  <a:lnTo>
                    <a:pt x="945846" y="26120"/>
                  </a:lnTo>
                  <a:lnTo>
                    <a:pt x="908140" y="24789"/>
                  </a:lnTo>
                  <a:lnTo>
                    <a:pt x="867965" y="23299"/>
                  </a:lnTo>
                  <a:lnTo>
                    <a:pt x="825345" y="21660"/>
                  </a:lnTo>
                  <a:lnTo>
                    <a:pt x="780597" y="19897"/>
                  </a:lnTo>
                  <a:lnTo>
                    <a:pt x="734301" y="18046"/>
                  </a:lnTo>
                  <a:lnTo>
                    <a:pt x="687231" y="16151"/>
                  </a:lnTo>
                  <a:lnTo>
                    <a:pt x="640264" y="14263"/>
                  </a:lnTo>
                  <a:lnTo>
                    <a:pt x="594265" y="12428"/>
                  </a:lnTo>
                  <a:lnTo>
                    <a:pt x="549970" y="10692"/>
                  </a:lnTo>
                  <a:lnTo>
                    <a:pt x="507902" y="9086"/>
                  </a:lnTo>
                  <a:lnTo>
                    <a:pt x="468312" y="7632"/>
                  </a:lnTo>
                  <a:lnTo>
                    <a:pt x="431152" y="6339"/>
                  </a:lnTo>
                  <a:lnTo>
                    <a:pt x="404090" y="5457"/>
                  </a:lnTo>
                  <a:lnTo>
                    <a:pt x="363767" y="4265"/>
                  </a:lnTo>
                  <a:lnTo>
                    <a:pt x="324623" y="3286"/>
                  </a:lnTo>
                  <a:lnTo>
                    <a:pt x="284891" y="2485"/>
                  </a:lnTo>
                  <a:lnTo>
                    <a:pt x="242835" y="1828"/>
                  </a:lnTo>
                  <a:lnTo>
                    <a:pt x="197392" y="1285"/>
                  </a:lnTo>
                  <a:lnTo>
                    <a:pt x="148975" y="841"/>
                  </a:lnTo>
                  <a:lnTo>
                    <a:pt x="100324" y="492"/>
                  </a:lnTo>
                  <a:lnTo>
                    <a:pt x="56677" y="243"/>
                  </a:lnTo>
                  <a:lnTo>
                    <a:pt x="24074" y="90"/>
                  </a:lnTo>
                  <a:lnTo>
                    <a:pt x="5918" y="19"/>
                  </a:lnTo>
                  <a:lnTo>
                    <a:pt x="2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2050472" y="5881720"/>
              <a:ext cx="1385454" cy="65493"/>
            </a:xfrm>
            <a:custGeom>
              <a:avLst/>
              <a:pathLst>
                <a:path w="1385454" h="65493">
                  <a:moveTo>
                    <a:pt x="0" y="32746"/>
                  </a:moveTo>
                  <a:lnTo>
                    <a:pt x="1795" y="32752"/>
                  </a:lnTo>
                  <a:lnTo>
                    <a:pt x="12910" y="32791"/>
                  </a:lnTo>
                  <a:lnTo>
                    <a:pt x="38198" y="32899"/>
                  </a:lnTo>
                  <a:lnTo>
                    <a:pt x="76837" y="33098"/>
                  </a:lnTo>
                  <a:lnTo>
                    <a:pt x="123684" y="33396"/>
                  </a:lnTo>
                  <a:lnTo>
                    <a:pt x="172734" y="33791"/>
                  </a:lnTo>
                  <a:lnTo>
                    <a:pt x="219889" y="34282"/>
                  </a:lnTo>
                  <a:lnTo>
                    <a:pt x="263627" y="34878"/>
                  </a:lnTo>
                  <a:lnTo>
                    <a:pt x="304365" y="35601"/>
                  </a:lnTo>
                  <a:lnTo>
                    <a:pt x="343578" y="36483"/>
                  </a:lnTo>
                  <a:lnTo>
                    <a:pt x="383098" y="37563"/>
                  </a:lnTo>
                  <a:lnTo>
                    <a:pt x="404090" y="38204"/>
                  </a:lnTo>
                  <a:lnTo>
                    <a:pt x="439608" y="39373"/>
                  </a:lnTo>
                  <a:lnTo>
                    <a:pt x="477314" y="40703"/>
                  </a:lnTo>
                  <a:lnTo>
                    <a:pt x="517488" y="42194"/>
                  </a:lnTo>
                  <a:lnTo>
                    <a:pt x="560108" y="43833"/>
                  </a:lnTo>
                  <a:lnTo>
                    <a:pt x="604856" y="45595"/>
                  </a:lnTo>
                  <a:lnTo>
                    <a:pt x="651153" y="47446"/>
                  </a:lnTo>
                  <a:lnTo>
                    <a:pt x="698223" y="49341"/>
                  </a:lnTo>
                  <a:lnTo>
                    <a:pt x="745189" y="51230"/>
                  </a:lnTo>
                  <a:lnTo>
                    <a:pt x="791189" y="53064"/>
                  </a:lnTo>
                  <a:lnTo>
                    <a:pt x="835484" y="54801"/>
                  </a:lnTo>
                  <a:lnTo>
                    <a:pt x="877551" y="56407"/>
                  </a:lnTo>
                  <a:lnTo>
                    <a:pt x="917142" y="57861"/>
                  </a:lnTo>
                  <a:lnTo>
                    <a:pt x="954301" y="59153"/>
                  </a:lnTo>
                  <a:lnTo>
                    <a:pt x="981363" y="60035"/>
                  </a:lnTo>
                  <a:lnTo>
                    <a:pt x="1021686" y="61227"/>
                  </a:lnTo>
                  <a:lnTo>
                    <a:pt x="1060831" y="62207"/>
                  </a:lnTo>
                  <a:lnTo>
                    <a:pt x="1100562" y="63007"/>
                  </a:lnTo>
                  <a:lnTo>
                    <a:pt x="1142619" y="63665"/>
                  </a:lnTo>
                  <a:lnTo>
                    <a:pt x="1188061" y="64208"/>
                  </a:lnTo>
                  <a:lnTo>
                    <a:pt x="1236479" y="64652"/>
                  </a:lnTo>
                  <a:lnTo>
                    <a:pt x="1285130" y="65000"/>
                  </a:lnTo>
                  <a:lnTo>
                    <a:pt x="1328776" y="65250"/>
                  </a:lnTo>
                  <a:lnTo>
                    <a:pt x="1361379" y="65403"/>
                  </a:lnTo>
                  <a:lnTo>
                    <a:pt x="1379535" y="65474"/>
                  </a:lnTo>
                  <a:lnTo>
                    <a:pt x="1385197" y="65492"/>
                  </a:lnTo>
                  <a:lnTo>
                    <a:pt x="1385454" y="65493"/>
                  </a:lnTo>
                  <a:lnTo>
                    <a:pt x="1385454" y="32746"/>
                  </a:lnTo>
                  <a:lnTo>
                    <a:pt x="1383659" y="32741"/>
                  </a:lnTo>
                  <a:lnTo>
                    <a:pt x="1372544" y="32701"/>
                  </a:lnTo>
                  <a:lnTo>
                    <a:pt x="1347256" y="32593"/>
                  </a:lnTo>
                  <a:lnTo>
                    <a:pt x="1308617" y="32394"/>
                  </a:lnTo>
                  <a:lnTo>
                    <a:pt x="1261770" y="32096"/>
                  </a:lnTo>
                  <a:lnTo>
                    <a:pt x="1212719" y="31701"/>
                  </a:lnTo>
                  <a:lnTo>
                    <a:pt x="1165565" y="31210"/>
                  </a:lnTo>
                  <a:lnTo>
                    <a:pt x="1121826" y="30615"/>
                  </a:lnTo>
                  <a:lnTo>
                    <a:pt x="1081089" y="29892"/>
                  </a:lnTo>
                  <a:lnTo>
                    <a:pt x="1041876" y="29009"/>
                  </a:lnTo>
                  <a:lnTo>
                    <a:pt x="1002355" y="27930"/>
                  </a:lnTo>
                  <a:lnTo>
                    <a:pt x="981363" y="27288"/>
                  </a:lnTo>
                  <a:lnTo>
                    <a:pt x="945846" y="26120"/>
                  </a:lnTo>
                  <a:lnTo>
                    <a:pt x="908140" y="24789"/>
                  </a:lnTo>
                  <a:lnTo>
                    <a:pt x="867965" y="23299"/>
                  </a:lnTo>
                  <a:lnTo>
                    <a:pt x="825345" y="21660"/>
                  </a:lnTo>
                  <a:lnTo>
                    <a:pt x="780597" y="19897"/>
                  </a:lnTo>
                  <a:lnTo>
                    <a:pt x="734301" y="18046"/>
                  </a:lnTo>
                  <a:lnTo>
                    <a:pt x="687231" y="16151"/>
                  </a:lnTo>
                  <a:lnTo>
                    <a:pt x="640264" y="14263"/>
                  </a:lnTo>
                  <a:lnTo>
                    <a:pt x="594265" y="12428"/>
                  </a:lnTo>
                  <a:lnTo>
                    <a:pt x="549970" y="10692"/>
                  </a:lnTo>
                  <a:lnTo>
                    <a:pt x="507902" y="9086"/>
                  </a:lnTo>
                  <a:lnTo>
                    <a:pt x="468312" y="7632"/>
                  </a:lnTo>
                  <a:lnTo>
                    <a:pt x="431152" y="6339"/>
                  </a:lnTo>
                  <a:lnTo>
                    <a:pt x="404090" y="5457"/>
                  </a:lnTo>
                  <a:lnTo>
                    <a:pt x="363767" y="4265"/>
                  </a:lnTo>
                  <a:lnTo>
                    <a:pt x="324623" y="3286"/>
                  </a:lnTo>
                  <a:lnTo>
                    <a:pt x="284891" y="2485"/>
                  </a:lnTo>
                  <a:lnTo>
                    <a:pt x="242835" y="1828"/>
                  </a:lnTo>
                  <a:lnTo>
                    <a:pt x="197392" y="1285"/>
                  </a:lnTo>
                  <a:lnTo>
                    <a:pt x="148975" y="841"/>
                  </a:lnTo>
                  <a:lnTo>
                    <a:pt x="100324" y="492"/>
                  </a:lnTo>
                  <a:lnTo>
                    <a:pt x="56677" y="243"/>
                  </a:lnTo>
                  <a:lnTo>
                    <a:pt x="24074" y="90"/>
                  </a:lnTo>
                  <a:lnTo>
                    <a:pt x="5918" y="19"/>
                  </a:lnTo>
                  <a:lnTo>
                    <a:pt x="2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2050472" y="6602148"/>
              <a:ext cx="1385454" cy="261973"/>
            </a:xfrm>
            <a:custGeom>
              <a:avLst/>
              <a:pathLst>
                <a:path w="1385454" h="261973">
                  <a:moveTo>
                    <a:pt x="0" y="32746"/>
                  </a:moveTo>
                  <a:lnTo>
                    <a:pt x="1783" y="32785"/>
                  </a:lnTo>
                  <a:lnTo>
                    <a:pt x="12832" y="33061"/>
                  </a:lnTo>
                  <a:lnTo>
                    <a:pt x="37986" y="33809"/>
                  </a:lnTo>
                  <a:lnTo>
                    <a:pt x="76456" y="35194"/>
                  </a:lnTo>
                  <a:lnTo>
                    <a:pt x="123152" y="37270"/>
                  </a:lnTo>
                  <a:lnTo>
                    <a:pt x="172100" y="40020"/>
                  </a:lnTo>
                  <a:lnTo>
                    <a:pt x="219195" y="43439"/>
                  </a:lnTo>
                  <a:lnTo>
                    <a:pt x="262894" y="47588"/>
                  </a:lnTo>
                  <a:lnTo>
                    <a:pt x="303587" y="52617"/>
                  </a:lnTo>
                  <a:lnTo>
                    <a:pt x="342727" y="58756"/>
                  </a:lnTo>
                  <a:lnTo>
                    <a:pt x="382135" y="66262"/>
                  </a:lnTo>
                  <a:lnTo>
                    <a:pt x="404090" y="70951"/>
                  </a:lnTo>
                  <a:lnTo>
                    <a:pt x="439008" y="78989"/>
                  </a:lnTo>
                  <a:lnTo>
                    <a:pt x="476036" y="88119"/>
                  </a:lnTo>
                  <a:lnTo>
                    <a:pt x="515448" y="98338"/>
                  </a:lnTo>
                  <a:lnTo>
                    <a:pt x="557235" y="109567"/>
                  </a:lnTo>
                  <a:lnTo>
                    <a:pt x="601110" y="121649"/>
                  </a:lnTo>
                  <a:lnTo>
                    <a:pt x="646538" y="134351"/>
                  </a:lnTo>
                  <a:lnTo>
                    <a:pt x="692795" y="147379"/>
                  </a:lnTo>
                  <a:lnTo>
                    <a:pt x="739050" y="160407"/>
                  </a:lnTo>
                  <a:lnTo>
                    <a:pt x="784475" y="173107"/>
                  </a:lnTo>
                  <a:lnTo>
                    <a:pt x="828344" y="185187"/>
                  </a:lnTo>
                  <a:lnTo>
                    <a:pt x="870124" y="196413"/>
                  </a:lnTo>
                  <a:lnTo>
                    <a:pt x="909530" y="206629"/>
                  </a:lnTo>
                  <a:lnTo>
                    <a:pt x="946551" y="215756"/>
                  </a:lnTo>
                  <a:lnTo>
                    <a:pt x="981363" y="223769"/>
                  </a:lnTo>
                  <a:lnTo>
                    <a:pt x="1021601" y="232097"/>
                  </a:lnTo>
                  <a:lnTo>
                    <a:pt x="1060660" y="238943"/>
                  </a:lnTo>
                  <a:lnTo>
                    <a:pt x="1100297" y="244539"/>
                  </a:lnTo>
                  <a:lnTo>
                    <a:pt x="1142239" y="249139"/>
                  </a:lnTo>
                  <a:lnTo>
                    <a:pt x="1187548" y="252939"/>
                  </a:lnTo>
                  <a:lnTo>
                    <a:pt x="1235836" y="256047"/>
                  </a:lnTo>
                  <a:lnTo>
                    <a:pt x="1284410" y="258490"/>
                  </a:lnTo>
                  <a:lnTo>
                    <a:pt x="1328095" y="260248"/>
                  </a:lnTo>
                  <a:lnTo>
                    <a:pt x="1360876" y="261326"/>
                  </a:lnTo>
                  <a:lnTo>
                    <a:pt x="1379291" y="261831"/>
                  </a:lnTo>
                  <a:lnTo>
                    <a:pt x="1385160" y="261967"/>
                  </a:lnTo>
                  <a:lnTo>
                    <a:pt x="1385454" y="261973"/>
                  </a:lnTo>
                  <a:lnTo>
                    <a:pt x="1385454" y="229227"/>
                  </a:lnTo>
                  <a:lnTo>
                    <a:pt x="1383670" y="229188"/>
                  </a:lnTo>
                  <a:lnTo>
                    <a:pt x="1372621" y="228912"/>
                  </a:lnTo>
                  <a:lnTo>
                    <a:pt x="1347468" y="228164"/>
                  </a:lnTo>
                  <a:lnTo>
                    <a:pt x="1308998" y="226779"/>
                  </a:lnTo>
                  <a:lnTo>
                    <a:pt x="1262301" y="224703"/>
                  </a:lnTo>
                  <a:lnTo>
                    <a:pt x="1213354" y="221953"/>
                  </a:lnTo>
                  <a:lnTo>
                    <a:pt x="1166259" y="218534"/>
                  </a:lnTo>
                  <a:lnTo>
                    <a:pt x="1122559" y="214385"/>
                  </a:lnTo>
                  <a:lnTo>
                    <a:pt x="1081866" y="209355"/>
                  </a:lnTo>
                  <a:lnTo>
                    <a:pt x="1042726" y="203217"/>
                  </a:lnTo>
                  <a:lnTo>
                    <a:pt x="1003319" y="195711"/>
                  </a:lnTo>
                  <a:lnTo>
                    <a:pt x="981363" y="191022"/>
                  </a:lnTo>
                  <a:lnTo>
                    <a:pt x="946446" y="182984"/>
                  </a:lnTo>
                  <a:lnTo>
                    <a:pt x="909418" y="173854"/>
                  </a:lnTo>
                  <a:lnTo>
                    <a:pt x="870005" y="163635"/>
                  </a:lnTo>
                  <a:lnTo>
                    <a:pt x="828218" y="152406"/>
                  </a:lnTo>
                  <a:lnTo>
                    <a:pt x="784343" y="140324"/>
                  </a:lnTo>
                  <a:lnTo>
                    <a:pt x="738915" y="127622"/>
                  </a:lnTo>
                  <a:lnTo>
                    <a:pt x="692659" y="114594"/>
                  </a:lnTo>
                  <a:lnTo>
                    <a:pt x="646403" y="101566"/>
                  </a:lnTo>
                  <a:lnTo>
                    <a:pt x="600979" y="88866"/>
                  </a:lnTo>
                  <a:lnTo>
                    <a:pt x="557109" y="76786"/>
                  </a:lnTo>
                  <a:lnTo>
                    <a:pt x="515329" y="65560"/>
                  </a:lnTo>
                  <a:lnTo>
                    <a:pt x="475924" y="55344"/>
                  </a:lnTo>
                  <a:lnTo>
                    <a:pt x="438902" y="46217"/>
                  </a:lnTo>
                  <a:lnTo>
                    <a:pt x="404090" y="38204"/>
                  </a:lnTo>
                  <a:lnTo>
                    <a:pt x="363853" y="29876"/>
                  </a:lnTo>
                  <a:lnTo>
                    <a:pt x="324793" y="23030"/>
                  </a:lnTo>
                  <a:lnTo>
                    <a:pt x="285157" y="17434"/>
                  </a:lnTo>
                  <a:lnTo>
                    <a:pt x="243215" y="12834"/>
                  </a:lnTo>
                  <a:lnTo>
                    <a:pt x="197906" y="9034"/>
                  </a:lnTo>
                  <a:lnTo>
                    <a:pt x="149618" y="5926"/>
                  </a:lnTo>
                  <a:lnTo>
                    <a:pt x="101044" y="3482"/>
                  </a:lnTo>
                  <a:lnTo>
                    <a:pt x="57359" y="1725"/>
                  </a:lnTo>
                  <a:lnTo>
                    <a:pt x="24578" y="646"/>
                  </a:lnTo>
                  <a:lnTo>
                    <a:pt x="6163" y="142"/>
                  </a:lnTo>
                  <a:lnTo>
                    <a:pt x="293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2050472" y="4637344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2050472" y="6307428"/>
              <a:ext cx="1385454" cy="229227"/>
            </a:xfrm>
            <a:custGeom>
              <a:avLst/>
              <a:pathLst>
                <a:path w="1385454" h="229227">
                  <a:moveTo>
                    <a:pt x="0" y="32746"/>
                  </a:moveTo>
                  <a:lnTo>
                    <a:pt x="1786" y="32779"/>
                  </a:lnTo>
                  <a:lnTo>
                    <a:pt x="12853" y="33016"/>
                  </a:lnTo>
                  <a:lnTo>
                    <a:pt x="38043" y="33659"/>
                  </a:lnTo>
                  <a:lnTo>
                    <a:pt x="76559" y="34848"/>
                  </a:lnTo>
                  <a:lnTo>
                    <a:pt x="123296" y="36630"/>
                  </a:lnTo>
                  <a:lnTo>
                    <a:pt x="172271" y="38990"/>
                  </a:lnTo>
                  <a:lnTo>
                    <a:pt x="219382" y="41925"/>
                  </a:lnTo>
                  <a:lnTo>
                    <a:pt x="263092" y="45486"/>
                  </a:lnTo>
                  <a:lnTo>
                    <a:pt x="303797" y="49804"/>
                  </a:lnTo>
                  <a:lnTo>
                    <a:pt x="342957" y="55074"/>
                  </a:lnTo>
                  <a:lnTo>
                    <a:pt x="382395" y="61520"/>
                  </a:lnTo>
                  <a:lnTo>
                    <a:pt x="404090" y="65493"/>
                  </a:lnTo>
                  <a:lnTo>
                    <a:pt x="439165" y="72415"/>
                  </a:lnTo>
                  <a:lnTo>
                    <a:pt x="476371" y="80282"/>
                  </a:lnTo>
                  <a:lnTo>
                    <a:pt x="515984" y="89089"/>
                  </a:lnTo>
                  <a:lnTo>
                    <a:pt x="557989" y="98769"/>
                  </a:lnTo>
                  <a:lnTo>
                    <a:pt x="602093" y="109183"/>
                  </a:lnTo>
                  <a:lnTo>
                    <a:pt x="647750" y="120128"/>
                  </a:lnTo>
                  <a:lnTo>
                    <a:pt x="694221" y="131348"/>
                  </a:lnTo>
                  <a:lnTo>
                    <a:pt x="740665" y="142558"/>
                  </a:lnTo>
                  <a:lnTo>
                    <a:pt x="786242" y="153476"/>
                  </a:lnTo>
                  <a:lnTo>
                    <a:pt x="830226" y="163849"/>
                  </a:lnTo>
                  <a:lnTo>
                    <a:pt x="872084" y="173476"/>
                  </a:lnTo>
                  <a:lnTo>
                    <a:pt x="911539" y="182224"/>
                  </a:lnTo>
                  <a:lnTo>
                    <a:pt x="948597" y="190030"/>
                  </a:lnTo>
                  <a:lnTo>
                    <a:pt x="981363" y="196480"/>
                  </a:lnTo>
                  <a:lnTo>
                    <a:pt x="1021624" y="203622"/>
                  </a:lnTo>
                  <a:lnTo>
                    <a:pt x="1060706" y="209493"/>
                  </a:lnTo>
                  <a:lnTo>
                    <a:pt x="1100368" y="214291"/>
                  </a:lnTo>
                  <a:lnTo>
                    <a:pt x="1142341" y="218234"/>
                  </a:lnTo>
                  <a:lnTo>
                    <a:pt x="1187686" y="221491"/>
                  </a:lnTo>
                  <a:lnTo>
                    <a:pt x="1236009" y="224156"/>
                  </a:lnTo>
                  <a:lnTo>
                    <a:pt x="1284604" y="226249"/>
                  </a:lnTo>
                  <a:lnTo>
                    <a:pt x="1328279" y="227753"/>
                  </a:lnTo>
                  <a:lnTo>
                    <a:pt x="1361012" y="228676"/>
                  </a:lnTo>
                  <a:lnTo>
                    <a:pt x="1379357" y="229106"/>
                  </a:lnTo>
                  <a:lnTo>
                    <a:pt x="1385171" y="229222"/>
                  </a:lnTo>
                  <a:lnTo>
                    <a:pt x="1385454" y="229227"/>
                  </a:lnTo>
                  <a:lnTo>
                    <a:pt x="1385454" y="196480"/>
                  </a:lnTo>
                  <a:lnTo>
                    <a:pt x="1383667" y="196447"/>
                  </a:lnTo>
                  <a:lnTo>
                    <a:pt x="1372600" y="196210"/>
                  </a:lnTo>
                  <a:lnTo>
                    <a:pt x="1347411" y="195567"/>
                  </a:lnTo>
                  <a:lnTo>
                    <a:pt x="1308895" y="194378"/>
                  </a:lnTo>
                  <a:lnTo>
                    <a:pt x="1262158" y="192596"/>
                  </a:lnTo>
                  <a:lnTo>
                    <a:pt x="1213182" y="190236"/>
                  </a:lnTo>
                  <a:lnTo>
                    <a:pt x="1166071" y="187301"/>
                  </a:lnTo>
                  <a:lnTo>
                    <a:pt x="1122362" y="183740"/>
                  </a:lnTo>
                  <a:lnTo>
                    <a:pt x="1081656" y="179422"/>
                  </a:lnTo>
                  <a:lnTo>
                    <a:pt x="1042497" y="174152"/>
                  </a:lnTo>
                  <a:lnTo>
                    <a:pt x="1003059" y="167706"/>
                  </a:lnTo>
                  <a:lnTo>
                    <a:pt x="981363" y="163733"/>
                  </a:lnTo>
                  <a:lnTo>
                    <a:pt x="946288" y="156811"/>
                  </a:lnTo>
                  <a:lnTo>
                    <a:pt x="909082" y="148944"/>
                  </a:lnTo>
                  <a:lnTo>
                    <a:pt x="869470" y="140137"/>
                  </a:lnTo>
                  <a:lnTo>
                    <a:pt x="827464" y="130458"/>
                  </a:lnTo>
                  <a:lnTo>
                    <a:pt x="783360" y="120043"/>
                  </a:lnTo>
                  <a:lnTo>
                    <a:pt x="737703" y="109098"/>
                  </a:lnTo>
                  <a:lnTo>
                    <a:pt x="691232" y="97879"/>
                  </a:lnTo>
                  <a:lnTo>
                    <a:pt x="644789" y="86668"/>
                  </a:lnTo>
                  <a:lnTo>
                    <a:pt x="599211" y="75750"/>
                  </a:lnTo>
                  <a:lnTo>
                    <a:pt x="555228" y="65377"/>
                  </a:lnTo>
                  <a:lnTo>
                    <a:pt x="513370" y="55750"/>
                  </a:lnTo>
                  <a:lnTo>
                    <a:pt x="473914" y="47002"/>
                  </a:lnTo>
                  <a:lnTo>
                    <a:pt x="436856" y="39196"/>
                  </a:lnTo>
                  <a:lnTo>
                    <a:pt x="404090" y="32746"/>
                  </a:lnTo>
                  <a:lnTo>
                    <a:pt x="363830" y="25604"/>
                  </a:lnTo>
                  <a:lnTo>
                    <a:pt x="324747" y="19733"/>
                  </a:lnTo>
                  <a:lnTo>
                    <a:pt x="285085" y="14936"/>
                  </a:lnTo>
                  <a:lnTo>
                    <a:pt x="243112" y="10992"/>
                  </a:lnTo>
                  <a:lnTo>
                    <a:pt x="197767" y="7735"/>
                  </a:lnTo>
                  <a:lnTo>
                    <a:pt x="149444" y="5071"/>
                  </a:lnTo>
                  <a:lnTo>
                    <a:pt x="100849" y="2977"/>
                  </a:lnTo>
                  <a:lnTo>
                    <a:pt x="57174" y="1473"/>
                  </a:lnTo>
                  <a:lnTo>
                    <a:pt x="24441" y="551"/>
                  </a:lnTo>
                  <a:lnTo>
                    <a:pt x="6096" y="120"/>
                  </a:lnTo>
                  <a:lnTo>
                    <a:pt x="283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2050472" y="5914467"/>
              <a:ext cx="1385454" cy="65493"/>
            </a:xfrm>
            <a:custGeom>
              <a:avLst/>
              <a:pathLst>
                <a:path w="1385454" h="65493">
                  <a:moveTo>
                    <a:pt x="0" y="32746"/>
                  </a:moveTo>
                  <a:lnTo>
                    <a:pt x="1795" y="32752"/>
                  </a:lnTo>
                  <a:lnTo>
                    <a:pt x="12910" y="32791"/>
                  </a:lnTo>
                  <a:lnTo>
                    <a:pt x="38198" y="32899"/>
                  </a:lnTo>
                  <a:lnTo>
                    <a:pt x="76837" y="33098"/>
                  </a:lnTo>
                  <a:lnTo>
                    <a:pt x="123684" y="33396"/>
                  </a:lnTo>
                  <a:lnTo>
                    <a:pt x="172734" y="33791"/>
                  </a:lnTo>
                  <a:lnTo>
                    <a:pt x="219889" y="34282"/>
                  </a:lnTo>
                  <a:lnTo>
                    <a:pt x="263627" y="34878"/>
                  </a:lnTo>
                  <a:lnTo>
                    <a:pt x="304365" y="35601"/>
                  </a:lnTo>
                  <a:lnTo>
                    <a:pt x="343578" y="36483"/>
                  </a:lnTo>
                  <a:lnTo>
                    <a:pt x="383098" y="37563"/>
                  </a:lnTo>
                  <a:lnTo>
                    <a:pt x="404090" y="38204"/>
                  </a:lnTo>
                  <a:lnTo>
                    <a:pt x="439608" y="39373"/>
                  </a:lnTo>
                  <a:lnTo>
                    <a:pt x="477314" y="40703"/>
                  </a:lnTo>
                  <a:lnTo>
                    <a:pt x="517488" y="42194"/>
                  </a:lnTo>
                  <a:lnTo>
                    <a:pt x="560108" y="43833"/>
                  </a:lnTo>
                  <a:lnTo>
                    <a:pt x="604856" y="45595"/>
                  </a:lnTo>
                  <a:lnTo>
                    <a:pt x="651153" y="47446"/>
                  </a:lnTo>
                  <a:lnTo>
                    <a:pt x="698223" y="49341"/>
                  </a:lnTo>
                  <a:lnTo>
                    <a:pt x="745189" y="51230"/>
                  </a:lnTo>
                  <a:lnTo>
                    <a:pt x="791189" y="53064"/>
                  </a:lnTo>
                  <a:lnTo>
                    <a:pt x="835484" y="54801"/>
                  </a:lnTo>
                  <a:lnTo>
                    <a:pt x="877551" y="56407"/>
                  </a:lnTo>
                  <a:lnTo>
                    <a:pt x="917142" y="57861"/>
                  </a:lnTo>
                  <a:lnTo>
                    <a:pt x="954301" y="59153"/>
                  </a:lnTo>
                  <a:lnTo>
                    <a:pt x="981363" y="60035"/>
                  </a:lnTo>
                  <a:lnTo>
                    <a:pt x="1021686" y="61227"/>
                  </a:lnTo>
                  <a:lnTo>
                    <a:pt x="1060831" y="62207"/>
                  </a:lnTo>
                  <a:lnTo>
                    <a:pt x="1100562" y="63007"/>
                  </a:lnTo>
                  <a:lnTo>
                    <a:pt x="1142619" y="63665"/>
                  </a:lnTo>
                  <a:lnTo>
                    <a:pt x="1188061" y="64208"/>
                  </a:lnTo>
                  <a:lnTo>
                    <a:pt x="1236479" y="64652"/>
                  </a:lnTo>
                  <a:lnTo>
                    <a:pt x="1285130" y="65000"/>
                  </a:lnTo>
                  <a:lnTo>
                    <a:pt x="1328776" y="65250"/>
                  </a:lnTo>
                  <a:lnTo>
                    <a:pt x="1361379" y="65403"/>
                  </a:lnTo>
                  <a:lnTo>
                    <a:pt x="1379535" y="65474"/>
                  </a:lnTo>
                  <a:lnTo>
                    <a:pt x="1385197" y="65492"/>
                  </a:lnTo>
                  <a:lnTo>
                    <a:pt x="1385454" y="65493"/>
                  </a:lnTo>
                  <a:lnTo>
                    <a:pt x="1385454" y="32746"/>
                  </a:lnTo>
                  <a:lnTo>
                    <a:pt x="1383659" y="32741"/>
                  </a:lnTo>
                  <a:lnTo>
                    <a:pt x="1372544" y="32701"/>
                  </a:lnTo>
                  <a:lnTo>
                    <a:pt x="1347256" y="32593"/>
                  </a:lnTo>
                  <a:lnTo>
                    <a:pt x="1308617" y="32394"/>
                  </a:lnTo>
                  <a:lnTo>
                    <a:pt x="1261770" y="32096"/>
                  </a:lnTo>
                  <a:lnTo>
                    <a:pt x="1212719" y="31701"/>
                  </a:lnTo>
                  <a:lnTo>
                    <a:pt x="1165565" y="31210"/>
                  </a:lnTo>
                  <a:lnTo>
                    <a:pt x="1121826" y="30615"/>
                  </a:lnTo>
                  <a:lnTo>
                    <a:pt x="1081089" y="29892"/>
                  </a:lnTo>
                  <a:lnTo>
                    <a:pt x="1041876" y="29009"/>
                  </a:lnTo>
                  <a:lnTo>
                    <a:pt x="1002355" y="27930"/>
                  </a:lnTo>
                  <a:lnTo>
                    <a:pt x="981363" y="27288"/>
                  </a:lnTo>
                  <a:lnTo>
                    <a:pt x="945846" y="26120"/>
                  </a:lnTo>
                  <a:lnTo>
                    <a:pt x="908140" y="24789"/>
                  </a:lnTo>
                  <a:lnTo>
                    <a:pt x="867965" y="23299"/>
                  </a:lnTo>
                  <a:lnTo>
                    <a:pt x="825345" y="21660"/>
                  </a:lnTo>
                  <a:lnTo>
                    <a:pt x="780597" y="19897"/>
                  </a:lnTo>
                  <a:lnTo>
                    <a:pt x="734301" y="18046"/>
                  </a:lnTo>
                  <a:lnTo>
                    <a:pt x="687231" y="16151"/>
                  </a:lnTo>
                  <a:lnTo>
                    <a:pt x="640264" y="14263"/>
                  </a:lnTo>
                  <a:lnTo>
                    <a:pt x="594265" y="12428"/>
                  </a:lnTo>
                  <a:lnTo>
                    <a:pt x="549970" y="10692"/>
                  </a:lnTo>
                  <a:lnTo>
                    <a:pt x="507902" y="9086"/>
                  </a:lnTo>
                  <a:lnTo>
                    <a:pt x="468312" y="7632"/>
                  </a:lnTo>
                  <a:lnTo>
                    <a:pt x="431152" y="6339"/>
                  </a:lnTo>
                  <a:lnTo>
                    <a:pt x="404090" y="5457"/>
                  </a:lnTo>
                  <a:lnTo>
                    <a:pt x="363767" y="4265"/>
                  </a:lnTo>
                  <a:lnTo>
                    <a:pt x="324623" y="3286"/>
                  </a:lnTo>
                  <a:lnTo>
                    <a:pt x="284891" y="2485"/>
                  </a:lnTo>
                  <a:lnTo>
                    <a:pt x="242835" y="1828"/>
                  </a:lnTo>
                  <a:lnTo>
                    <a:pt x="197392" y="1285"/>
                  </a:lnTo>
                  <a:lnTo>
                    <a:pt x="148975" y="841"/>
                  </a:lnTo>
                  <a:lnTo>
                    <a:pt x="100324" y="492"/>
                  </a:lnTo>
                  <a:lnTo>
                    <a:pt x="56677" y="243"/>
                  </a:lnTo>
                  <a:lnTo>
                    <a:pt x="24074" y="90"/>
                  </a:lnTo>
                  <a:lnTo>
                    <a:pt x="5918" y="19"/>
                  </a:lnTo>
                  <a:lnTo>
                    <a:pt x="2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2050472" y="5947214"/>
              <a:ext cx="1385454" cy="65493"/>
            </a:xfrm>
            <a:custGeom>
              <a:avLst/>
              <a:pathLst>
                <a:path w="1385454" h="65493">
                  <a:moveTo>
                    <a:pt x="0" y="32746"/>
                  </a:moveTo>
                  <a:lnTo>
                    <a:pt x="1795" y="32752"/>
                  </a:lnTo>
                  <a:lnTo>
                    <a:pt x="12910" y="32791"/>
                  </a:lnTo>
                  <a:lnTo>
                    <a:pt x="38198" y="32899"/>
                  </a:lnTo>
                  <a:lnTo>
                    <a:pt x="76837" y="33098"/>
                  </a:lnTo>
                  <a:lnTo>
                    <a:pt x="123684" y="33396"/>
                  </a:lnTo>
                  <a:lnTo>
                    <a:pt x="172734" y="33791"/>
                  </a:lnTo>
                  <a:lnTo>
                    <a:pt x="219889" y="34282"/>
                  </a:lnTo>
                  <a:lnTo>
                    <a:pt x="263627" y="34878"/>
                  </a:lnTo>
                  <a:lnTo>
                    <a:pt x="304365" y="35601"/>
                  </a:lnTo>
                  <a:lnTo>
                    <a:pt x="343578" y="36483"/>
                  </a:lnTo>
                  <a:lnTo>
                    <a:pt x="383098" y="37563"/>
                  </a:lnTo>
                  <a:lnTo>
                    <a:pt x="404090" y="38204"/>
                  </a:lnTo>
                  <a:lnTo>
                    <a:pt x="439608" y="39373"/>
                  </a:lnTo>
                  <a:lnTo>
                    <a:pt x="477314" y="40703"/>
                  </a:lnTo>
                  <a:lnTo>
                    <a:pt x="517488" y="42194"/>
                  </a:lnTo>
                  <a:lnTo>
                    <a:pt x="560108" y="43833"/>
                  </a:lnTo>
                  <a:lnTo>
                    <a:pt x="604856" y="45595"/>
                  </a:lnTo>
                  <a:lnTo>
                    <a:pt x="651153" y="47446"/>
                  </a:lnTo>
                  <a:lnTo>
                    <a:pt x="698223" y="49341"/>
                  </a:lnTo>
                  <a:lnTo>
                    <a:pt x="745189" y="51230"/>
                  </a:lnTo>
                  <a:lnTo>
                    <a:pt x="791189" y="53064"/>
                  </a:lnTo>
                  <a:lnTo>
                    <a:pt x="835484" y="54801"/>
                  </a:lnTo>
                  <a:lnTo>
                    <a:pt x="877551" y="56407"/>
                  </a:lnTo>
                  <a:lnTo>
                    <a:pt x="917142" y="57861"/>
                  </a:lnTo>
                  <a:lnTo>
                    <a:pt x="954301" y="59153"/>
                  </a:lnTo>
                  <a:lnTo>
                    <a:pt x="981363" y="60035"/>
                  </a:lnTo>
                  <a:lnTo>
                    <a:pt x="1021686" y="61227"/>
                  </a:lnTo>
                  <a:lnTo>
                    <a:pt x="1060831" y="62207"/>
                  </a:lnTo>
                  <a:lnTo>
                    <a:pt x="1100562" y="63007"/>
                  </a:lnTo>
                  <a:lnTo>
                    <a:pt x="1142619" y="63665"/>
                  </a:lnTo>
                  <a:lnTo>
                    <a:pt x="1188061" y="64208"/>
                  </a:lnTo>
                  <a:lnTo>
                    <a:pt x="1236479" y="64652"/>
                  </a:lnTo>
                  <a:lnTo>
                    <a:pt x="1285130" y="65000"/>
                  </a:lnTo>
                  <a:lnTo>
                    <a:pt x="1328776" y="65250"/>
                  </a:lnTo>
                  <a:lnTo>
                    <a:pt x="1361379" y="65403"/>
                  </a:lnTo>
                  <a:lnTo>
                    <a:pt x="1379535" y="65474"/>
                  </a:lnTo>
                  <a:lnTo>
                    <a:pt x="1385197" y="65492"/>
                  </a:lnTo>
                  <a:lnTo>
                    <a:pt x="1385454" y="65493"/>
                  </a:lnTo>
                  <a:lnTo>
                    <a:pt x="1385454" y="32746"/>
                  </a:lnTo>
                  <a:lnTo>
                    <a:pt x="1383659" y="32741"/>
                  </a:lnTo>
                  <a:lnTo>
                    <a:pt x="1372544" y="32701"/>
                  </a:lnTo>
                  <a:lnTo>
                    <a:pt x="1347256" y="32593"/>
                  </a:lnTo>
                  <a:lnTo>
                    <a:pt x="1308617" y="32394"/>
                  </a:lnTo>
                  <a:lnTo>
                    <a:pt x="1261770" y="32096"/>
                  </a:lnTo>
                  <a:lnTo>
                    <a:pt x="1212719" y="31701"/>
                  </a:lnTo>
                  <a:lnTo>
                    <a:pt x="1165565" y="31210"/>
                  </a:lnTo>
                  <a:lnTo>
                    <a:pt x="1121826" y="30615"/>
                  </a:lnTo>
                  <a:lnTo>
                    <a:pt x="1081089" y="29892"/>
                  </a:lnTo>
                  <a:lnTo>
                    <a:pt x="1041876" y="29009"/>
                  </a:lnTo>
                  <a:lnTo>
                    <a:pt x="1002355" y="27930"/>
                  </a:lnTo>
                  <a:lnTo>
                    <a:pt x="981363" y="27288"/>
                  </a:lnTo>
                  <a:lnTo>
                    <a:pt x="945846" y="26120"/>
                  </a:lnTo>
                  <a:lnTo>
                    <a:pt x="908140" y="24789"/>
                  </a:lnTo>
                  <a:lnTo>
                    <a:pt x="867965" y="23299"/>
                  </a:lnTo>
                  <a:lnTo>
                    <a:pt x="825345" y="21660"/>
                  </a:lnTo>
                  <a:lnTo>
                    <a:pt x="780597" y="19897"/>
                  </a:lnTo>
                  <a:lnTo>
                    <a:pt x="734301" y="18046"/>
                  </a:lnTo>
                  <a:lnTo>
                    <a:pt x="687231" y="16151"/>
                  </a:lnTo>
                  <a:lnTo>
                    <a:pt x="640264" y="14263"/>
                  </a:lnTo>
                  <a:lnTo>
                    <a:pt x="594265" y="12428"/>
                  </a:lnTo>
                  <a:lnTo>
                    <a:pt x="549970" y="10692"/>
                  </a:lnTo>
                  <a:lnTo>
                    <a:pt x="507902" y="9086"/>
                  </a:lnTo>
                  <a:lnTo>
                    <a:pt x="468312" y="7632"/>
                  </a:lnTo>
                  <a:lnTo>
                    <a:pt x="431152" y="6339"/>
                  </a:lnTo>
                  <a:lnTo>
                    <a:pt x="404090" y="5457"/>
                  </a:lnTo>
                  <a:lnTo>
                    <a:pt x="363767" y="4265"/>
                  </a:lnTo>
                  <a:lnTo>
                    <a:pt x="324623" y="3286"/>
                  </a:lnTo>
                  <a:lnTo>
                    <a:pt x="284891" y="2485"/>
                  </a:lnTo>
                  <a:lnTo>
                    <a:pt x="242835" y="1828"/>
                  </a:lnTo>
                  <a:lnTo>
                    <a:pt x="197392" y="1285"/>
                  </a:lnTo>
                  <a:lnTo>
                    <a:pt x="148975" y="841"/>
                  </a:lnTo>
                  <a:lnTo>
                    <a:pt x="100324" y="492"/>
                  </a:lnTo>
                  <a:lnTo>
                    <a:pt x="56677" y="243"/>
                  </a:lnTo>
                  <a:lnTo>
                    <a:pt x="24074" y="90"/>
                  </a:lnTo>
                  <a:lnTo>
                    <a:pt x="5918" y="19"/>
                  </a:lnTo>
                  <a:lnTo>
                    <a:pt x="2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2050472" y="4670091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2050472" y="4702838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2050472" y="4735584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2050472" y="4768331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2050472" y="4801078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2050472" y="4833825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2050472" y="6340174"/>
              <a:ext cx="1385454" cy="229227"/>
            </a:xfrm>
            <a:custGeom>
              <a:avLst/>
              <a:pathLst>
                <a:path w="1385454" h="229227">
                  <a:moveTo>
                    <a:pt x="0" y="32746"/>
                  </a:moveTo>
                  <a:lnTo>
                    <a:pt x="1786" y="32779"/>
                  </a:lnTo>
                  <a:lnTo>
                    <a:pt x="12853" y="33016"/>
                  </a:lnTo>
                  <a:lnTo>
                    <a:pt x="38043" y="33659"/>
                  </a:lnTo>
                  <a:lnTo>
                    <a:pt x="76559" y="34848"/>
                  </a:lnTo>
                  <a:lnTo>
                    <a:pt x="123296" y="36630"/>
                  </a:lnTo>
                  <a:lnTo>
                    <a:pt x="172271" y="38990"/>
                  </a:lnTo>
                  <a:lnTo>
                    <a:pt x="219382" y="41925"/>
                  </a:lnTo>
                  <a:lnTo>
                    <a:pt x="263092" y="45486"/>
                  </a:lnTo>
                  <a:lnTo>
                    <a:pt x="303797" y="49804"/>
                  </a:lnTo>
                  <a:lnTo>
                    <a:pt x="342957" y="55074"/>
                  </a:lnTo>
                  <a:lnTo>
                    <a:pt x="382395" y="61520"/>
                  </a:lnTo>
                  <a:lnTo>
                    <a:pt x="404090" y="65493"/>
                  </a:lnTo>
                  <a:lnTo>
                    <a:pt x="439165" y="72415"/>
                  </a:lnTo>
                  <a:lnTo>
                    <a:pt x="476371" y="80282"/>
                  </a:lnTo>
                  <a:lnTo>
                    <a:pt x="515984" y="89089"/>
                  </a:lnTo>
                  <a:lnTo>
                    <a:pt x="557989" y="98769"/>
                  </a:lnTo>
                  <a:lnTo>
                    <a:pt x="602093" y="109183"/>
                  </a:lnTo>
                  <a:lnTo>
                    <a:pt x="647750" y="120128"/>
                  </a:lnTo>
                  <a:lnTo>
                    <a:pt x="694221" y="131348"/>
                  </a:lnTo>
                  <a:lnTo>
                    <a:pt x="740665" y="142558"/>
                  </a:lnTo>
                  <a:lnTo>
                    <a:pt x="786242" y="153476"/>
                  </a:lnTo>
                  <a:lnTo>
                    <a:pt x="830226" y="163849"/>
                  </a:lnTo>
                  <a:lnTo>
                    <a:pt x="872084" y="173476"/>
                  </a:lnTo>
                  <a:lnTo>
                    <a:pt x="911539" y="182224"/>
                  </a:lnTo>
                  <a:lnTo>
                    <a:pt x="948597" y="190030"/>
                  </a:lnTo>
                  <a:lnTo>
                    <a:pt x="981363" y="196480"/>
                  </a:lnTo>
                  <a:lnTo>
                    <a:pt x="1021624" y="203622"/>
                  </a:lnTo>
                  <a:lnTo>
                    <a:pt x="1060706" y="209493"/>
                  </a:lnTo>
                  <a:lnTo>
                    <a:pt x="1100368" y="214291"/>
                  </a:lnTo>
                  <a:lnTo>
                    <a:pt x="1142341" y="218234"/>
                  </a:lnTo>
                  <a:lnTo>
                    <a:pt x="1187686" y="221491"/>
                  </a:lnTo>
                  <a:lnTo>
                    <a:pt x="1236009" y="224156"/>
                  </a:lnTo>
                  <a:lnTo>
                    <a:pt x="1284604" y="226249"/>
                  </a:lnTo>
                  <a:lnTo>
                    <a:pt x="1328279" y="227753"/>
                  </a:lnTo>
                  <a:lnTo>
                    <a:pt x="1361012" y="228676"/>
                  </a:lnTo>
                  <a:lnTo>
                    <a:pt x="1379357" y="229106"/>
                  </a:lnTo>
                  <a:lnTo>
                    <a:pt x="1385171" y="229222"/>
                  </a:lnTo>
                  <a:lnTo>
                    <a:pt x="1385454" y="229227"/>
                  </a:lnTo>
                  <a:lnTo>
                    <a:pt x="1385454" y="196480"/>
                  </a:lnTo>
                  <a:lnTo>
                    <a:pt x="1383667" y="196447"/>
                  </a:lnTo>
                  <a:lnTo>
                    <a:pt x="1372600" y="196210"/>
                  </a:lnTo>
                  <a:lnTo>
                    <a:pt x="1347411" y="195567"/>
                  </a:lnTo>
                  <a:lnTo>
                    <a:pt x="1308895" y="194378"/>
                  </a:lnTo>
                  <a:lnTo>
                    <a:pt x="1262158" y="192596"/>
                  </a:lnTo>
                  <a:lnTo>
                    <a:pt x="1213182" y="190236"/>
                  </a:lnTo>
                  <a:lnTo>
                    <a:pt x="1166071" y="187301"/>
                  </a:lnTo>
                  <a:lnTo>
                    <a:pt x="1122362" y="183740"/>
                  </a:lnTo>
                  <a:lnTo>
                    <a:pt x="1081656" y="179422"/>
                  </a:lnTo>
                  <a:lnTo>
                    <a:pt x="1042497" y="174152"/>
                  </a:lnTo>
                  <a:lnTo>
                    <a:pt x="1003059" y="167706"/>
                  </a:lnTo>
                  <a:lnTo>
                    <a:pt x="981363" y="163733"/>
                  </a:lnTo>
                  <a:lnTo>
                    <a:pt x="946288" y="156811"/>
                  </a:lnTo>
                  <a:lnTo>
                    <a:pt x="909082" y="148944"/>
                  </a:lnTo>
                  <a:lnTo>
                    <a:pt x="869470" y="140137"/>
                  </a:lnTo>
                  <a:lnTo>
                    <a:pt x="827464" y="130458"/>
                  </a:lnTo>
                  <a:lnTo>
                    <a:pt x="783360" y="120043"/>
                  </a:lnTo>
                  <a:lnTo>
                    <a:pt x="737703" y="109098"/>
                  </a:lnTo>
                  <a:lnTo>
                    <a:pt x="691232" y="97879"/>
                  </a:lnTo>
                  <a:lnTo>
                    <a:pt x="644789" y="86668"/>
                  </a:lnTo>
                  <a:lnTo>
                    <a:pt x="599211" y="75750"/>
                  </a:lnTo>
                  <a:lnTo>
                    <a:pt x="555228" y="65377"/>
                  </a:lnTo>
                  <a:lnTo>
                    <a:pt x="513370" y="55750"/>
                  </a:lnTo>
                  <a:lnTo>
                    <a:pt x="473914" y="47002"/>
                  </a:lnTo>
                  <a:lnTo>
                    <a:pt x="436856" y="39196"/>
                  </a:lnTo>
                  <a:lnTo>
                    <a:pt x="404090" y="32746"/>
                  </a:lnTo>
                  <a:lnTo>
                    <a:pt x="363830" y="25604"/>
                  </a:lnTo>
                  <a:lnTo>
                    <a:pt x="324747" y="19733"/>
                  </a:lnTo>
                  <a:lnTo>
                    <a:pt x="285085" y="14936"/>
                  </a:lnTo>
                  <a:lnTo>
                    <a:pt x="243112" y="10992"/>
                  </a:lnTo>
                  <a:lnTo>
                    <a:pt x="197767" y="7735"/>
                  </a:lnTo>
                  <a:lnTo>
                    <a:pt x="149444" y="5071"/>
                  </a:lnTo>
                  <a:lnTo>
                    <a:pt x="100849" y="2977"/>
                  </a:lnTo>
                  <a:lnTo>
                    <a:pt x="57174" y="1473"/>
                  </a:lnTo>
                  <a:lnTo>
                    <a:pt x="24441" y="551"/>
                  </a:lnTo>
                  <a:lnTo>
                    <a:pt x="6096" y="120"/>
                  </a:lnTo>
                  <a:lnTo>
                    <a:pt x="283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2050472" y="4866571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2050472" y="4899318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2050472" y="4932065"/>
              <a:ext cx="1385454" cy="65493"/>
            </a:xfrm>
            <a:custGeom>
              <a:avLst/>
              <a:pathLst>
                <a:path w="1385454" h="65493">
                  <a:moveTo>
                    <a:pt x="0" y="65493"/>
                  </a:moveTo>
                  <a:lnTo>
                    <a:pt x="1795" y="65487"/>
                  </a:lnTo>
                  <a:lnTo>
                    <a:pt x="12910" y="65448"/>
                  </a:lnTo>
                  <a:lnTo>
                    <a:pt x="38198" y="65340"/>
                  </a:lnTo>
                  <a:lnTo>
                    <a:pt x="76837" y="65141"/>
                  </a:lnTo>
                  <a:lnTo>
                    <a:pt x="123684" y="64843"/>
                  </a:lnTo>
                  <a:lnTo>
                    <a:pt x="172734" y="64448"/>
                  </a:lnTo>
                  <a:lnTo>
                    <a:pt x="219889" y="63957"/>
                  </a:lnTo>
                  <a:lnTo>
                    <a:pt x="263627" y="63361"/>
                  </a:lnTo>
                  <a:lnTo>
                    <a:pt x="304365" y="62639"/>
                  </a:lnTo>
                  <a:lnTo>
                    <a:pt x="343578" y="61756"/>
                  </a:lnTo>
                  <a:lnTo>
                    <a:pt x="383098" y="60677"/>
                  </a:lnTo>
                  <a:lnTo>
                    <a:pt x="404090" y="60035"/>
                  </a:lnTo>
                  <a:lnTo>
                    <a:pt x="439608" y="58866"/>
                  </a:lnTo>
                  <a:lnTo>
                    <a:pt x="477314" y="57536"/>
                  </a:lnTo>
                  <a:lnTo>
                    <a:pt x="517488" y="56046"/>
                  </a:lnTo>
                  <a:lnTo>
                    <a:pt x="560108" y="54407"/>
                  </a:lnTo>
                  <a:lnTo>
                    <a:pt x="604856" y="52644"/>
                  </a:lnTo>
                  <a:lnTo>
                    <a:pt x="651153" y="50793"/>
                  </a:lnTo>
                  <a:lnTo>
                    <a:pt x="698223" y="48898"/>
                  </a:lnTo>
                  <a:lnTo>
                    <a:pt x="745189" y="47009"/>
                  </a:lnTo>
                  <a:lnTo>
                    <a:pt x="791189" y="45175"/>
                  </a:lnTo>
                  <a:lnTo>
                    <a:pt x="835484" y="43438"/>
                  </a:lnTo>
                  <a:lnTo>
                    <a:pt x="877551" y="41832"/>
                  </a:lnTo>
                  <a:lnTo>
                    <a:pt x="917142" y="40378"/>
                  </a:lnTo>
                  <a:lnTo>
                    <a:pt x="954301" y="39086"/>
                  </a:lnTo>
                  <a:lnTo>
                    <a:pt x="981363" y="38204"/>
                  </a:lnTo>
                  <a:lnTo>
                    <a:pt x="1021686" y="37012"/>
                  </a:lnTo>
                  <a:lnTo>
                    <a:pt x="1060831" y="36032"/>
                  </a:lnTo>
                  <a:lnTo>
                    <a:pt x="1100562" y="35232"/>
                  </a:lnTo>
                  <a:lnTo>
                    <a:pt x="1142619" y="34574"/>
                  </a:lnTo>
                  <a:lnTo>
                    <a:pt x="1188061" y="34032"/>
                  </a:lnTo>
                  <a:lnTo>
                    <a:pt x="1236479" y="33588"/>
                  </a:lnTo>
                  <a:lnTo>
                    <a:pt x="1285130" y="33239"/>
                  </a:lnTo>
                  <a:lnTo>
                    <a:pt x="1328776" y="32989"/>
                  </a:lnTo>
                  <a:lnTo>
                    <a:pt x="1361379" y="32837"/>
                  </a:lnTo>
                  <a:lnTo>
                    <a:pt x="1379535" y="32766"/>
                  </a:lnTo>
                  <a:lnTo>
                    <a:pt x="1385197" y="32747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5"/>
                  </a:lnTo>
                  <a:lnTo>
                    <a:pt x="1372544" y="45"/>
                  </a:lnTo>
                  <a:lnTo>
                    <a:pt x="1347256" y="152"/>
                  </a:lnTo>
                  <a:lnTo>
                    <a:pt x="1308617" y="351"/>
                  </a:lnTo>
                  <a:lnTo>
                    <a:pt x="1261770" y="650"/>
                  </a:lnTo>
                  <a:lnTo>
                    <a:pt x="1212719" y="1044"/>
                  </a:lnTo>
                  <a:lnTo>
                    <a:pt x="1165565" y="1535"/>
                  </a:lnTo>
                  <a:lnTo>
                    <a:pt x="1121826" y="2131"/>
                  </a:lnTo>
                  <a:lnTo>
                    <a:pt x="1081089" y="2854"/>
                  </a:lnTo>
                  <a:lnTo>
                    <a:pt x="1041876" y="3736"/>
                  </a:lnTo>
                  <a:lnTo>
                    <a:pt x="1002355" y="4816"/>
                  </a:lnTo>
                  <a:lnTo>
                    <a:pt x="981363" y="5457"/>
                  </a:lnTo>
                  <a:lnTo>
                    <a:pt x="945846" y="6626"/>
                  </a:lnTo>
                  <a:lnTo>
                    <a:pt x="908140" y="7956"/>
                  </a:lnTo>
                  <a:lnTo>
                    <a:pt x="867965" y="9447"/>
                  </a:lnTo>
                  <a:lnTo>
                    <a:pt x="825345" y="11086"/>
                  </a:lnTo>
                  <a:lnTo>
                    <a:pt x="780597" y="12849"/>
                  </a:lnTo>
                  <a:lnTo>
                    <a:pt x="734301" y="14700"/>
                  </a:lnTo>
                  <a:lnTo>
                    <a:pt x="687231" y="16594"/>
                  </a:lnTo>
                  <a:lnTo>
                    <a:pt x="640264" y="18483"/>
                  </a:lnTo>
                  <a:lnTo>
                    <a:pt x="594265" y="20317"/>
                  </a:lnTo>
                  <a:lnTo>
                    <a:pt x="549970" y="22054"/>
                  </a:lnTo>
                  <a:lnTo>
                    <a:pt x="507902" y="23660"/>
                  </a:lnTo>
                  <a:lnTo>
                    <a:pt x="468312" y="25114"/>
                  </a:lnTo>
                  <a:lnTo>
                    <a:pt x="431152" y="26406"/>
                  </a:lnTo>
                  <a:lnTo>
                    <a:pt x="404090" y="27288"/>
                  </a:lnTo>
                  <a:lnTo>
                    <a:pt x="363767" y="28481"/>
                  </a:lnTo>
                  <a:lnTo>
                    <a:pt x="324623" y="29460"/>
                  </a:lnTo>
                  <a:lnTo>
                    <a:pt x="284891" y="30260"/>
                  </a:lnTo>
                  <a:lnTo>
                    <a:pt x="242835" y="30918"/>
                  </a:lnTo>
                  <a:lnTo>
                    <a:pt x="197392" y="31461"/>
                  </a:lnTo>
                  <a:lnTo>
                    <a:pt x="148975" y="31905"/>
                  </a:lnTo>
                  <a:lnTo>
                    <a:pt x="100324" y="32253"/>
                  </a:lnTo>
                  <a:lnTo>
                    <a:pt x="56677" y="32503"/>
                  </a:lnTo>
                  <a:lnTo>
                    <a:pt x="24074" y="32656"/>
                  </a:lnTo>
                  <a:lnTo>
                    <a:pt x="5918" y="32727"/>
                  </a:lnTo>
                  <a:lnTo>
                    <a:pt x="256" y="32745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2050472" y="6012707"/>
              <a:ext cx="1385454" cy="687681"/>
            </a:xfrm>
            <a:custGeom>
              <a:avLst/>
              <a:pathLst>
                <a:path w="1385454" h="687681">
                  <a:moveTo>
                    <a:pt x="0" y="687681"/>
                  </a:moveTo>
                  <a:lnTo>
                    <a:pt x="1705" y="687576"/>
                  </a:lnTo>
                  <a:lnTo>
                    <a:pt x="12297" y="686823"/>
                  </a:lnTo>
                  <a:lnTo>
                    <a:pt x="36516" y="684779"/>
                  </a:lnTo>
                  <a:lnTo>
                    <a:pt x="73808" y="680985"/>
                  </a:lnTo>
                  <a:lnTo>
                    <a:pt x="119440" y="675278"/>
                  </a:lnTo>
                  <a:lnTo>
                    <a:pt x="167651" y="667696"/>
                  </a:lnTo>
                  <a:lnTo>
                    <a:pt x="214317" y="658268"/>
                  </a:lnTo>
                  <a:lnTo>
                    <a:pt x="257740" y="646847"/>
                  </a:lnTo>
                  <a:lnTo>
                    <a:pt x="298128" y="633051"/>
                  </a:lnTo>
                  <a:lnTo>
                    <a:pt x="336781" y="616280"/>
                  </a:lnTo>
                  <a:lnTo>
                    <a:pt x="375425" y="595823"/>
                  </a:lnTo>
                  <a:lnTo>
                    <a:pt x="404090" y="578525"/>
                  </a:lnTo>
                  <a:lnTo>
                    <a:pt x="435725" y="557794"/>
                  </a:lnTo>
                  <a:lnTo>
                    <a:pt x="469071" y="534492"/>
                  </a:lnTo>
                  <a:lnTo>
                    <a:pt x="504365" y="508608"/>
                  </a:lnTo>
                  <a:lnTo>
                    <a:pt x="541647" y="480271"/>
                  </a:lnTo>
                  <a:lnTo>
                    <a:pt x="580766" y="449763"/>
                  </a:lnTo>
                  <a:lnTo>
                    <a:pt x="621395" y="417519"/>
                  </a:lnTo>
                  <a:lnTo>
                    <a:pt x="663054" y="384109"/>
                  </a:lnTo>
                  <a:lnTo>
                    <a:pt x="705157" y="350199"/>
                  </a:lnTo>
                  <a:lnTo>
                    <a:pt x="747074" y="316500"/>
                  </a:lnTo>
                  <a:lnTo>
                    <a:pt x="788190" y="283702"/>
                  </a:lnTo>
                  <a:lnTo>
                    <a:pt x="827977" y="252421"/>
                  </a:lnTo>
                  <a:lnTo>
                    <a:pt x="866041" y="223151"/>
                  </a:lnTo>
                  <a:lnTo>
                    <a:pt x="902156" y="196238"/>
                  </a:lnTo>
                  <a:lnTo>
                    <a:pt x="936283" y="171871"/>
                  </a:lnTo>
                  <a:lnTo>
                    <a:pt x="968579" y="150096"/>
                  </a:lnTo>
                  <a:lnTo>
                    <a:pt x="981363" y="141902"/>
                  </a:lnTo>
                  <a:lnTo>
                    <a:pt x="1020999" y="118438"/>
                  </a:lnTo>
                  <a:lnTo>
                    <a:pt x="1059469" y="99087"/>
                  </a:lnTo>
                  <a:lnTo>
                    <a:pt x="1098443" y="83223"/>
                  </a:lnTo>
                  <a:lnTo>
                    <a:pt x="1139587" y="70148"/>
                  </a:lnTo>
                  <a:lnTo>
                    <a:pt x="1183968" y="59316"/>
                  </a:lnTo>
                  <a:lnTo>
                    <a:pt x="1231341" y="50412"/>
                  </a:lnTo>
                  <a:lnTo>
                    <a:pt x="1279345" y="43351"/>
                  </a:lnTo>
                  <a:lnTo>
                    <a:pt x="1323233" y="38183"/>
                  </a:lnTo>
                  <a:lnTo>
                    <a:pt x="1357194" y="34911"/>
                  </a:lnTo>
                  <a:lnTo>
                    <a:pt x="1377403" y="33288"/>
                  </a:lnTo>
                  <a:lnTo>
                    <a:pt x="1384803" y="32785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748" y="104"/>
                  </a:lnTo>
                  <a:lnTo>
                    <a:pt x="1373156" y="857"/>
                  </a:lnTo>
                  <a:lnTo>
                    <a:pt x="1348937" y="2901"/>
                  </a:lnTo>
                  <a:lnTo>
                    <a:pt x="1311646" y="6696"/>
                  </a:lnTo>
                  <a:lnTo>
                    <a:pt x="1266013" y="12403"/>
                  </a:lnTo>
                  <a:lnTo>
                    <a:pt x="1217802" y="19984"/>
                  </a:lnTo>
                  <a:lnTo>
                    <a:pt x="1171137" y="29412"/>
                  </a:lnTo>
                  <a:lnTo>
                    <a:pt x="1127714" y="40833"/>
                  </a:lnTo>
                  <a:lnTo>
                    <a:pt x="1087325" y="54629"/>
                  </a:lnTo>
                  <a:lnTo>
                    <a:pt x="1048673" y="71400"/>
                  </a:lnTo>
                  <a:lnTo>
                    <a:pt x="1010029" y="91858"/>
                  </a:lnTo>
                  <a:lnTo>
                    <a:pt x="981363" y="109155"/>
                  </a:lnTo>
                  <a:lnTo>
                    <a:pt x="949729" y="129886"/>
                  </a:lnTo>
                  <a:lnTo>
                    <a:pt x="916382" y="153188"/>
                  </a:lnTo>
                  <a:lnTo>
                    <a:pt x="881088" y="179072"/>
                  </a:lnTo>
                  <a:lnTo>
                    <a:pt x="843807" y="207409"/>
                  </a:lnTo>
                  <a:lnTo>
                    <a:pt x="804687" y="237917"/>
                  </a:lnTo>
                  <a:lnTo>
                    <a:pt x="764059" y="270161"/>
                  </a:lnTo>
                  <a:lnTo>
                    <a:pt x="722400" y="303572"/>
                  </a:lnTo>
                  <a:lnTo>
                    <a:pt x="680296" y="337481"/>
                  </a:lnTo>
                  <a:lnTo>
                    <a:pt x="638380" y="371180"/>
                  </a:lnTo>
                  <a:lnTo>
                    <a:pt x="597264" y="403978"/>
                  </a:lnTo>
                  <a:lnTo>
                    <a:pt x="557476" y="435259"/>
                  </a:lnTo>
                  <a:lnTo>
                    <a:pt x="519413" y="464529"/>
                  </a:lnTo>
                  <a:lnTo>
                    <a:pt x="483298" y="491443"/>
                  </a:lnTo>
                  <a:lnTo>
                    <a:pt x="449170" y="515809"/>
                  </a:lnTo>
                  <a:lnTo>
                    <a:pt x="416875" y="537585"/>
                  </a:lnTo>
                  <a:lnTo>
                    <a:pt x="404090" y="545778"/>
                  </a:lnTo>
                  <a:lnTo>
                    <a:pt x="364454" y="569243"/>
                  </a:lnTo>
                  <a:lnTo>
                    <a:pt x="325985" y="588593"/>
                  </a:lnTo>
                  <a:lnTo>
                    <a:pt x="287011" y="604457"/>
                  </a:lnTo>
                  <a:lnTo>
                    <a:pt x="245867" y="617533"/>
                  </a:lnTo>
                  <a:lnTo>
                    <a:pt x="201486" y="628365"/>
                  </a:lnTo>
                  <a:lnTo>
                    <a:pt x="154112" y="637268"/>
                  </a:lnTo>
                  <a:lnTo>
                    <a:pt x="106108" y="644329"/>
                  </a:lnTo>
                  <a:lnTo>
                    <a:pt x="62221" y="649497"/>
                  </a:lnTo>
                  <a:lnTo>
                    <a:pt x="28260" y="652770"/>
                  </a:lnTo>
                  <a:lnTo>
                    <a:pt x="8050" y="654393"/>
                  </a:lnTo>
                  <a:lnTo>
                    <a:pt x="650" y="654896"/>
                  </a:lnTo>
                  <a:lnTo>
                    <a:pt x="0" y="654934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2050472" y="4964812"/>
              <a:ext cx="1385454" cy="1702830"/>
            </a:xfrm>
            <a:custGeom>
              <a:avLst/>
              <a:pathLst>
                <a:path w="1385454" h="1702830">
                  <a:moveTo>
                    <a:pt x="0" y="1702830"/>
                  </a:moveTo>
                  <a:lnTo>
                    <a:pt x="1085" y="1702663"/>
                  </a:lnTo>
                  <a:lnTo>
                    <a:pt x="7966" y="1701464"/>
                  </a:lnTo>
                  <a:lnTo>
                    <a:pt x="24305" y="1698175"/>
                  </a:lnTo>
                  <a:lnTo>
                    <a:pt x="50960" y="1691909"/>
                  </a:lnTo>
                  <a:lnTo>
                    <a:pt x="86031" y="1682164"/>
                  </a:lnTo>
                  <a:lnTo>
                    <a:pt x="126000" y="1668835"/>
                  </a:lnTo>
                  <a:lnTo>
                    <a:pt x="167312" y="1652022"/>
                  </a:lnTo>
                  <a:lnTo>
                    <a:pt x="207464" y="1631766"/>
                  </a:lnTo>
                  <a:lnTo>
                    <a:pt x="245290" y="1607864"/>
                  </a:lnTo>
                  <a:lnTo>
                    <a:pt x="280717" y="1579790"/>
                  </a:lnTo>
                  <a:lnTo>
                    <a:pt x="314379" y="1546697"/>
                  </a:lnTo>
                  <a:lnTo>
                    <a:pt x="347280" y="1507496"/>
                  </a:lnTo>
                  <a:lnTo>
                    <a:pt x="380524" y="1461051"/>
                  </a:lnTo>
                  <a:lnTo>
                    <a:pt x="404090" y="1424482"/>
                  </a:lnTo>
                  <a:lnTo>
                    <a:pt x="427979" y="1384913"/>
                  </a:lnTo>
                  <a:lnTo>
                    <a:pt x="452811" y="1341584"/>
                  </a:lnTo>
                  <a:lnTo>
                    <a:pt x="478719" y="1294434"/>
                  </a:lnTo>
                  <a:lnTo>
                    <a:pt x="505773" y="1243508"/>
                  </a:lnTo>
                  <a:lnTo>
                    <a:pt x="533977" y="1188975"/>
                  </a:lnTo>
                  <a:lnTo>
                    <a:pt x="563271" y="1131136"/>
                  </a:lnTo>
                  <a:lnTo>
                    <a:pt x="593535" y="1070425"/>
                  </a:lnTo>
                  <a:lnTo>
                    <a:pt x="624594" y="1007400"/>
                  </a:lnTo>
                  <a:lnTo>
                    <a:pt x="656225" y="942725"/>
                  </a:lnTo>
                  <a:lnTo>
                    <a:pt x="688171" y="877147"/>
                  </a:lnTo>
                  <a:lnTo>
                    <a:pt x="720157" y="811455"/>
                  </a:lnTo>
                  <a:lnTo>
                    <a:pt x="751905" y="746446"/>
                  </a:lnTo>
                  <a:lnTo>
                    <a:pt x="783151" y="682879"/>
                  </a:lnTo>
                  <a:lnTo>
                    <a:pt x="813662" y="621447"/>
                  </a:lnTo>
                  <a:lnTo>
                    <a:pt x="843247" y="562741"/>
                  </a:lnTo>
                  <a:lnTo>
                    <a:pt x="871769" y="507231"/>
                  </a:lnTo>
                  <a:lnTo>
                    <a:pt x="899153" y="455256"/>
                  </a:lnTo>
                  <a:lnTo>
                    <a:pt x="925383" y="407021"/>
                  </a:lnTo>
                  <a:lnTo>
                    <a:pt x="950510" y="362607"/>
                  </a:lnTo>
                  <a:lnTo>
                    <a:pt x="974650" y="321980"/>
                  </a:lnTo>
                  <a:lnTo>
                    <a:pt x="981363" y="311093"/>
                  </a:lnTo>
                  <a:lnTo>
                    <a:pt x="1015403" y="259195"/>
                  </a:lnTo>
                  <a:lnTo>
                    <a:pt x="1048426" y="215121"/>
                  </a:lnTo>
                  <a:lnTo>
                    <a:pt x="1081446" y="177951"/>
                  </a:lnTo>
                  <a:lnTo>
                    <a:pt x="1115562" y="146533"/>
                  </a:lnTo>
                  <a:lnTo>
                    <a:pt x="1151695" y="119837"/>
                  </a:lnTo>
                  <a:lnTo>
                    <a:pt x="1190299" y="97113"/>
                  </a:lnTo>
                  <a:lnTo>
                    <a:pt x="1230999" y="77939"/>
                  </a:lnTo>
                  <a:lnTo>
                    <a:pt x="1272223" y="62202"/>
                  </a:lnTo>
                  <a:lnTo>
                    <a:pt x="1311072" y="49985"/>
                  </a:lnTo>
                  <a:lnTo>
                    <a:pt x="1343850" y="41353"/>
                  </a:lnTo>
                  <a:lnTo>
                    <a:pt x="1367374" y="36091"/>
                  </a:lnTo>
                  <a:lnTo>
                    <a:pt x="1380529" y="33562"/>
                  </a:lnTo>
                  <a:lnTo>
                    <a:pt x="1385091" y="32800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4369" y="166"/>
                  </a:lnTo>
                  <a:lnTo>
                    <a:pt x="1377488" y="1365"/>
                  </a:lnTo>
                  <a:lnTo>
                    <a:pt x="1361149" y="4654"/>
                  </a:lnTo>
                  <a:lnTo>
                    <a:pt x="1334494" y="10920"/>
                  </a:lnTo>
                  <a:lnTo>
                    <a:pt x="1299423" y="20665"/>
                  </a:lnTo>
                  <a:lnTo>
                    <a:pt x="1259454" y="33994"/>
                  </a:lnTo>
                  <a:lnTo>
                    <a:pt x="1218142" y="50807"/>
                  </a:lnTo>
                  <a:lnTo>
                    <a:pt x="1177989" y="71063"/>
                  </a:lnTo>
                  <a:lnTo>
                    <a:pt x="1140163" y="94965"/>
                  </a:lnTo>
                  <a:lnTo>
                    <a:pt x="1104737" y="123039"/>
                  </a:lnTo>
                  <a:lnTo>
                    <a:pt x="1071075" y="156132"/>
                  </a:lnTo>
                  <a:lnTo>
                    <a:pt x="1038174" y="195334"/>
                  </a:lnTo>
                  <a:lnTo>
                    <a:pt x="1004929" y="241778"/>
                  </a:lnTo>
                  <a:lnTo>
                    <a:pt x="981363" y="278347"/>
                  </a:lnTo>
                  <a:lnTo>
                    <a:pt x="957474" y="317916"/>
                  </a:lnTo>
                  <a:lnTo>
                    <a:pt x="932643" y="361245"/>
                  </a:lnTo>
                  <a:lnTo>
                    <a:pt x="906734" y="408395"/>
                  </a:lnTo>
                  <a:lnTo>
                    <a:pt x="879680" y="459321"/>
                  </a:lnTo>
                  <a:lnTo>
                    <a:pt x="851477" y="513854"/>
                  </a:lnTo>
                  <a:lnTo>
                    <a:pt x="822183" y="571693"/>
                  </a:lnTo>
                  <a:lnTo>
                    <a:pt x="791919" y="632404"/>
                  </a:lnTo>
                  <a:lnTo>
                    <a:pt x="760860" y="695429"/>
                  </a:lnTo>
                  <a:lnTo>
                    <a:pt x="729229" y="760104"/>
                  </a:lnTo>
                  <a:lnTo>
                    <a:pt x="697282" y="825682"/>
                  </a:lnTo>
                  <a:lnTo>
                    <a:pt x="665296" y="891374"/>
                  </a:lnTo>
                  <a:lnTo>
                    <a:pt x="633548" y="956384"/>
                  </a:lnTo>
                  <a:lnTo>
                    <a:pt x="602302" y="1019950"/>
                  </a:lnTo>
                  <a:lnTo>
                    <a:pt x="571792" y="1081382"/>
                  </a:lnTo>
                  <a:lnTo>
                    <a:pt x="542207" y="1140088"/>
                  </a:lnTo>
                  <a:lnTo>
                    <a:pt x="513684" y="1195598"/>
                  </a:lnTo>
                  <a:lnTo>
                    <a:pt x="486301" y="1247573"/>
                  </a:lnTo>
                  <a:lnTo>
                    <a:pt x="460071" y="1295808"/>
                  </a:lnTo>
                  <a:lnTo>
                    <a:pt x="434943" y="1340222"/>
                  </a:lnTo>
                  <a:lnTo>
                    <a:pt x="410803" y="1380849"/>
                  </a:lnTo>
                  <a:lnTo>
                    <a:pt x="404090" y="1391736"/>
                  </a:lnTo>
                  <a:lnTo>
                    <a:pt x="370051" y="1443634"/>
                  </a:lnTo>
                  <a:lnTo>
                    <a:pt x="337027" y="1487708"/>
                  </a:lnTo>
                  <a:lnTo>
                    <a:pt x="304008" y="1524878"/>
                  </a:lnTo>
                  <a:lnTo>
                    <a:pt x="269892" y="1556297"/>
                  </a:lnTo>
                  <a:lnTo>
                    <a:pt x="233759" y="1582992"/>
                  </a:lnTo>
                  <a:lnTo>
                    <a:pt x="195155" y="1605716"/>
                  </a:lnTo>
                  <a:lnTo>
                    <a:pt x="154454" y="1624890"/>
                  </a:lnTo>
                  <a:lnTo>
                    <a:pt x="113231" y="1640627"/>
                  </a:lnTo>
                  <a:lnTo>
                    <a:pt x="74382" y="1652844"/>
                  </a:lnTo>
                  <a:lnTo>
                    <a:pt x="41603" y="1661476"/>
                  </a:lnTo>
                  <a:lnTo>
                    <a:pt x="18080" y="1666738"/>
                  </a:lnTo>
                  <a:lnTo>
                    <a:pt x="4924" y="1669267"/>
                  </a:lnTo>
                  <a:lnTo>
                    <a:pt x="362" y="1670029"/>
                  </a:lnTo>
                  <a:lnTo>
                    <a:pt x="0" y="1670083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2050472" y="6045454"/>
              <a:ext cx="1385454" cy="687681"/>
            </a:xfrm>
            <a:custGeom>
              <a:avLst/>
              <a:pathLst>
                <a:path w="1385454" h="687681">
                  <a:moveTo>
                    <a:pt x="0" y="687681"/>
                  </a:moveTo>
                  <a:lnTo>
                    <a:pt x="1705" y="687576"/>
                  </a:lnTo>
                  <a:lnTo>
                    <a:pt x="12297" y="686823"/>
                  </a:lnTo>
                  <a:lnTo>
                    <a:pt x="36516" y="684779"/>
                  </a:lnTo>
                  <a:lnTo>
                    <a:pt x="73808" y="680985"/>
                  </a:lnTo>
                  <a:lnTo>
                    <a:pt x="119440" y="675278"/>
                  </a:lnTo>
                  <a:lnTo>
                    <a:pt x="167651" y="667696"/>
                  </a:lnTo>
                  <a:lnTo>
                    <a:pt x="214317" y="658268"/>
                  </a:lnTo>
                  <a:lnTo>
                    <a:pt x="257740" y="646847"/>
                  </a:lnTo>
                  <a:lnTo>
                    <a:pt x="298128" y="633051"/>
                  </a:lnTo>
                  <a:lnTo>
                    <a:pt x="336781" y="616280"/>
                  </a:lnTo>
                  <a:lnTo>
                    <a:pt x="375425" y="595823"/>
                  </a:lnTo>
                  <a:lnTo>
                    <a:pt x="404090" y="578525"/>
                  </a:lnTo>
                  <a:lnTo>
                    <a:pt x="435725" y="557794"/>
                  </a:lnTo>
                  <a:lnTo>
                    <a:pt x="469071" y="534492"/>
                  </a:lnTo>
                  <a:lnTo>
                    <a:pt x="504365" y="508608"/>
                  </a:lnTo>
                  <a:lnTo>
                    <a:pt x="541647" y="480271"/>
                  </a:lnTo>
                  <a:lnTo>
                    <a:pt x="580766" y="449763"/>
                  </a:lnTo>
                  <a:lnTo>
                    <a:pt x="621395" y="417519"/>
                  </a:lnTo>
                  <a:lnTo>
                    <a:pt x="663054" y="384109"/>
                  </a:lnTo>
                  <a:lnTo>
                    <a:pt x="705157" y="350199"/>
                  </a:lnTo>
                  <a:lnTo>
                    <a:pt x="747074" y="316500"/>
                  </a:lnTo>
                  <a:lnTo>
                    <a:pt x="788190" y="283702"/>
                  </a:lnTo>
                  <a:lnTo>
                    <a:pt x="827977" y="252421"/>
                  </a:lnTo>
                  <a:lnTo>
                    <a:pt x="866041" y="223151"/>
                  </a:lnTo>
                  <a:lnTo>
                    <a:pt x="902156" y="196238"/>
                  </a:lnTo>
                  <a:lnTo>
                    <a:pt x="936283" y="171871"/>
                  </a:lnTo>
                  <a:lnTo>
                    <a:pt x="968579" y="150096"/>
                  </a:lnTo>
                  <a:lnTo>
                    <a:pt x="981363" y="141902"/>
                  </a:lnTo>
                  <a:lnTo>
                    <a:pt x="1020999" y="118438"/>
                  </a:lnTo>
                  <a:lnTo>
                    <a:pt x="1059469" y="99087"/>
                  </a:lnTo>
                  <a:lnTo>
                    <a:pt x="1098443" y="83223"/>
                  </a:lnTo>
                  <a:lnTo>
                    <a:pt x="1139587" y="70148"/>
                  </a:lnTo>
                  <a:lnTo>
                    <a:pt x="1183968" y="59316"/>
                  </a:lnTo>
                  <a:lnTo>
                    <a:pt x="1231341" y="50412"/>
                  </a:lnTo>
                  <a:lnTo>
                    <a:pt x="1279345" y="43351"/>
                  </a:lnTo>
                  <a:lnTo>
                    <a:pt x="1323233" y="38183"/>
                  </a:lnTo>
                  <a:lnTo>
                    <a:pt x="1357194" y="34911"/>
                  </a:lnTo>
                  <a:lnTo>
                    <a:pt x="1377403" y="33288"/>
                  </a:lnTo>
                  <a:lnTo>
                    <a:pt x="1384803" y="32785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748" y="104"/>
                  </a:lnTo>
                  <a:lnTo>
                    <a:pt x="1373156" y="857"/>
                  </a:lnTo>
                  <a:lnTo>
                    <a:pt x="1348937" y="2901"/>
                  </a:lnTo>
                  <a:lnTo>
                    <a:pt x="1311646" y="6696"/>
                  </a:lnTo>
                  <a:lnTo>
                    <a:pt x="1266013" y="12403"/>
                  </a:lnTo>
                  <a:lnTo>
                    <a:pt x="1217802" y="19984"/>
                  </a:lnTo>
                  <a:lnTo>
                    <a:pt x="1171137" y="29412"/>
                  </a:lnTo>
                  <a:lnTo>
                    <a:pt x="1127714" y="40833"/>
                  </a:lnTo>
                  <a:lnTo>
                    <a:pt x="1087325" y="54629"/>
                  </a:lnTo>
                  <a:lnTo>
                    <a:pt x="1048673" y="71400"/>
                  </a:lnTo>
                  <a:lnTo>
                    <a:pt x="1010029" y="91858"/>
                  </a:lnTo>
                  <a:lnTo>
                    <a:pt x="981363" y="109155"/>
                  </a:lnTo>
                  <a:lnTo>
                    <a:pt x="949729" y="129886"/>
                  </a:lnTo>
                  <a:lnTo>
                    <a:pt x="916382" y="153188"/>
                  </a:lnTo>
                  <a:lnTo>
                    <a:pt x="881088" y="179072"/>
                  </a:lnTo>
                  <a:lnTo>
                    <a:pt x="843807" y="207409"/>
                  </a:lnTo>
                  <a:lnTo>
                    <a:pt x="804687" y="237917"/>
                  </a:lnTo>
                  <a:lnTo>
                    <a:pt x="764059" y="270161"/>
                  </a:lnTo>
                  <a:lnTo>
                    <a:pt x="722400" y="303572"/>
                  </a:lnTo>
                  <a:lnTo>
                    <a:pt x="680296" y="337481"/>
                  </a:lnTo>
                  <a:lnTo>
                    <a:pt x="638380" y="371180"/>
                  </a:lnTo>
                  <a:lnTo>
                    <a:pt x="597264" y="403978"/>
                  </a:lnTo>
                  <a:lnTo>
                    <a:pt x="557476" y="435259"/>
                  </a:lnTo>
                  <a:lnTo>
                    <a:pt x="519413" y="464529"/>
                  </a:lnTo>
                  <a:lnTo>
                    <a:pt x="483298" y="491443"/>
                  </a:lnTo>
                  <a:lnTo>
                    <a:pt x="449170" y="515809"/>
                  </a:lnTo>
                  <a:lnTo>
                    <a:pt x="416875" y="537585"/>
                  </a:lnTo>
                  <a:lnTo>
                    <a:pt x="404090" y="545778"/>
                  </a:lnTo>
                  <a:lnTo>
                    <a:pt x="364454" y="569243"/>
                  </a:lnTo>
                  <a:lnTo>
                    <a:pt x="325985" y="588593"/>
                  </a:lnTo>
                  <a:lnTo>
                    <a:pt x="287011" y="604457"/>
                  </a:lnTo>
                  <a:lnTo>
                    <a:pt x="245867" y="617533"/>
                  </a:lnTo>
                  <a:lnTo>
                    <a:pt x="201486" y="628365"/>
                  </a:lnTo>
                  <a:lnTo>
                    <a:pt x="154112" y="637268"/>
                  </a:lnTo>
                  <a:lnTo>
                    <a:pt x="106108" y="644329"/>
                  </a:lnTo>
                  <a:lnTo>
                    <a:pt x="62221" y="649497"/>
                  </a:lnTo>
                  <a:lnTo>
                    <a:pt x="28260" y="652770"/>
                  </a:lnTo>
                  <a:lnTo>
                    <a:pt x="8050" y="654393"/>
                  </a:lnTo>
                  <a:lnTo>
                    <a:pt x="650" y="654896"/>
                  </a:lnTo>
                  <a:lnTo>
                    <a:pt x="0" y="654934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2050472" y="6078201"/>
              <a:ext cx="1385454" cy="687681"/>
            </a:xfrm>
            <a:custGeom>
              <a:avLst/>
              <a:pathLst>
                <a:path w="1385454" h="687681">
                  <a:moveTo>
                    <a:pt x="0" y="687681"/>
                  </a:moveTo>
                  <a:lnTo>
                    <a:pt x="1705" y="687576"/>
                  </a:lnTo>
                  <a:lnTo>
                    <a:pt x="12297" y="686823"/>
                  </a:lnTo>
                  <a:lnTo>
                    <a:pt x="36516" y="684779"/>
                  </a:lnTo>
                  <a:lnTo>
                    <a:pt x="73808" y="680985"/>
                  </a:lnTo>
                  <a:lnTo>
                    <a:pt x="119440" y="675278"/>
                  </a:lnTo>
                  <a:lnTo>
                    <a:pt x="167651" y="667696"/>
                  </a:lnTo>
                  <a:lnTo>
                    <a:pt x="214317" y="658268"/>
                  </a:lnTo>
                  <a:lnTo>
                    <a:pt x="257740" y="646847"/>
                  </a:lnTo>
                  <a:lnTo>
                    <a:pt x="298128" y="633051"/>
                  </a:lnTo>
                  <a:lnTo>
                    <a:pt x="336781" y="616280"/>
                  </a:lnTo>
                  <a:lnTo>
                    <a:pt x="375425" y="595823"/>
                  </a:lnTo>
                  <a:lnTo>
                    <a:pt x="404090" y="578525"/>
                  </a:lnTo>
                  <a:lnTo>
                    <a:pt x="435725" y="557794"/>
                  </a:lnTo>
                  <a:lnTo>
                    <a:pt x="469071" y="534492"/>
                  </a:lnTo>
                  <a:lnTo>
                    <a:pt x="504365" y="508608"/>
                  </a:lnTo>
                  <a:lnTo>
                    <a:pt x="541647" y="480271"/>
                  </a:lnTo>
                  <a:lnTo>
                    <a:pt x="580766" y="449763"/>
                  </a:lnTo>
                  <a:lnTo>
                    <a:pt x="621395" y="417519"/>
                  </a:lnTo>
                  <a:lnTo>
                    <a:pt x="663054" y="384109"/>
                  </a:lnTo>
                  <a:lnTo>
                    <a:pt x="705157" y="350199"/>
                  </a:lnTo>
                  <a:lnTo>
                    <a:pt x="747074" y="316500"/>
                  </a:lnTo>
                  <a:lnTo>
                    <a:pt x="788190" y="283702"/>
                  </a:lnTo>
                  <a:lnTo>
                    <a:pt x="827977" y="252421"/>
                  </a:lnTo>
                  <a:lnTo>
                    <a:pt x="866041" y="223151"/>
                  </a:lnTo>
                  <a:lnTo>
                    <a:pt x="902156" y="196238"/>
                  </a:lnTo>
                  <a:lnTo>
                    <a:pt x="936283" y="171871"/>
                  </a:lnTo>
                  <a:lnTo>
                    <a:pt x="968579" y="150096"/>
                  </a:lnTo>
                  <a:lnTo>
                    <a:pt x="981363" y="141902"/>
                  </a:lnTo>
                  <a:lnTo>
                    <a:pt x="1020999" y="118438"/>
                  </a:lnTo>
                  <a:lnTo>
                    <a:pt x="1059469" y="99087"/>
                  </a:lnTo>
                  <a:lnTo>
                    <a:pt x="1098443" y="83223"/>
                  </a:lnTo>
                  <a:lnTo>
                    <a:pt x="1139587" y="70148"/>
                  </a:lnTo>
                  <a:lnTo>
                    <a:pt x="1183968" y="59316"/>
                  </a:lnTo>
                  <a:lnTo>
                    <a:pt x="1231341" y="50412"/>
                  </a:lnTo>
                  <a:lnTo>
                    <a:pt x="1279345" y="43351"/>
                  </a:lnTo>
                  <a:lnTo>
                    <a:pt x="1323233" y="38183"/>
                  </a:lnTo>
                  <a:lnTo>
                    <a:pt x="1357194" y="34911"/>
                  </a:lnTo>
                  <a:lnTo>
                    <a:pt x="1377403" y="33288"/>
                  </a:lnTo>
                  <a:lnTo>
                    <a:pt x="1384803" y="32785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748" y="104"/>
                  </a:lnTo>
                  <a:lnTo>
                    <a:pt x="1373156" y="857"/>
                  </a:lnTo>
                  <a:lnTo>
                    <a:pt x="1348937" y="2901"/>
                  </a:lnTo>
                  <a:lnTo>
                    <a:pt x="1311646" y="6696"/>
                  </a:lnTo>
                  <a:lnTo>
                    <a:pt x="1266013" y="12403"/>
                  </a:lnTo>
                  <a:lnTo>
                    <a:pt x="1217802" y="19984"/>
                  </a:lnTo>
                  <a:lnTo>
                    <a:pt x="1171137" y="29412"/>
                  </a:lnTo>
                  <a:lnTo>
                    <a:pt x="1127714" y="40833"/>
                  </a:lnTo>
                  <a:lnTo>
                    <a:pt x="1087325" y="54629"/>
                  </a:lnTo>
                  <a:lnTo>
                    <a:pt x="1048673" y="71400"/>
                  </a:lnTo>
                  <a:lnTo>
                    <a:pt x="1010029" y="91858"/>
                  </a:lnTo>
                  <a:lnTo>
                    <a:pt x="981363" y="109155"/>
                  </a:lnTo>
                  <a:lnTo>
                    <a:pt x="949729" y="129886"/>
                  </a:lnTo>
                  <a:lnTo>
                    <a:pt x="916382" y="153188"/>
                  </a:lnTo>
                  <a:lnTo>
                    <a:pt x="881088" y="179072"/>
                  </a:lnTo>
                  <a:lnTo>
                    <a:pt x="843807" y="207409"/>
                  </a:lnTo>
                  <a:lnTo>
                    <a:pt x="804687" y="237917"/>
                  </a:lnTo>
                  <a:lnTo>
                    <a:pt x="764059" y="270161"/>
                  </a:lnTo>
                  <a:lnTo>
                    <a:pt x="722400" y="303572"/>
                  </a:lnTo>
                  <a:lnTo>
                    <a:pt x="680296" y="337481"/>
                  </a:lnTo>
                  <a:lnTo>
                    <a:pt x="638380" y="371180"/>
                  </a:lnTo>
                  <a:lnTo>
                    <a:pt x="597264" y="403978"/>
                  </a:lnTo>
                  <a:lnTo>
                    <a:pt x="557476" y="435259"/>
                  </a:lnTo>
                  <a:lnTo>
                    <a:pt x="519413" y="464529"/>
                  </a:lnTo>
                  <a:lnTo>
                    <a:pt x="483298" y="491443"/>
                  </a:lnTo>
                  <a:lnTo>
                    <a:pt x="449170" y="515809"/>
                  </a:lnTo>
                  <a:lnTo>
                    <a:pt x="416875" y="537585"/>
                  </a:lnTo>
                  <a:lnTo>
                    <a:pt x="404090" y="545778"/>
                  </a:lnTo>
                  <a:lnTo>
                    <a:pt x="364454" y="569243"/>
                  </a:lnTo>
                  <a:lnTo>
                    <a:pt x="325985" y="588593"/>
                  </a:lnTo>
                  <a:lnTo>
                    <a:pt x="287011" y="604457"/>
                  </a:lnTo>
                  <a:lnTo>
                    <a:pt x="245867" y="617533"/>
                  </a:lnTo>
                  <a:lnTo>
                    <a:pt x="201486" y="628365"/>
                  </a:lnTo>
                  <a:lnTo>
                    <a:pt x="154112" y="637268"/>
                  </a:lnTo>
                  <a:lnTo>
                    <a:pt x="106108" y="644329"/>
                  </a:lnTo>
                  <a:lnTo>
                    <a:pt x="62221" y="649497"/>
                  </a:lnTo>
                  <a:lnTo>
                    <a:pt x="28260" y="652770"/>
                  </a:lnTo>
                  <a:lnTo>
                    <a:pt x="8050" y="654393"/>
                  </a:lnTo>
                  <a:lnTo>
                    <a:pt x="650" y="654896"/>
                  </a:lnTo>
                  <a:lnTo>
                    <a:pt x="0" y="654934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2050472" y="6798629"/>
              <a:ext cx="1385454" cy="32746"/>
            </a:xfrm>
            <a:custGeom>
              <a:avLst/>
              <a:pathLst>
                <a:path w="1385454" h="32746">
                  <a:moveTo>
                    <a:pt x="0" y="32746"/>
                  </a:moveTo>
                  <a:lnTo>
                    <a:pt x="1795" y="32746"/>
                  </a:lnTo>
                  <a:lnTo>
                    <a:pt x="12912" y="32746"/>
                  </a:lnTo>
                  <a:lnTo>
                    <a:pt x="38202" y="32746"/>
                  </a:lnTo>
                  <a:lnTo>
                    <a:pt x="76845" y="32746"/>
                  </a:lnTo>
                  <a:lnTo>
                    <a:pt x="123695" y="32746"/>
                  </a:lnTo>
                  <a:lnTo>
                    <a:pt x="172748" y="32746"/>
                  </a:lnTo>
                  <a:lnTo>
                    <a:pt x="219903" y="32746"/>
                  </a:lnTo>
                  <a:lnTo>
                    <a:pt x="263642" y="32746"/>
                  </a:lnTo>
                  <a:lnTo>
                    <a:pt x="304381" y="32746"/>
                  </a:lnTo>
                  <a:lnTo>
                    <a:pt x="343595" y="32746"/>
                  </a:lnTo>
                  <a:lnTo>
                    <a:pt x="383118" y="32746"/>
                  </a:lnTo>
                  <a:lnTo>
                    <a:pt x="404090" y="32746"/>
                  </a:lnTo>
                  <a:lnTo>
                    <a:pt x="439621" y="32746"/>
                  </a:lnTo>
                  <a:lnTo>
                    <a:pt x="477342" y="32746"/>
                  </a:lnTo>
                  <a:lnTo>
                    <a:pt x="517533" y="32746"/>
                  </a:lnTo>
                  <a:lnTo>
                    <a:pt x="560171" y="32746"/>
                  </a:lnTo>
                  <a:lnTo>
                    <a:pt x="604938" y="32746"/>
                  </a:lnTo>
                  <a:lnTo>
                    <a:pt x="651253" y="32746"/>
                  </a:lnTo>
                  <a:lnTo>
                    <a:pt x="698341" y="32746"/>
                  </a:lnTo>
                  <a:lnTo>
                    <a:pt x="745323" y="32746"/>
                  </a:lnTo>
                  <a:lnTo>
                    <a:pt x="791334" y="32746"/>
                  </a:lnTo>
                  <a:lnTo>
                    <a:pt x="835638" y="32746"/>
                  </a:lnTo>
                  <a:lnTo>
                    <a:pt x="877712" y="32746"/>
                  </a:lnTo>
                  <a:lnTo>
                    <a:pt x="917306" y="32746"/>
                  </a:lnTo>
                  <a:lnTo>
                    <a:pt x="954469" y="32746"/>
                  </a:lnTo>
                  <a:lnTo>
                    <a:pt x="981363" y="32746"/>
                  </a:lnTo>
                  <a:lnTo>
                    <a:pt x="1021688" y="32746"/>
                  </a:lnTo>
                  <a:lnTo>
                    <a:pt x="1060834" y="32746"/>
                  </a:lnTo>
                  <a:lnTo>
                    <a:pt x="1100568" y="32746"/>
                  </a:lnTo>
                  <a:lnTo>
                    <a:pt x="1142627" y="32746"/>
                  </a:lnTo>
                  <a:lnTo>
                    <a:pt x="1188072" y="32746"/>
                  </a:lnTo>
                  <a:lnTo>
                    <a:pt x="1236492" y="32746"/>
                  </a:lnTo>
                  <a:lnTo>
                    <a:pt x="1285145" y="32746"/>
                  </a:lnTo>
                  <a:lnTo>
                    <a:pt x="1328791" y="32746"/>
                  </a:lnTo>
                  <a:lnTo>
                    <a:pt x="1361390" y="32746"/>
                  </a:lnTo>
                  <a:lnTo>
                    <a:pt x="1379540" y="32746"/>
                  </a:lnTo>
                  <a:lnTo>
                    <a:pt x="1385198" y="32746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659" y="0"/>
                  </a:lnTo>
                  <a:lnTo>
                    <a:pt x="1372542" y="0"/>
                  </a:lnTo>
                  <a:lnTo>
                    <a:pt x="1347251" y="0"/>
                  </a:lnTo>
                  <a:lnTo>
                    <a:pt x="1308609" y="0"/>
                  </a:lnTo>
                  <a:lnTo>
                    <a:pt x="1261758" y="0"/>
                  </a:lnTo>
                  <a:lnTo>
                    <a:pt x="1212706" y="0"/>
                  </a:lnTo>
                  <a:lnTo>
                    <a:pt x="1165550" y="0"/>
                  </a:lnTo>
                  <a:lnTo>
                    <a:pt x="1121811" y="0"/>
                  </a:lnTo>
                  <a:lnTo>
                    <a:pt x="1081072" y="0"/>
                  </a:lnTo>
                  <a:lnTo>
                    <a:pt x="1041858" y="0"/>
                  </a:lnTo>
                  <a:lnTo>
                    <a:pt x="1002335" y="0"/>
                  </a:lnTo>
                  <a:lnTo>
                    <a:pt x="981363" y="0"/>
                  </a:lnTo>
                  <a:lnTo>
                    <a:pt x="945833" y="0"/>
                  </a:lnTo>
                  <a:lnTo>
                    <a:pt x="908112" y="0"/>
                  </a:lnTo>
                  <a:lnTo>
                    <a:pt x="867921" y="0"/>
                  </a:lnTo>
                  <a:lnTo>
                    <a:pt x="825283" y="0"/>
                  </a:lnTo>
                  <a:lnTo>
                    <a:pt x="780516" y="0"/>
                  </a:lnTo>
                  <a:lnTo>
                    <a:pt x="734200" y="0"/>
                  </a:lnTo>
                  <a:lnTo>
                    <a:pt x="687113" y="0"/>
                  </a:lnTo>
                  <a:lnTo>
                    <a:pt x="640131" y="0"/>
                  </a:lnTo>
                  <a:lnTo>
                    <a:pt x="594119" y="0"/>
                  </a:lnTo>
                  <a:lnTo>
                    <a:pt x="549815" y="0"/>
                  </a:lnTo>
                  <a:lnTo>
                    <a:pt x="507742" y="0"/>
                  </a:lnTo>
                  <a:lnTo>
                    <a:pt x="468147" y="0"/>
                  </a:lnTo>
                  <a:lnTo>
                    <a:pt x="430985" y="0"/>
                  </a:lnTo>
                  <a:lnTo>
                    <a:pt x="404090" y="0"/>
                  </a:lnTo>
                  <a:lnTo>
                    <a:pt x="363765" y="0"/>
                  </a:lnTo>
                  <a:lnTo>
                    <a:pt x="324619" y="0"/>
                  </a:lnTo>
                  <a:lnTo>
                    <a:pt x="284886" y="0"/>
                  </a:lnTo>
                  <a:lnTo>
                    <a:pt x="242827" y="0"/>
                  </a:lnTo>
                  <a:lnTo>
                    <a:pt x="197382" y="0"/>
                  </a:lnTo>
                  <a:lnTo>
                    <a:pt x="148961" y="0"/>
                  </a:lnTo>
                  <a:lnTo>
                    <a:pt x="100309" y="0"/>
                  </a:lnTo>
                  <a:lnTo>
                    <a:pt x="56663" y="0"/>
                  </a:lnTo>
                  <a:lnTo>
                    <a:pt x="24064" y="0"/>
                  </a:lnTo>
                  <a:lnTo>
                    <a:pt x="5913" y="0"/>
                  </a:lnTo>
                  <a:lnTo>
                    <a:pt x="2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2050472" y="6110947"/>
              <a:ext cx="1385454" cy="687681"/>
            </a:xfrm>
            <a:custGeom>
              <a:avLst/>
              <a:pathLst>
                <a:path w="1385454" h="687681">
                  <a:moveTo>
                    <a:pt x="0" y="687681"/>
                  </a:moveTo>
                  <a:lnTo>
                    <a:pt x="1705" y="687576"/>
                  </a:lnTo>
                  <a:lnTo>
                    <a:pt x="12297" y="686823"/>
                  </a:lnTo>
                  <a:lnTo>
                    <a:pt x="36516" y="684779"/>
                  </a:lnTo>
                  <a:lnTo>
                    <a:pt x="73808" y="680985"/>
                  </a:lnTo>
                  <a:lnTo>
                    <a:pt x="119440" y="675278"/>
                  </a:lnTo>
                  <a:lnTo>
                    <a:pt x="167651" y="667696"/>
                  </a:lnTo>
                  <a:lnTo>
                    <a:pt x="214317" y="658268"/>
                  </a:lnTo>
                  <a:lnTo>
                    <a:pt x="257740" y="646847"/>
                  </a:lnTo>
                  <a:lnTo>
                    <a:pt x="298128" y="633051"/>
                  </a:lnTo>
                  <a:lnTo>
                    <a:pt x="336781" y="616280"/>
                  </a:lnTo>
                  <a:lnTo>
                    <a:pt x="375425" y="595823"/>
                  </a:lnTo>
                  <a:lnTo>
                    <a:pt x="404090" y="578525"/>
                  </a:lnTo>
                  <a:lnTo>
                    <a:pt x="435725" y="557794"/>
                  </a:lnTo>
                  <a:lnTo>
                    <a:pt x="469071" y="534492"/>
                  </a:lnTo>
                  <a:lnTo>
                    <a:pt x="504365" y="508608"/>
                  </a:lnTo>
                  <a:lnTo>
                    <a:pt x="541647" y="480271"/>
                  </a:lnTo>
                  <a:lnTo>
                    <a:pt x="580766" y="449763"/>
                  </a:lnTo>
                  <a:lnTo>
                    <a:pt x="621395" y="417519"/>
                  </a:lnTo>
                  <a:lnTo>
                    <a:pt x="663054" y="384109"/>
                  </a:lnTo>
                  <a:lnTo>
                    <a:pt x="705157" y="350199"/>
                  </a:lnTo>
                  <a:lnTo>
                    <a:pt x="747074" y="316500"/>
                  </a:lnTo>
                  <a:lnTo>
                    <a:pt x="788190" y="283702"/>
                  </a:lnTo>
                  <a:lnTo>
                    <a:pt x="827977" y="252421"/>
                  </a:lnTo>
                  <a:lnTo>
                    <a:pt x="866041" y="223151"/>
                  </a:lnTo>
                  <a:lnTo>
                    <a:pt x="902156" y="196238"/>
                  </a:lnTo>
                  <a:lnTo>
                    <a:pt x="936283" y="171871"/>
                  </a:lnTo>
                  <a:lnTo>
                    <a:pt x="968579" y="150096"/>
                  </a:lnTo>
                  <a:lnTo>
                    <a:pt x="981363" y="141902"/>
                  </a:lnTo>
                  <a:lnTo>
                    <a:pt x="1020999" y="118438"/>
                  </a:lnTo>
                  <a:lnTo>
                    <a:pt x="1059469" y="99087"/>
                  </a:lnTo>
                  <a:lnTo>
                    <a:pt x="1098443" y="83223"/>
                  </a:lnTo>
                  <a:lnTo>
                    <a:pt x="1139587" y="70148"/>
                  </a:lnTo>
                  <a:lnTo>
                    <a:pt x="1183968" y="59316"/>
                  </a:lnTo>
                  <a:lnTo>
                    <a:pt x="1231341" y="50412"/>
                  </a:lnTo>
                  <a:lnTo>
                    <a:pt x="1279345" y="43351"/>
                  </a:lnTo>
                  <a:lnTo>
                    <a:pt x="1323233" y="38183"/>
                  </a:lnTo>
                  <a:lnTo>
                    <a:pt x="1357194" y="34911"/>
                  </a:lnTo>
                  <a:lnTo>
                    <a:pt x="1377403" y="33288"/>
                  </a:lnTo>
                  <a:lnTo>
                    <a:pt x="1384803" y="32785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748" y="104"/>
                  </a:lnTo>
                  <a:lnTo>
                    <a:pt x="1373156" y="857"/>
                  </a:lnTo>
                  <a:lnTo>
                    <a:pt x="1348937" y="2901"/>
                  </a:lnTo>
                  <a:lnTo>
                    <a:pt x="1311646" y="6696"/>
                  </a:lnTo>
                  <a:lnTo>
                    <a:pt x="1266013" y="12403"/>
                  </a:lnTo>
                  <a:lnTo>
                    <a:pt x="1217802" y="19984"/>
                  </a:lnTo>
                  <a:lnTo>
                    <a:pt x="1171137" y="29412"/>
                  </a:lnTo>
                  <a:lnTo>
                    <a:pt x="1127714" y="40833"/>
                  </a:lnTo>
                  <a:lnTo>
                    <a:pt x="1087325" y="54629"/>
                  </a:lnTo>
                  <a:lnTo>
                    <a:pt x="1048673" y="71400"/>
                  </a:lnTo>
                  <a:lnTo>
                    <a:pt x="1010029" y="91858"/>
                  </a:lnTo>
                  <a:lnTo>
                    <a:pt x="981363" y="109155"/>
                  </a:lnTo>
                  <a:lnTo>
                    <a:pt x="949729" y="129886"/>
                  </a:lnTo>
                  <a:lnTo>
                    <a:pt x="916382" y="153188"/>
                  </a:lnTo>
                  <a:lnTo>
                    <a:pt x="881088" y="179072"/>
                  </a:lnTo>
                  <a:lnTo>
                    <a:pt x="843807" y="207409"/>
                  </a:lnTo>
                  <a:lnTo>
                    <a:pt x="804687" y="237917"/>
                  </a:lnTo>
                  <a:lnTo>
                    <a:pt x="764059" y="270161"/>
                  </a:lnTo>
                  <a:lnTo>
                    <a:pt x="722400" y="303572"/>
                  </a:lnTo>
                  <a:lnTo>
                    <a:pt x="680296" y="337481"/>
                  </a:lnTo>
                  <a:lnTo>
                    <a:pt x="638380" y="371180"/>
                  </a:lnTo>
                  <a:lnTo>
                    <a:pt x="597264" y="403978"/>
                  </a:lnTo>
                  <a:lnTo>
                    <a:pt x="557476" y="435259"/>
                  </a:lnTo>
                  <a:lnTo>
                    <a:pt x="519413" y="464529"/>
                  </a:lnTo>
                  <a:lnTo>
                    <a:pt x="483298" y="491443"/>
                  </a:lnTo>
                  <a:lnTo>
                    <a:pt x="449170" y="515809"/>
                  </a:lnTo>
                  <a:lnTo>
                    <a:pt x="416875" y="537585"/>
                  </a:lnTo>
                  <a:lnTo>
                    <a:pt x="404090" y="545778"/>
                  </a:lnTo>
                  <a:lnTo>
                    <a:pt x="364454" y="569243"/>
                  </a:lnTo>
                  <a:lnTo>
                    <a:pt x="325985" y="588593"/>
                  </a:lnTo>
                  <a:lnTo>
                    <a:pt x="287011" y="604457"/>
                  </a:lnTo>
                  <a:lnTo>
                    <a:pt x="245867" y="617533"/>
                  </a:lnTo>
                  <a:lnTo>
                    <a:pt x="201486" y="628365"/>
                  </a:lnTo>
                  <a:lnTo>
                    <a:pt x="154112" y="637268"/>
                  </a:lnTo>
                  <a:lnTo>
                    <a:pt x="106108" y="644329"/>
                  </a:lnTo>
                  <a:lnTo>
                    <a:pt x="62221" y="649497"/>
                  </a:lnTo>
                  <a:lnTo>
                    <a:pt x="28260" y="652770"/>
                  </a:lnTo>
                  <a:lnTo>
                    <a:pt x="8050" y="654393"/>
                  </a:lnTo>
                  <a:lnTo>
                    <a:pt x="650" y="654896"/>
                  </a:lnTo>
                  <a:lnTo>
                    <a:pt x="0" y="654934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2050472" y="6143694"/>
              <a:ext cx="1385454" cy="720428"/>
            </a:xfrm>
            <a:custGeom>
              <a:avLst/>
              <a:pathLst>
                <a:path w="1385454" h="720428">
                  <a:moveTo>
                    <a:pt x="0" y="720428"/>
                  </a:moveTo>
                  <a:lnTo>
                    <a:pt x="1697" y="720318"/>
                  </a:lnTo>
                  <a:lnTo>
                    <a:pt x="12238" y="719532"/>
                  </a:lnTo>
                  <a:lnTo>
                    <a:pt x="36354" y="717396"/>
                  </a:lnTo>
                  <a:lnTo>
                    <a:pt x="73513" y="713431"/>
                  </a:lnTo>
                  <a:lnTo>
                    <a:pt x="119026" y="707465"/>
                  </a:lnTo>
                  <a:lnTo>
                    <a:pt x="167152" y="699537"/>
                  </a:lnTo>
                  <a:lnTo>
                    <a:pt x="213768" y="689677"/>
                  </a:lnTo>
                  <a:lnTo>
                    <a:pt x="257160" y="677735"/>
                  </a:lnTo>
                  <a:lnTo>
                    <a:pt x="297515" y="663315"/>
                  </a:lnTo>
                  <a:lnTo>
                    <a:pt x="336115" y="645793"/>
                  </a:lnTo>
                  <a:lnTo>
                    <a:pt x="374677" y="624427"/>
                  </a:lnTo>
                  <a:lnTo>
                    <a:pt x="404090" y="605814"/>
                  </a:lnTo>
                  <a:lnTo>
                    <a:pt x="435429" y="584257"/>
                  </a:lnTo>
                  <a:lnTo>
                    <a:pt x="468447" y="560050"/>
                  </a:lnTo>
                  <a:lnTo>
                    <a:pt x="503374" y="533180"/>
                  </a:lnTo>
                  <a:lnTo>
                    <a:pt x="540254" y="503775"/>
                  </a:lnTo>
                  <a:lnTo>
                    <a:pt x="578948" y="472117"/>
                  </a:lnTo>
                  <a:lnTo>
                    <a:pt x="619142" y="438646"/>
                  </a:lnTo>
                  <a:lnTo>
                    <a:pt x="660377" y="403938"/>
                  </a:lnTo>
                  <a:lnTo>
                    <a:pt x="702086" y="368669"/>
                  </a:lnTo>
                  <a:lnTo>
                    <a:pt x="743658" y="333564"/>
                  </a:lnTo>
                  <a:lnTo>
                    <a:pt x="784491" y="299331"/>
                  </a:lnTo>
                  <a:lnTo>
                    <a:pt x="824061" y="266610"/>
                  </a:lnTo>
                  <a:lnTo>
                    <a:pt x="861971" y="235917"/>
                  </a:lnTo>
                  <a:lnTo>
                    <a:pt x="897982" y="207623"/>
                  </a:lnTo>
                  <a:lnTo>
                    <a:pt x="932036" y="181940"/>
                  </a:lnTo>
                  <a:lnTo>
                    <a:pt x="964261" y="158930"/>
                  </a:lnTo>
                  <a:lnTo>
                    <a:pt x="981363" y="147360"/>
                  </a:lnTo>
                  <a:lnTo>
                    <a:pt x="1020932" y="122761"/>
                  </a:lnTo>
                  <a:lnTo>
                    <a:pt x="1059335" y="102468"/>
                  </a:lnTo>
                  <a:lnTo>
                    <a:pt x="1098236" y="85826"/>
                  </a:lnTo>
                  <a:lnTo>
                    <a:pt x="1139291" y="72105"/>
                  </a:lnTo>
                  <a:lnTo>
                    <a:pt x="1183568" y="60734"/>
                  </a:lnTo>
                  <a:lnTo>
                    <a:pt x="1230839" y="51383"/>
                  </a:lnTo>
                  <a:lnTo>
                    <a:pt x="1278775" y="43960"/>
                  </a:lnTo>
                  <a:lnTo>
                    <a:pt x="1322679" y="38517"/>
                  </a:lnTo>
                  <a:lnTo>
                    <a:pt x="1356765" y="35058"/>
                  </a:lnTo>
                  <a:lnTo>
                    <a:pt x="1377173" y="33333"/>
                  </a:lnTo>
                  <a:lnTo>
                    <a:pt x="1384751" y="32790"/>
                  </a:lnTo>
                  <a:lnTo>
                    <a:pt x="1385454" y="32746"/>
                  </a:lnTo>
                  <a:lnTo>
                    <a:pt x="1385454" y="0"/>
                  </a:lnTo>
                  <a:lnTo>
                    <a:pt x="1383757" y="109"/>
                  </a:lnTo>
                  <a:lnTo>
                    <a:pt x="1373215" y="896"/>
                  </a:lnTo>
                  <a:lnTo>
                    <a:pt x="1349100" y="3031"/>
                  </a:lnTo>
                  <a:lnTo>
                    <a:pt x="1311940" y="6996"/>
                  </a:lnTo>
                  <a:lnTo>
                    <a:pt x="1266428" y="12962"/>
                  </a:lnTo>
                  <a:lnTo>
                    <a:pt x="1218301" y="20890"/>
                  </a:lnTo>
                  <a:lnTo>
                    <a:pt x="1171685" y="30751"/>
                  </a:lnTo>
                  <a:lnTo>
                    <a:pt x="1128294" y="42693"/>
                  </a:lnTo>
                  <a:lnTo>
                    <a:pt x="1087939" y="57112"/>
                  </a:lnTo>
                  <a:lnTo>
                    <a:pt x="1049338" y="74634"/>
                  </a:lnTo>
                  <a:lnTo>
                    <a:pt x="1010777" y="96000"/>
                  </a:lnTo>
                  <a:lnTo>
                    <a:pt x="981363" y="114613"/>
                  </a:lnTo>
                  <a:lnTo>
                    <a:pt x="950024" y="136170"/>
                  </a:lnTo>
                  <a:lnTo>
                    <a:pt x="917007" y="160378"/>
                  </a:lnTo>
                  <a:lnTo>
                    <a:pt x="882080" y="187247"/>
                  </a:lnTo>
                  <a:lnTo>
                    <a:pt x="845200" y="216652"/>
                  </a:lnTo>
                  <a:lnTo>
                    <a:pt x="806506" y="248310"/>
                  </a:lnTo>
                  <a:lnTo>
                    <a:pt x="766312" y="281781"/>
                  </a:lnTo>
                  <a:lnTo>
                    <a:pt x="725077" y="316489"/>
                  </a:lnTo>
                  <a:lnTo>
                    <a:pt x="683367" y="351758"/>
                  </a:lnTo>
                  <a:lnTo>
                    <a:pt x="641796" y="386863"/>
                  </a:lnTo>
                  <a:lnTo>
                    <a:pt x="600963" y="421096"/>
                  </a:lnTo>
                  <a:lnTo>
                    <a:pt x="561392" y="453817"/>
                  </a:lnTo>
                  <a:lnTo>
                    <a:pt x="523483" y="484510"/>
                  </a:lnTo>
                  <a:lnTo>
                    <a:pt x="487472" y="512804"/>
                  </a:lnTo>
                  <a:lnTo>
                    <a:pt x="453417" y="538487"/>
                  </a:lnTo>
                  <a:lnTo>
                    <a:pt x="421192" y="561497"/>
                  </a:lnTo>
                  <a:lnTo>
                    <a:pt x="404090" y="573067"/>
                  </a:lnTo>
                  <a:lnTo>
                    <a:pt x="364522" y="597666"/>
                  </a:lnTo>
                  <a:lnTo>
                    <a:pt x="326118" y="617959"/>
                  </a:lnTo>
                  <a:lnTo>
                    <a:pt x="287218" y="634601"/>
                  </a:lnTo>
                  <a:lnTo>
                    <a:pt x="246163" y="648323"/>
                  </a:lnTo>
                  <a:lnTo>
                    <a:pt x="201885" y="659693"/>
                  </a:lnTo>
                  <a:lnTo>
                    <a:pt x="154615" y="669044"/>
                  </a:lnTo>
                  <a:lnTo>
                    <a:pt x="106678" y="676468"/>
                  </a:lnTo>
                  <a:lnTo>
                    <a:pt x="62775" y="681911"/>
                  </a:lnTo>
                  <a:lnTo>
                    <a:pt x="28689" y="685369"/>
                  </a:lnTo>
                  <a:lnTo>
                    <a:pt x="8281" y="687095"/>
                  </a:lnTo>
                  <a:lnTo>
                    <a:pt x="702" y="687637"/>
                  </a:lnTo>
                  <a:lnTo>
                    <a:pt x="0" y="687681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1357745" y="6831375"/>
              <a:ext cx="692727" cy="32746"/>
            </a:xfrm>
            <a:custGeom>
              <a:avLst/>
              <a:pathLst>
                <a:path w="692727" h="32746">
                  <a:moveTo>
                    <a:pt x="0" y="0"/>
                  </a:moveTo>
                  <a:lnTo>
                    <a:pt x="692727" y="0"/>
                  </a:lnTo>
                  <a:lnTo>
                    <a:pt x="692727" y="32746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FFC107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1357745" y="6634895"/>
              <a:ext cx="692727" cy="196480"/>
            </a:xfrm>
            <a:custGeom>
              <a:avLst/>
              <a:pathLst>
                <a:path w="692727" h="196480">
                  <a:moveTo>
                    <a:pt x="0" y="0"/>
                  </a:moveTo>
                  <a:lnTo>
                    <a:pt x="692727" y="0"/>
                  </a:lnTo>
                  <a:lnTo>
                    <a:pt x="692727" y="196480"/>
                  </a:lnTo>
                  <a:lnTo>
                    <a:pt x="0" y="196480"/>
                  </a:lnTo>
                  <a:close/>
                </a:path>
              </a:pathLst>
            </a:custGeom>
            <a:solidFill>
              <a:srgbClr val="4CAF50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1357745" y="2246833"/>
              <a:ext cx="692727" cy="4388062"/>
            </a:xfrm>
            <a:custGeom>
              <a:avLst/>
              <a:pathLst>
                <a:path w="692727" h="4388062">
                  <a:moveTo>
                    <a:pt x="0" y="0"/>
                  </a:moveTo>
                  <a:lnTo>
                    <a:pt x="692727" y="0"/>
                  </a:lnTo>
                  <a:lnTo>
                    <a:pt x="692727" y="4388062"/>
                  </a:lnTo>
                  <a:lnTo>
                    <a:pt x="0" y="4388062"/>
                  </a:lnTo>
                  <a:close/>
                </a:path>
              </a:pathLst>
            </a:custGeom>
            <a:solidFill>
              <a:srgbClr val="2196F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3435927" y="6831375"/>
              <a:ext cx="692727" cy="32746"/>
            </a:xfrm>
            <a:custGeom>
              <a:avLst/>
              <a:pathLst>
                <a:path w="692727" h="32746">
                  <a:moveTo>
                    <a:pt x="0" y="0"/>
                  </a:moveTo>
                  <a:lnTo>
                    <a:pt x="692727" y="0"/>
                  </a:lnTo>
                  <a:lnTo>
                    <a:pt x="692727" y="32746"/>
                  </a:lnTo>
                  <a:lnTo>
                    <a:pt x="0" y="32746"/>
                  </a:lnTo>
                  <a:close/>
                </a:path>
              </a:pathLst>
            </a:custGeom>
            <a:solidFill>
              <a:srgbClr val="F44336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3435927" y="6569401"/>
              <a:ext cx="692727" cy="261973"/>
            </a:xfrm>
            <a:custGeom>
              <a:avLst/>
              <a:pathLst>
                <a:path w="692727" h="261973">
                  <a:moveTo>
                    <a:pt x="0" y="0"/>
                  </a:moveTo>
                  <a:lnTo>
                    <a:pt x="692727" y="0"/>
                  </a:lnTo>
                  <a:lnTo>
                    <a:pt x="692727" y="261973"/>
                  </a:lnTo>
                  <a:lnTo>
                    <a:pt x="0" y="261973"/>
                  </a:lnTo>
                  <a:close/>
                </a:path>
              </a:pathLst>
            </a:custGeom>
            <a:solidFill>
              <a:srgbClr val="9C27B0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3435927" y="6176441"/>
              <a:ext cx="692727" cy="392960"/>
            </a:xfrm>
            <a:custGeom>
              <a:avLst/>
              <a:pathLst>
                <a:path w="692727" h="392960">
                  <a:moveTo>
                    <a:pt x="0" y="0"/>
                  </a:moveTo>
                  <a:lnTo>
                    <a:pt x="692727" y="0"/>
                  </a:lnTo>
                  <a:lnTo>
                    <a:pt x="692727" y="392960"/>
                  </a:lnTo>
                  <a:lnTo>
                    <a:pt x="0" y="392960"/>
                  </a:lnTo>
                  <a:close/>
                </a:path>
              </a:pathLst>
            </a:custGeom>
            <a:solidFill>
              <a:srgbClr val="FFC107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3435927" y="4997558"/>
              <a:ext cx="692727" cy="1178882"/>
            </a:xfrm>
            <a:custGeom>
              <a:avLst/>
              <a:pathLst>
                <a:path w="692727" h="1178882">
                  <a:moveTo>
                    <a:pt x="0" y="0"/>
                  </a:moveTo>
                  <a:lnTo>
                    <a:pt x="692727" y="0"/>
                  </a:lnTo>
                  <a:lnTo>
                    <a:pt x="692727" y="1178882"/>
                  </a:lnTo>
                  <a:lnTo>
                    <a:pt x="0" y="1178882"/>
                  </a:lnTo>
                  <a:close/>
                </a:path>
              </a:pathLst>
            </a:custGeom>
            <a:solidFill>
              <a:srgbClr val="4CAF50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3435927" y="2148593"/>
              <a:ext cx="692727" cy="2848965"/>
            </a:xfrm>
            <a:custGeom>
              <a:avLst/>
              <a:pathLst>
                <a:path w="692727" h="2848965">
                  <a:moveTo>
                    <a:pt x="0" y="0"/>
                  </a:moveTo>
                  <a:lnTo>
                    <a:pt x="692727" y="0"/>
                  </a:lnTo>
                  <a:lnTo>
                    <a:pt x="692727" y="2848965"/>
                  </a:lnTo>
                  <a:lnTo>
                    <a:pt x="0" y="2848965"/>
                  </a:lnTo>
                  <a:close/>
                </a:path>
              </a:pathLst>
            </a:custGeom>
            <a:solidFill>
              <a:srgbClr val="2196F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1442603" y="6776428"/>
              <a:ext cx="523011" cy="142641"/>
            </a:xfrm>
            <a:custGeom>
              <a:avLst/>
              <a:pathLst>
                <a:path w="523011" h="142641">
                  <a:moveTo>
                    <a:pt x="19512" y="142641"/>
                  </a:moveTo>
                  <a:lnTo>
                    <a:pt x="503498" y="142641"/>
                  </a:lnTo>
                  <a:lnTo>
                    <a:pt x="502713" y="142625"/>
                  </a:lnTo>
                  <a:lnTo>
                    <a:pt x="505850" y="142499"/>
                  </a:lnTo>
                  <a:lnTo>
                    <a:pt x="508927" y="141871"/>
                  </a:lnTo>
                  <a:lnTo>
                    <a:pt x="511863" y="140757"/>
                  </a:lnTo>
                  <a:lnTo>
                    <a:pt x="514583" y="139187"/>
                  </a:lnTo>
                  <a:lnTo>
                    <a:pt x="517015" y="137201"/>
                  </a:lnTo>
                  <a:lnTo>
                    <a:pt x="519098" y="134850"/>
                  </a:lnTo>
                  <a:lnTo>
                    <a:pt x="520776" y="132196"/>
                  </a:lnTo>
                  <a:lnTo>
                    <a:pt x="522007" y="129307"/>
                  </a:lnTo>
                  <a:lnTo>
                    <a:pt x="522759" y="126258"/>
                  </a:lnTo>
                  <a:lnTo>
                    <a:pt x="523011" y="123128"/>
                  </a:lnTo>
                  <a:lnTo>
                    <a:pt x="523011" y="19512"/>
                  </a:lnTo>
                  <a:lnTo>
                    <a:pt x="522759" y="16382"/>
                  </a:lnTo>
                  <a:lnTo>
                    <a:pt x="522007" y="13333"/>
                  </a:lnTo>
                  <a:lnTo>
                    <a:pt x="520776" y="10444"/>
                  </a:lnTo>
                  <a:lnTo>
                    <a:pt x="519098" y="7790"/>
                  </a:lnTo>
                  <a:lnTo>
                    <a:pt x="517015" y="5440"/>
                  </a:lnTo>
                  <a:lnTo>
                    <a:pt x="514583" y="3454"/>
                  </a:lnTo>
                  <a:lnTo>
                    <a:pt x="511863" y="1883"/>
                  </a:lnTo>
                  <a:lnTo>
                    <a:pt x="508927" y="770"/>
                  </a:lnTo>
                  <a:lnTo>
                    <a:pt x="505850" y="142"/>
                  </a:lnTo>
                  <a:lnTo>
                    <a:pt x="503498" y="0"/>
                  </a:lnTo>
                  <a:lnTo>
                    <a:pt x="19512" y="0"/>
                  </a:lnTo>
                  <a:lnTo>
                    <a:pt x="21864" y="142"/>
                  </a:lnTo>
                  <a:lnTo>
                    <a:pt x="18727" y="15"/>
                  </a:lnTo>
                  <a:lnTo>
                    <a:pt x="15609" y="394"/>
                  </a:lnTo>
                  <a:lnTo>
                    <a:pt x="12593" y="1268"/>
                  </a:lnTo>
                  <a:lnTo>
                    <a:pt x="9756" y="2614"/>
                  </a:lnTo>
                  <a:lnTo>
                    <a:pt x="7172" y="4398"/>
                  </a:lnTo>
                  <a:lnTo>
                    <a:pt x="4907" y="6573"/>
                  </a:lnTo>
                  <a:lnTo>
                    <a:pt x="3020" y="9083"/>
                  </a:lnTo>
                  <a:lnTo>
                    <a:pt x="1561" y="11864"/>
                  </a:lnTo>
                  <a:lnTo>
                    <a:pt x="567" y="14843"/>
                  </a:lnTo>
                  <a:lnTo>
                    <a:pt x="63" y="17942"/>
                  </a:lnTo>
                  <a:lnTo>
                    <a:pt x="0" y="19512"/>
                  </a:lnTo>
                  <a:lnTo>
                    <a:pt x="0" y="123128"/>
                  </a:lnTo>
                  <a:lnTo>
                    <a:pt x="63" y="121558"/>
                  </a:lnTo>
                  <a:lnTo>
                    <a:pt x="63" y="124698"/>
                  </a:lnTo>
                  <a:lnTo>
                    <a:pt x="567" y="127798"/>
                  </a:lnTo>
                  <a:lnTo>
                    <a:pt x="1561" y="130777"/>
                  </a:lnTo>
                  <a:lnTo>
                    <a:pt x="3020" y="133557"/>
                  </a:lnTo>
                  <a:lnTo>
                    <a:pt x="4907" y="136068"/>
                  </a:lnTo>
                  <a:lnTo>
                    <a:pt x="7172" y="138243"/>
                  </a:lnTo>
                  <a:lnTo>
                    <a:pt x="9756" y="140027"/>
                  </a:lnTo>
                  <a:lnTo>
                    <a:pt x="12593" y="141373"/>
                  </a:lnTo>
                  <a:lnTo>
                    <a:pt x="15609" y="142247"/>
                  </a:lnTo>
                  <a:lnTo>
                    <a:pt x="18727" y="1426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tx153"/>
            <p:cNvSpPr/>
            <p:nvPr/>
          </p:nvSpPr>
          <p:spPr>
            <a:xfrm>
              <a:off x="1475124" y="6807679"/>
              <a:ext cx="457968" cy="78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Moderate</a:t>
              </a:r>
            </a:p>
          </p:txBody>
        </p:sp>
        <p:sp>
          <p:nvSpPr>
            <p:cNvPr id="154" name="pg154"/>
            <p:cNvSpPr/>
            <p:nvPr/>
          </p:nvSpPr>
          <p:spPr>
            <a:xfrm>
              <a:off x="1536001" y="6661814"/>
              <a:ext cx="336214" cy="142641"/>
            </a:xfrm>
            <a:custGeom>
              <a:avLst/>
              <a:pathLst>
                <a:path w="336214" h="142641">
                  <a:moveTo>
                    <a:pt x="19512" y="142641"/>
                  </a:moveTo>
                  <a:lnTo>
                    <a:pt x="316701" y="142641"/>
                  </a:lnTo>
                  <a:lnTo>
                    <a:pt x="315915" y="142625"/>
                  </a:lnTo>
                  <a:lnTo>
                    <a:pt x="319053" y="142499"/>
                  </a:lnTo>
                  <a:lnTo>
                    <a:pt x="322130" y="141871"/>
                  </a:lnTo>
                  <a:lnTo>
                    <a:pt x="325066" y="140757"/>
                  </a:lnTo>
                  <a:lnTo>
                    <a:pt x="327785" y="139187"/>
                  </a:lnTo>
                  <a:lnTo>
                    <a:pt x="330218" y="137201"/>
                  </a:lnTo>
                  <a:lnTo>
                    <a:pt x="332300" y="134850"/>
                  </a:lnTo>
                  <a:lnTo>
                    <a:pt x="333979" y="132196"/>
                  </a:lnTo>
                  <a:lnTo>
                    <a:pt x="335210" y="129307"/>
                  </a:lnTo>
                  <a:lnTo>
                    <a:pt x="335961" y="126258"/>
                  </a:lnTo>
                  <a:lnTo>
                    <a:pt x="336214" y="123128"/>
                  </a:lnTo>
                  <a:lnTo>
                    <a:pt x="336214" y="19512"/>
                  </a:lnTo>
                  <a:lnTo>
                    <a:pt x="335961" y="16382"/>
                  </a:lnTo>
                  <a:lnTo>
                    <a:pt x="335210" y="13333"/>
                  </a:lnTo>
                  <a:lnTo>
                    <a:pt x="333979" y="10444"/>
                  </a:lnTo>
                  <a:lnTo>
                    <a:pt x="332300" y="7790"/>
                  </a:lnTo>
                  <a:lnTo>
                    <a:pt x="330218" y="5440"/>
                  </a:lnTo>
                  <a:lnTo>
                    <a:pt x="327785" y="3454"/>
                  </a:lnTo>
                  <a:lnTo>
                    <a:pt x="325066" y="1883"/>
                  </a:lnTo>
                  <a:lnTo>
                    <a:pt x="322130" y="770"/>
                  </a:lnTo>
                  <a:lnTo>
                    <a:pt x="319053" y="142"/>
                  </a:lnTo>
                  <a:lnTo>
                    <a:pt x="316701" y="0"/>
                  </a:lnTo>
                  <a:lnTo>
                    <a:pt x="19512" y="0"/>
                  </a:lnTo>
                  <a:lnTo>
                    <a:pt x="21864" y="142"/>
                  </a:lnTo>
                  <a:lnTo>
                    <a:pt x="18727" y="15"/>
                  </a:lnTo>
                  <a:lnTo>
                    <a:pt x="15609" y="394"/>
                  </a:lnTo>
                  <a:lnTo>
                    <a:pt x="12593" y="1268"/>
                  </a:lnTo>
                  <a:lnTo>
                    <a:pt x="9756" y="2614"/>
                  </a:lnTo>
                  <a:lnTo>
                    <a:pt x="7172" y="4398"/>
                  </a:lnTo>
                  <a:lnTo>
                    <a:pt x="4907" y="6573"/>
                  </a:lnTo>
                  <a:lnTo>
                    <a:pt x="3020" y="9083"/>
                  </a:lnTo>
                  <a:lnTo>
                    <a:pt x="1561" y="11864"/>
                  </a:lnTo>
                  <a:lnTo>
                    <a:pt x="567" y="14843"/>
                  </a:lnTo>
                  <a:lnTo>
                    <a:pt x="63" y="17942"/>
                  </a:lnTo>
                  <a:lnTo>
                    <a:pt x="0" y="19512"/>
                  </a:lnTo>
                  <a:lnTo>
                    <a:pt x="0" y="123128"/>
                  </a:lnTo>
                  <a:lnTo>
                    <a:pt x="63" y="121558"/>
                  </a:lnTo>
                  <a:lnTo>
                    <a:pt x="63" y="124698"/>
                  </a:lnTo>
                  <a:lnTo>
                    <a:pt x="567" y="127798"/>
                  </a:lnTo>
                  <a:lnTo>
                    <a:pt x="1561" y="130777"/>
                  </a:lnTo>
                  <a:lnTo>
                    <a:pt x="3020" y="133557"/>
                  </a:lnTo>
                  <a:lnTo>
                    <a:pt x="4907" y="136068"/>
                  </a:lnTo>
                  <a:lnTo>
                    <a:pt x="7172" y="138243"/>
                  </a:lnTo>
                  <a:lnTo>
                    <a:pt x="9756" y="140027"/>
                  </a:lnTo>
                  <a:lnTo>
                    <a:pt x="12593" y="141373"/>
                  </a:lnTo>
                  <a:lnTo>
                    <a:pt x="15609" y="142247"/>
                  </a:lnTo>
                  <a:lnTo>
                    <a:pt x="18727" y="1426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tx155"/>
            <p:cNvSpPr/>
            <p:nvPr/>
          </p:nvSpPr>
          <p:spPr>
            <a:xfrm>
              <a:off x="1568523" y="6670199"/>
              <a:ext cx="271171" cy="1017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Slight</a:t>
              </a:r>
            </a:p>
          </p:txBody>
        </p:sp>
        <p:sp>
          <p:nvSpPr>
            <p:cNvPr id="156" name="pg156"/>
            <p:cNvSpPr/>
            <p:nvPr/>
          </p:nvSpPr>
          <p:spPr>
            <a:xfrm>
              <a:off x="1542009" y="4369543"/>
              <a:ext cx="324198" cy="142641"/>
            </a:xfrm>
            <a:custGeom>
              <a:avLst/>
              <a:pathLst>
                <a:path w="324198" h="142641">
                  <a:moveTo>
                    <a:pt x="19512" y="142641"/>
                  </a:moveTo>
                  <a:lnTo>
                    <a:pt x="304685" y="142641"/>
                  </a:lnTo>
                  <a:lnTo>
                    <a:pt x="303900" y="142625"/>
                  </a:lnTo>
                  <a:lnTo>
                    <a:pt x="307037" y="142499"/>
                  </a:lnTo>
                  <a:lnTo>
                    <a:pt x="310114" y="141871"/>
                  </a:lnTo>
                  <a:lnTo>
                    <a:pt x="313050" y="140757"/>
                  </a:lnTo>
                  <a:lnTo>
                    <a:pt x="315770" y="139187"/>
                  </a:lnTo>
                  <a:lnTo>
                    <a:pt x="318202" y="137201"/>
                  </a:lnTo>
                  <a:lnTo>
                    <a:pt x="320285" y="134850"/>
                  </a:lnTo>
                  <a:lnTo>
                    <a:pt x="321963" y="132196"/>
                  </a:lnTo>
                  <a:lnTo>
                    <a:pt x="323194" y="129307"/>
                  </a:lnTo>
                  <a:lnTo>
                    <a:pt x="323946" y="126258"/>
                  </a:lnTo>
                  <a:lnTo>
                    <a:pt x="324198" y="123128"/>
                  </a:lnTo>
                  <a:lnTo>
                    <a:pt x="324198" y="19512"/>
                  </a:lnTo>
                  <a:lnTo>
                    <a:pt x="323946" y="16382"/>
                  </a:lnTo>
                  <a:lnTo>
                    <a:pt x="323194" y="13333"/>
                  </a:lnTo>
                  <a:lnTo>
                    <a:pt x="321963" y="10444"/>
                  </a:lnTo>
                  <a:lnTo>
                    <a:pt x="320285" y="7790"/>
                  </a:lnTo>
                  <a:lnTo>
                    <a:pt x="318202" y="5440"/>
                  </a:lnTo>
                  <a:lnTo>
                    <a:pt x="315770" y="3454"/>
                  </a:lnTo>
                  <a:lnTo>
                    <a:pt x="313050" y="1883"/>
                  </a:lnTo>
                  <a:lnTo>
                    <a:pt x="310114" y="770"/>
                  </a:lnTo>
                  <a:lnTo>
                    <a:pt x="307037" y="142"/>
                  </a:lnTo>
                  <a:lnTo>
                    <a:pt x="304685" y="0"/>
                  </a:lnTo>
                  <a:lnTo>
                    <a:pt x="19512" y="0"/>
                  </a:lnTo>
                  <a:lnTo>
                    <a:pt x="21864" y="142"/>
                  </a:lnTo>
                  <a:lnTo>
                    <a:pt x="18727" y="15"/>
                  </a:lnTo>
                  <a:lnTo>
                    <a:pt x="15609" y="394"/>
                  </a:lnTo>
                  <a:lnTo>
                    <a:pt x="12593" y="1268"/>
                  </a:lnTo>
                  <a:lnTo>
                    <a:pt x="9756" y="2614"/>
                  </a:lnTo>
                  <a:lnTo>
                    <a:pt x="7172" y="4398"/>
                  </a:lnTo>
                  <a:lnTo>
                    <a:pt x="4907" y="6573"/>
                  </a:lnTo>
                  <a:lnTo>
                    <a:pt x="3020" y="9083"/>
                  </a:lnTo>
                  <a:lnTo>
                    <a:pt x="1561" y="11864"/>
                  </a:lnTo>
                  <a:lnTo>
                    <a:pt x="567" y="14843"/>
                  </a:lnTo>
                  <a:lnTo>
                    <a:pt x="63" y="17942"/>
                  </a:lnTo>
                  <a:lnTo>
                    <a:pt x="0" y="19512"/>
                  </a:lnTo>
                  <a:lnTo>
                    <a:pt x="0" y="123128"/>
                  </a:lnTo>
                  <a:lnTo>
                    <a:pt x="63" y="121558"/>
                  </a:lnTo>
                  <a:lnTo>
                    <a:pt x="63" y="124698"/>
                  </a:lnTo>
                  <a:lnTo>
                    <a:pt x="567" y="127798"/>
                  </a:lnTo>
                  <a:lnTo>
                    <a:pt x="1561" y="130777"/>
                  </a:lnTo>
                  <a:lnTo>
                    <a:pt x="3020" y="133557"/>
                  </a:lnTo>
                  <a:lnTo>
                    <a:pt x="4907" y="136068"/>
                  </a:lnTo>
                  <a:lnTo>
                    <a:pt x="7172" y="138243"/>
                  </a:lnTo>
                  <a:lnTo>
                    <a:pt x="9756" y="140027"/>
                  </a:lnTo>
                  <a:lnTo>
                    <a:pt x="12593" y="141373"/>
                  </a:lnTo>
                  <a:lnTo>
                    <a:pt x="15609" y="142247"/>
                  </a:lnTo>
                  <a:lnTo>
                    <a:pt x="18727" y="1426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tx157"/>
            <p:cNvSpPr/>
            <p:nvPr/>
          </p:nvSpPr>
          <p:spPr>
            <a:xfrm>
              <a:off x="1574531" y="4400794"/>
              <a:ext cx="259155" cy="78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None</a:t>
              </a:r>
            </a:p>
          </p:txBody>
        </p:sp>
        <p:sp>
          <p:nvSpPr>
            <p:cNvPr id="158" name="pg158"/>
            <p:cNvSpPr/>
            <p:nvPr/>
          </p:nvSpPr>
          <p:spPr>
            <a:xfrm>
              <a:off x="3547965" y="6776428"/>
              <a:ext cx="468650" cy="142641"/>
            </a:xfrm>
            <a:custGeom>
              <a:avLst/>
              <a:pathLst>
                <a:path w="468650" h="142641">
                  <a:moveTo>
                    <a:pt x="19512" y="142641"/>
                  </a:moveTo>
                  <a:lnTo>
                    <a:pt x="449137" y="142641"/>
                  </a:lnTo>
                  <a:lnTo>
                    <a:pt x="448351" y="142625"/>
                  </a:lnTo>
                  <a:lnTo>
                    <a:pt x="451489" y="142499"/>
                  </a:lnTo>
                  <a:lnTo>
                    <a:pt x="454566" y="141871"/>
                  </a:lnTo>
                  <a:lnTo>
                    <a:pt x="457502" y="140757"/>
                  </a:lnTo>
                  <a:lnTo>
                    <a:pt x="460222" y="139187"/>
                  </a:lnTo>
                  <a:lnTo>
                    <a:pt x="462654" y="137201"/>
                  </a:lnTo>
                  <a:lnTo>
                    <a:pt x="464737" y="134850"/>
                  </a:lnTo>
                  <a:lnTo>
                    <a:pt x="466415" y="132196"/>
                  </a:lnTo>
                  <a:lnTo>
                    <a:pt x="467646" y="129307"/>
                  </a:lnTo>
                  <a:lnTo>
                    <a:pt x="468397" y="126258"/>
                  </a:lnTo>
                  <a:lnTo>
                    <a:pt x="468650" y="123128"/>
                  </a:lnTo>
                  <a:lnTo>
                    <a:pt x="468650" y="19512"/>
                  </a:lnTo>
                  <a:lnTo>
                    <a:pt x="468397" y="16382"/>
                  </a:lnTo>
                  <a:lnTo>
                    <a:pt x="467646" y="13333"/>
                  </a:lnTo>
                  <a:lnTo>
                    <a:pt x="466415" y="10444"/>
                  </a:lnTo>
                  <a:lnTo>
                    <a:pt x="464737" y="7790"/>
                  </a:lnTo>
                  <a:lnTo>
                    <a:pt x="462654" y="5440"/>
                  </a:lnTo>
                  <a:lnTo>
                    <a:pt x="460222" y="3454"/>
                  </a:lnTo>
                  <a:lnTo>
                    <a:pt x="457502" y="1883"/>
                  </a:lnTo>
                  <a:lnTo>
                    <a:pt x="454566" y="770"/>
                  </a:lnTo>
                  <a:lnTo>
                    <a:pt x="451489" y="142"/>
                  </a:lnTo>
                  <a:lnTo>
                    <a:pt x="449137" y="0"/>
                  </a:lnTo>
                  <a:lnTo>
                    <a:pt x="19512" y="0"/>
                  </a:lnTo>
                  <a:lnTo>
                    <a:pt x="21864" y="142"/>
                  </a:lnTo>
                  <a:lnTo>
                    <a:pt x="18727" y="15"/>
                  </a:lnTo>
                  <a:lnTo>
                    <a:pt x="15609" y="394"/>
                  </a:lnTo>
                  <a:lnTo>
                    <a:pt x="12593" y="1268"/>
                  </a:lnTo>
                  <a:lnTo>
                    <a:pt x="9756" y="2614"/>
                  </a:lnTo>
                  <a:lnTo>
                    <a:pt x="7172" y="4398"/>
                  </a:lnTo>
                  <a:lnTo>
                    <a:pt x="4907" y="6573"/>
                  </a:lnTo>
                  <a:lnTo>
                    <a:pt x="3020" y="9083"/>
                  </a:lnTo>
                  <a:lnTo>
                    <a:pt x="1561" y="11864"/>
                  </a:lnTo>
                  <a:lnTo>
                    <a:pt x="567" y="14843"/>
                  </a:lnTo>
                  <a:lnTo>
                    <a:pt x="63" y="17942"/>
                  </a:lnTo>
                  <a:lnTo>
                    <a:pt x="0" y="19512"/>
                  </a:lnTo>
                  <a:lnTo>
                    <a:pt x="0" y="123128"/>
                  </a:lnTo>
                  <a:lnTo>
                    <a:pt x="63" y="121558"/>
                  </a:lnTo>
                  <a:lnTo>
                    <a:pt x="63" y="124698"/>
                  </a:lnTo>
                  <a:lnTo>
                    <a:pt x="567" y="127798"/>
                  </a:lnTo>
                  <a:lnTo>
                    <a:pt x="1561" y="130777"/>
                  </a:lnTo>
                  <a:lnTo>
                    <a:pt x="3020" y="133557"/>
                  </a:lnTo>
                  <a:lnTo>
                    <a:pt x="4907" y="136068"/>
                  </a:lnTo>
                  <a:lnTo>
                    <a:pt x="7172" y="138243"/>
                  </a:lnTo>
                  <a:lnTo>
                    <a:pt x="9756" y="140027"/>
                  </a:lnTo>
                  <a:lnTo>
                    <a:pt x="12593" y="141373"/>
                  </a:lnTo>
                  <a:lnTo>
                    <a:pt x="15609" y="142247"/>
                  </a:lnTo>
                  <a:lnTo>
                    <a:pt x="18727" y="1426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tx159"/>
            <p:cNvSpPr/>
            <p:nvPr/>
          </p:nvSpPr>
          <p:spPr>
            <a:xfrm>
              <a:off x="3580487" y="6807679"/>
              <a:ext cx="403607" cy="78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Extreme</a:t>
              </a:r>
            </a:p>
          </p:txBody>
        </p:sp>
        <p:sp>
          <p:nvSpPr>
            <p:cNvPr id="160" name="pg160"/>
            <p:cNvSpPr/>
            <p:nvPr/>
          </p:nvSpPr>
          <p:spPr>
            <a:xfrm>
              <a:off x="3578031" y="6629068"/>
              <a:ext cx="408519" cy="142641"/>
            </a:xfrm>
            <a:custGeom>
              <a:avLst/>
              <a:pathLst>
                <a:path w="408519" h="142641">
                  <a:moveTo>
                    <a:pt x="19512" y="142641"/>
                  </a:moveTo>
                  <a:lnTo>
                    <a:pt x="389006" y="142641"/>
                  </a:lnTo>
                  <a:lnTo>
                    <a:pt x="388220" y="142625"/>
                  </a:lnTo>
                  <a:lnTo>
                    <a:pt x="391358" y="142499"/>
                  </a:lnTo>
                  <a:lnTo>
                    <a:pt x="394435" y="141871"/>
                  </a:lnTo>
                  <a:lnTo>
                    <a:pt x="397371" y="140757"/>
                  </a:lnTo>
                  <a:lnTo>
                    <a:pt x="400091" y="139187"/>
                  </a:lnTo>
                  <a:lnTo>
                    <a:pt x="402523" y="137201"/>
                  </a:lnTo>
                  <a:lnTo>
                    <a:pt x="404606" y="134850"/>
                  </a:lnTo>
                  <a:lnTo>
                    <a:pt x="406284" y="132196"/>
                  </a:lnTo>
                  <a:lnTo>
                    <a:pt x="407515" y="129307"/>
                  </a:lnTo>
                  <a:lnTo>
                    <a:pt x="408266" y="126258"/>
                  </a:lnTo>
                  <a:lnTo>
                    <a:pt x="408519" y="123128"/>
                  </a:lnTo>
                  <a:lnTo>
                    <a:pt x="408519" y="19512"/>
                  </a:lnTo>
                  <a:lnTo>
                    <a:pt x="408266" y="16382"/>
                  </a:lnTo>
                  <a:lnTo>
                    <a:pt x="407515" y="13333"/>
                  </a:lnTo>
                  <a:lnTo>
                    <a:pt x="406284" y="10444"/>
                  </a:lnTo>
                  <a:lnTo>
                    <a:pt x="404606" y="7790"/>
                  </a:lnTo>
                  <a:lnTo>
                    <a:pt x="402523" y="5440"/>
                  </a:lnTo>
                  <a:lnTo>
                    <a:pt x="400091" y="3454"/>
                  </a:lnTo>
                  <a:lnTo>
                    <a:pt x="397371" y="1883"/>
                  </a:lnTo>
                  <a:lnTo>
                    <a:pt x="394435" y="770"/>
                  </a:lnTo>
                  <a:lnTo>
                    <a:pt x="391358" y="142"/>
                  </a:lnTo>
                  <a:lnTo>
                    <a:pt x="389006" y="0"/>
                  </a:lnTo>
                  <a:lnTo>
                    <a:pt x="19512" y="0"/>
                  </a:lnTo>
                  <a:lnTo>
                    <a:pt x="21864" y="142"/>
                  </a:lnTo>
                  <a:lnTo>
                    <a:pt x="18727" y="15"/>
                  </a:lnTo>
                  <a:lnTo>
                    <a:pt x="15609" y="394"/>
                  </a:lnTo>
                  <a:lnTo>
                    <a:pt x="12593" y="1268"/>
                  </a:lnTo>
                  <a:lnTo>
                    <a:pt x="9756" y="2614"/>
                  </a:lnTo>
                  <a:lnTo>
                    <a:pt x="7172" y="4398"/>
                  </a:lnTo>
                  <a:lnTo>
                    <a:pt x="4907" y="6573"/>
                  </a:lnTo>
                  <a:lnTo>
                    <a:pt x="3020" y="9083"/>
                  </a:lnTo>
                  <a:lnTo>
                    <a:pt x="1561" y="11864"/>
                  </a:lnTo>
                  <a:lnTo>
                    <a:pt x="567" y="14843"/>
                  </a:lnTo>
                  <a:lnTo>
                    <a:pt x="63" y="17942"/>
                  </a:lnTo>
                  <a:lnTo>
                    <a:pt x="0" y="19512"/>
                  </a:lnTo>
                  <a:lnTo>
                    <a:pt x="0" y="123128"/>
                  </a:lnTo>
                  <a:lnTo>
                    <a:pt x="63" y="121558"/>
                  </a:lnTo>
                  <a:lnTo>
                    <a:pt x="63" y="124698"/>
                  </a:lnTo>
                  <a:lnTo>
                    <a:pt x="567" y="127798"/>
                  </a:lnTo>
                  <a:lnTo>
                    <a:pt x="1561" y="130777"/>
                  </a:lnTo>
                  <a:lnTo>
                    <a:pt x="3020" y="133557"/>
                  </a:lnTo>
                  <a:lnTo>
                    <a:pt x="4907" y="136068"/>
                  </a:lnTo>
                  <a:lnTo>
                    <a:pt x="7172" y="138243"/>
                  </a:lnTo>
                  <a:lnTo>
                    <a:pt x="9756" y="140027"/>
                  </a:lnTo>
                  <a:lnTo>
                    <a:pt x="12593" y="141373"/>
                  </a:lnTo>
                  <a:lnTo>
                    <a:pt x="15609" y="142247"/>
                  </a:lnTo>
                  <a:lnTo>
                    <a:pt x="18727" y="1426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tx161"/>
            <p:cNvSpPr/>
            <p:nvPr/>
          </p:nvSpPr>
          <p:spPr>
            <a:xfrm>
              <a:off x="3610552" y="6658943"/>
              <a:ext cx="343476" cy="802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Severe</a:t>
              </a:r>
            </a:p>
          </p:txBody>
        </p:sp>
        <p:sp>
          <p:nvSpPr>
            <p:cNvPr id="162" name="pg162"/>
            <p:cNvSpPr/>
            <p:nvPr/>
          </p:nvSpPr>
          <p:spPr>
            <a:xfrm>
              <a:off x="3520785" y="6301600"/>
              <a:ext cx="523011" cy="142641"/>
            </a:xfrm>
            <a:custGeom>
              <a:avLst/>
              <a:pathLst>
                <a:path w="523011" h="142641">
                  <a:moveTo>
                    <a:pt x="19512" y="142641"/>
                  </a:moveTo>
                  <a:lnTo>
                    <a:pt x="503498" y="142641"/>
                  </a:lnTo>
                  <a:lnTo>
                    <a:pt x="502713" y="142625"/>
                  </a:lnTo>
                  <a:lnTo>
                    <a:pt x="505850" y="142499"/>
                  </a:lnTo>
                  <a:lnTo>
                    <a:pt x="508927" y="141871"/>
                  </a:lnTo>
                  <a:lnTo>
                    <a:pt x="511863" y="140757"/>
                  </a:lnTo>
                  <a:lnTo>
                    <a:pt x="514583" y="139187"/>
                  </a:lnTo>
                  <a:lnTo>
                    <a:pt x="517015" y="137201"/>
                  </a:lnTo>
                  <a:lnTo>
                    <a:pt x="519098" y="134850"/>
                  </a:lnTo>
                  <a:lnTo>
                    <a:pt x="520776" y="132196"/>
                  </a:lnTo>
                  <a:lnTo>
                    <a:pt x="522007" y="129307"/>
                  </a:lnTo>
                  <a:lnTo>
                    <a:pt x="522759" y="126258"/>
                  </a:lnTo>
                  <a:lnTo>
                    <a:pt x="523011" y="123128"/>
                  </a:lnTo>
                  <a:lnTo>
                    <a:pt x="523011" y="19512"/>
                  </a:lnTo>
                  <a:lnTo>
                    <a:pt x="522759" y="16382"/>
                  </a:lnTo>
                  <a:lnTo>
                    <a:pt x="522007" y="13333"/>
                  </a:lnTo>
                  <a:lnTo>
                    <a:pt x="520776" y="10444"/>
                  </a:lnTo>
                  <a:lnTo>
                    <a:pt x="519098" y="7790"/>
                  </a:lnTo>
                  <a:lnTo>
                    <a:pt x="517015" y="5440"/>
                  </a:lnTo>
                  <a:lnTo>
                    <a:pt x="514583" y="3454"/>
                  </a:lnTo>
                  <a:lnTo>
                    <a:pt x="511863" y="1883"/>
                  </a:lnTo>
                  <a:lnTo>
                    <a:pt x="508927" y="770"/>
                  </a:lnTo>
                  <a:lnTo>
                    <a:pt x="505850" y="142"/>
                  </a:lnTo>
                  <a:lnTo>
                    <a:pt x="503498" y="0"/>
                  </a:lnTo>
                  <a:lnTo>
                    <a:pt x="19512" y="0"/>
                  </a:lnTo>
                  <a:lnTo>
                    <a:pt x="21864" y="142"/>
                  </a:lnTo>
                  <a:lnTo>
                    <a:pt x="18727" y="15"/>
                  </a:lnTo>
                  <a:lnTo>
                    <a:pt x="15609" y="394"/>
                  </a:lnTo>
                  <a:lnTo>
                    <a:pt x="12593" y="1268"/>
                  </a:lnTo>
                  <a:lnTo>
                    <a:pt x="9756" y="2614"/>
                  </a:lnTo>
                  <a:lnTo>
                    <a:pt x="7172" y="4398"/>
                  </a:lnTo>
                  <a:lnTo>
                    <a:pt x="4907" y="6573"/>
                  </a:lnTo>
                  <a:lnTo>
                    <a:pt x="3020" y="9083"/>
                  </a:lnTo>
                  <a:lnTo>
                    <a:pt x="1561" y="11864"/>
                  </a:lnTo>
                  <a:lnTo>
                    <a:pt x="567" y="14843"/>
                  </a:lnTo>
                  <a:lnTo>
                    <a:pt x="63" y="17942"/>
                  </a:lnTo>
                  <a:lnTo>
                    <a:pt x="0" y="19512"/>
                  </a:lnTo>
                  <a:lnTo>
                    <a:pt x="0" y="123128"/>
                  </a:lnTo>
                  <a:lnTo>
                    <a:pt x="63" y="121558"/>
                  </a:lnTo>
                  <a:lnTo>
                    <a:pt x="63" y="124698"/>
                  </a:lnTo>
                  <a:lnTo>
                    <a:pt x="567" y="127798"/>
                  </a:lnTo>
                  <a:lnTo>
                    <a:pt x="1561" y="130777"/>
                  </a:lnTo>
                  <a:lnTo>
                    <a:pt x="3020" y="133557"/>
                  </a:lnTo>
                  <a:lnTo>
                    <a:pt x="4907" y="136068"/>
                  </a:lnTo>
                  <a:lnTo>
                    <a:pt x="7172" y="138243"/>
                  </a:lnTo>
                  <a:lnTo>
                    <a:pt x="9756" y="140027"/>
                  </a:lnTo>
                  <a:lnTo>
                    <a:pt x="12593" y="141373"/>
                  </a:lnTo>
                  <a:lnTo>
                    <a:pt x="15609" y="142247"/>
                  </a:lnTo>
                  <a:lnTo>
                    <a:pt x="18727" y="1426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tx163"/>
            <p:cNvSpPr/>
            <p:nvPr/>
          </p:nvSpPr>
          <p:spPr>
            <a:xfrm>
              <a:off x="3553306" y="6332851"/>
              <a:ext cx="457968" cy="78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Moderate</a:t>
              </a:r>
            </a:p>
          </p:txBody>
        </p:sp>
        <p:sp>
          <p:nvSpPr>
            <p:cNvPr id="164" name="pg164"/>
            <p:cNvSpPr/>
            <p:nvPr/>
          </p:nvSpPr>
          <p:spPr>
            <a:xfrm>
              <a:off x="3614183" y="5515679"/>
              <a:ext cx="336214" cy="142641"/>
            </a:xfrm>
            <a:custGeom>
              <a:avLst/>
              <a:pathLst>
                <a:path w="336214" h="142641">
                  <a:moveTo>
                    <a:pt x="19512" y="142641"/>
                  </a:moveTo>
                  <a:lnTo>
                    <a:pt x="316701" y="142641"/>
                  </a:lnTo>
                  <a:lnTo>
                    <a:pt x="315915" y="142625"/>
                  </a:lnTo>
                  <a:lnTo>
                    <a:pt x="319053" y="142499"/>
                  </a:lnTo>
                  <a:lnTo>
                    <a:pt x="322130" y="141871"/>
                  </a:lnTo>
                  <a:lnTo>
                    <a:pt x="325066" y="140757"/>
                  </a:lnTo>
                  <a:lnTo>
                    <a:pt x="327785" y="139187"/>
                  </a:lnTo>
                  <a:lnTo>
                    <a:pt x="330218" y="137201"/>
                  </a:lnTo>
                  <a:lnTo>
                    <a:pt x="332300" y="134850"/>
                  </a:lnTo>
                  <a:lnTo>
                    <a:pt x="333979" y="132196"/>
                  </a:lnTo>
                  <a:lnTo>
                    <a:pt x="335210" y="129307"/>
                  </a:lnTo>
                  <a:lnTo>
                    <a:pt x="335961" y="126258"/>
                  </a:lnTo>
                  <a:lnTo>
                    <a:pt x="336214" y="123128"/>
                  </a:lnTo>
                  <a:lnTo>
                    <a:pt x="336214" y="19512"/>
                  </a:lnTo>
                  <a:lnTo>
                    <a:pt x="335961" y="16382"/>
                  </a:lnTo>
                  <a:lnTo>
                    <a:pt x="335210" y="13333"/>
                  </a:lnTo>
                  <a:lnTo>
                    <a:pt x="333979" y="10444"/>
                  </a:lnTo>
                  <a:lnTo>
                    <a:pt x="332300" y="7790"/>
                  </a:lnTo>
                  <a:lnTo>
                    <a:pt x="330218" y="5440"/>
                  </a:lnTo>
                  <a:lnTo>
                    <a:pt x="327785" y="3454"/>
                  </a:lnTo>
                  <a:lnTo>
                    <a:pt x="325066" y="1883"/>
                  </a:lnTo>
                  <a:lnTo>
                    <a:pt x="322130" y="770"/>
                  </a:lnTo>
                  <a:lnTo>
                    <a:pt x="319053" y="142"/>
                  </a:lnTo>
                  <a:lnTo>
                    <a:pt x="316701" y="0"/>
                  </a:lnTo>
                  <a:lnTo>
                    <a:pt x="19512" y="0"/>
                  </a:lnTo>
                  <a:lnTo>
                    <a:pt x="21864" y="142"/>
                  </a:lnTo>
                  <a:lnTo>
                    <a:pt x="18727" y="15"/>
                  </a:lnTo>
                  <a:lnTo>
                    <a:pt x="15609" y="394"/>
                  </a:lnTo>
                  <a:lnTo>
                    <a:pt x="12593" y="1268"/>
                  </a:lnTo>
                  <a:lnTo>
                    <a:pt x="9756" y="2614"/>
                  </a:lnTo>
                  <a:lnTo>
                    <a:pt x="7172" y="4398"/>
                  </a:lnTo>
                  <a:lnTo>
                    <a:pt x="4907" y="6573"/>
                  </a:lnTo>
                  <a:lnTo>
                    <a:pt x="3020" y="9083"/>
                  </a:lnTo>
                  <a:lnTo>
                    <a:pt x="1561" y="11864"/>
                  </a:lnTo>
                  <a:lnTo>
                    <a:pt x="567" y="14843"/>
                  </a:lnTo>
                  <a:lnTo>
                    <a:pt x="63" y="17942"/>
                  </a:lnTo>
                  <a:lnTo>
                    <a:pt x="0" y="19512"/>
                  </a:lnTo>
                  <a:lnTo>
                    <a:pt x="0" y="123128"/>
                  </a:lnTo>
                  <a:lnTo>
                    <a:pt x="63" y="121558"/>
                  </a:lnTo>
                  <a:lnTo>
                    <a:pt x="63" y="124698"/>
                  </a:lnTo>
                  <a:lnTo>
                    <a:pt x="567" y="127798"/>
                  </a:lnTo>
                  <a:lnTo>
                    <a:pt x="1561" y="130777"/>
                  </a:lnTo>
                  <a:lnTo>
                    <a:pt x="3020" y="133557"/>
                  </a:lnTo>
                  <a:lnTo>
                    <a:pt x="4907" y="136068"/>
                  </a:lnTo>
                  <a:lnTo>
                    <a:pt x="7172" y="138243"/>
                  </a:lnTo>
                  <a:lnTo>
                    <a:pt x="9756" y="140027"/>
                  </a:lnTo>
                  <a:lnTo>
                    <a:pt x="12593" y="141373"/>
                  </a:lnTo>
                  <a:lnTo>
                    <a:pt x="15609" y="142247"/>
                  </a:lnTo>
                  <a:lnTo>
                    <a:pt x="18727" y="1426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tx165"/>
            <p:cNvSpPr/>
            <p:nvPr/>
          </p:nvSpPr>
          <p:spPr>
            <a:xfrm>
              <a:off x="3646705" y="5524063"/>
              <a:ext cx="271171" cy="1017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Slight</a:t>
              </a:r>
            </a:p>
          </p:txBody>
        </p:sp>
        <p:sp>
          <p:nvSpPr>
            <p:cNvPr id="166" name="pg166"/>
            <p:cNvSpPr/>
            <p:nvPr/>
          </p:nvSpPr>
          <p:spPr>
            <a:xfrm>
              <a:off x="3620191" y="3501755"/>
              <a:ext cx="324198" cy="142641"/>
            </a:xfrm>
            <a:custGeom>
              <a:avLst/>
              <a:pathLst>
                <a:path w="324198" h="142641">
                  <a:moveTo>
                    <a:pt x="19512" y="142641"/>
                  </a:moveTo>
                  <a:lnTo>
                    <a:pt x="304685" y="142641"/>
                  </a:lnTo>
                  <a:lnTo>
                    <a:pt x="303900" y="142625"/>
                  </a:lnTo>
                  <a:lnTo>
                    <a:pt x="307037" y="142499"/>
                  </a:lnTo>
                  <a:lnTo>
                    <a:pt x="310114" y="141871"/>
                  </a:lnTo>
                  <a:lnTo>
                    <a:pt x="313050" y="140757"/>
                  </a:lnTo>
                  <a:lnTo>
                    <a:pt x="315770" y="139187"/>
                  </a:lnTo>
                  <a:lnTo>
                    <a:pt x="318202" y="137201"/>
                  </a:lnTo>
                  <a:lnTo>
                    <a:pt x="320285" y="134850"/>
                  </a:lnTo>
                  <a:lnTo>
                    <a:pt x="321963" y="132196"/>
                  </a:lnTo>
                  <a:lnTo>
                    <a:pt x="323194" y="129307"/>
                  </a:lnTo>
                  <a:lnTo>
                    <a:pt x="323946" y="126258"/>
                  </a:lnTo>
                  <a:lnTo>
                    <a:pt x="324198" y="123128"/>
                  </a:lnTo>
                  <a:lnTo>
                    <a:pt x="324198" y="19512"/>
                  </a:lnTo>
                  <a:lnTo>
                    <a:pt x="323946" y="16382"/>
                  </a:lnTo>
                  <a:lnTo>
                    <a:pt x="323194" y="13333"/>
                  </a:lnTo>
                  <a:lnTo>
                    <a:pt x="321963" y="10444"/>
                  </a:lnTo>
                  <a:lnTo>
                    <a:pt x="320285" y="7790"/>
                  </a:lnTo>
                  <a:lnTo>
                    <a:pt x="318202" y="5440"/>
                  </a:lnTo>
                  <a:lnTo>
                    <a:pt x="315770" y="3454"/>
                  </a:lnTo>
                  <a:lnTo>
                    <a:pt x="313050" y="1883"/>
                  </a:lnTo>
                  <a:lnTo>
                    <a:pt x="310114" y="770"/>
                  </a:lnTo>
                  <a:lnTo>
                    <a:pt x="307037" y="142"/>
                  </a:lnTo>
                  <a:lnTo>
                    <a:pt x="304685" y="0"/>
                  </a:lnTo>
                  <a:lnTo>
                    <a:pt x="19512" y="0"/>
                  </a:lnTo>
                  <a:lnTo>
                    <a:pt x="21864" y="142"/>
                  </a:lnTo>
                  <a:lnTo>
                    <a:pt x="18727" y="15"/>
                  </a:lnTo>
                  <a:lnTo>
                    <a:pt x="15609" y="394"/>
                  </a:lnTo>
                  <a:lnTo>
                    <a:pt x="12593" y="1268"/>
                  </a:lnTo>
                  <a:lnTo>
                    <a:pt x="9756" y="2614"/>
                  </a:lnTo>
                  <a:lnTo>
                    <a:pt x="7172" y="4398"/>
                  </a:lnTo>
                  <a:lnTo>
                    <a:pt x="4907" y="6573"/>
                  </a:lnTo>
                  <a:lnTo>
                    <a:pt x="3020" y="9083"/>
                  </a:lnTo>
                  <a:lnTo>
                    <a:pt x="1561" y="11864"/>
                  </a:lnTo>
                  <a:lnTo>
                    <a:pt x="567" y="14843"/>
                  </a:lnTo>
                  <a:lnTo>
                    <a:pt x="63" y="17942"/>
                  </a:lnTo>
                  <a:lnTo>
                    <a:pt x="0" y="19512"/>
                  </a:lnTo>
                  <a:lnTo>
                    <a:pt x="0" y="123128"/>
                  </a:lnTo>
                  <a:lnTo>
                    <a:pt x="63" y="121558"/>
                  </a:lnTo>
                  <a:lnTo>
                    <a:pt x="63" y="124698"/>
                  </a:lnTo>
                  <a:lnTo>
                    <a:pt x="567" y="127798"/>
                  </a:lnTo>
                  <a:lnTo>
                    <a:pt x="1561" y="130777"/>
                  </a:lnTo>
                  <a:lnTo>
                    <a:pt x="3020" y="133557"/>
                  </a:lnTo>
                  <a:lnTo>
                    <a:pt x="4907" y="136068"/>
                  </a:lnTo>
                  <a:lnTo>
                    <a:pt x="7172" y="138243"/>
                  </a:lnTo>
                  <a:lnTo>
                    <a:pt x="9756" y="140027"/>
                  </a:lnTo>
                  <a:lnTo>
                    <a:pt x="12593" y="141373"/>
                  </a:lnTo>
                  <a:lnTo>
                    <a:pt x="15609" y="142247"/>
                  </a:lnTo>
                  <a:lnTo>
                    <a:pt x="18727" y="1426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tx167"/>
            <p:cNvSpPr/>
            <p:nvPr/>
          </p:nvSpPr>
          <p:spPr>
            <a:xfrm>
              <a:off x="3652713" y="3533006"/>
              <a:ext cx="259155" cy="78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None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503525" y="7104324"/>
              <a:ext cx="2401168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Before onset of first symptoms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3535211" y="7106495"/>
              <a:ext cx="494158" cy="1646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Today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520462" y="932419"/>
              <a:ext cx="3150294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Changes in self-reported level of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520462" y="1151875"/>
              <a:ext cx="3804542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problems with mobility of the EQ-5D-5L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520462" y="1371331"/>
              <a:ext cx="3996828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before onset of first symptoms and today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520462" y="1590787"/>
              <a:ext cx="739775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(N=145)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2025-09-15T10:29:51Z</dcterms:modified>
  <cp:category/>
</cp:coreProperties>
</file>