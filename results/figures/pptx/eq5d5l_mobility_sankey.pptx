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04410" y="2158272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04410" y="2246992"/>
              <a:ext cx="1353158" cy="2543282"/>
            </a:xfrm>
            <a:custGeom>
              <a:avLst/>
              <a:pathLst>
                <a:path w="1353158" h="2543282">
                  <a:moveTo>
                    <a:pt x="0" y="29573"/>
                  </a:moveTo>
                  <a:lnTo>
                    <a:pt x="853" y="29773"/>
                  </a:lnTo>
                  <a:lnTo>
                    <a:pt x="6309" y="31213"/>
                  </a:lnTo>
                  <a:lnTo>
                    <a:pt x="19451" y="35178"/>
                  </a:lnTo>
                  <a:lnTo>
                    <a:pt x="41365" y="42799"/>
                  </a:lnTo>
                  <a:lnTo>
                    <a:pt x="71039" y="54813"/>
                  </a:lnTo>
                  <a:lnTo>
                    <a:pt x="105971" y="71481"/>
                  </a:lnTo>
                  <a:lnTo>
                    <a:pt x="143240" y="92736"/>
                  </a:lnTo>
                  <a:lnTo>
                    <a:pt x="180434" y="118455"/>
                  </a:lnTo>
                  <a:lnTo>
                    <a:pt x="216087" y="148703"/>
                  </a:lnTo>
                  <a:lnTo>
                    <a:pt x="249660" y="183871"/>
                  </a:lnTo>
                  <a:lnTo>
                    <a:pt x="281313" y="224721"/>
                  </a:lnTo>
                  <a:lnTo>
                    <a:pt x="311639" y="272361"/>
                  </a:lnTo>
                  <a:lnTo>
                    <a:pt x="341456" y="328142"/>
                  </a:lnTo>
                  <a:lnTo>
                    <a:pt x="371627" y="393422"/>
                  </a:lnTo>
                  <a:lnTo>
                    <a:pt x="394671" y="448524"/>
                  </a:lnTo>
                  <a:lnTo>
                    <a:pt x="414264" y="498313"/>
                  </a:lnTo>
                  <a:lnTo>
                    <a:pt x="434493" y="552097"/>
                  </a:lnTo>
                  <a:lnTo>
                    <a:pt x="455445" y="609954"/>
                  </a:lnTo>
                  <a:lnTo>
                    <a:pt x="477174" y="671884"/>
                  </a:lnTo>
                  <a:lnTo>
                    <a:pt x="499704" y="737799"/>
                  </a:lnTo>
                  <a:lnTo>
                    <a:pt x="523027" y="807511"/>
                  </a:lnTo>
                  <a:lnTo>
                    <a:pt x="547102" y="880735"/>
                  </a:lnTo>
                  <a:lnTo>
                    <a:pt x="571862" y="957084"/>
                  </a:lnTo>
                  <a:lnTo>
                    <a:pt x="597208" y="1036074"/>
                  </a:lnTo>
                  <a:lnTo>
                    <a:pt x="623019" y="1117138"/>
                  </a:lnTo>
                  <a:lnTo>
                    <a:pt x="649154" y="1199637"/>
                  </a:lnTo>
                  <a:lnTo>
                    <a:pt x="675459" y="1282882"/>
                  </a:lnTo>
                  <a:lnTo>
                    <a:pt x="701770" y="1366158"/>
                  </a:lnTo>
                  <a:lnTo>
                    <a:pt x="727926" y="1448748"/>
                  </a:lnTo>
                  <a:lnTo>
                    <a:pt x="753771" y="1529960"/>
                  </a:lnTo>
                  <a:lnTo>
                    <a:pt x="779161" y="1609150"/>
                  </a:lnTo>
                  <a:lnTo>
                    <a:pt x="803975" y="1685743"/>
                  </a:lnTo>
                  <a:lnTo>
                    <a:pt x="828112" y="1759249"/>
                  </a:lnTo>
                  <a:lnTo>
                    <a:pt x="851500" y="1829273"/>
                  </a:lnTo>
                  <a:lnTo>
                    <a:pt x="874099" y="1895519"/>
                  </a:lnTo>
                  <a:lnTo>
                    <a:pt x="895896" y="1957793"/>
                  </a:lnTo>
                  <a:lnTo>
                    <a:pt x="916912" y="2015998"/>
                  </a:lnTo>
                  <a:lnTo>
                    <a:pt x="937199" y="2070126"/>
                  </a:lnTo>
                  <a:lnTo>
                    <a:pt x="956842" y="2120249"/>
                  </a:lnTo>
                  <a:lnTo>
                    <a:pt x="958487" y="2124331"/>
                  </a:lnTo>
                  <a:lnTo>
                    <a:pt x="989399" y="2197262"/>
                  </a:lnTo>
                  <a:lnTo>
                    <a:pt x="1019401" y="2259975"/>
                  </a:lnTo>
                  <a:lnTo>
                    <a:pt x="1049265" y="2313518"/>
                  </a:lnTo>
                  <a:lnTo>
                    <a:pt x="1079861" y="2359283"/>
                  </a:lnTo>
                  <a:lnTo>
                    <a:pt x="1111966" y="2398572"/>
                  </a:lnTo>
                  <a:lnTo>
                    <a:pt x="1146085" y="2432411"/>
                  </a:lnTo>
                  <a:lnTo>
                    <a:pt x="1182221" y="2461467"/>
                  </a:lnTo>
                  <a:lnTo>
                    <a:pt x="1219615" y="2486038"/>
                  </a:lnTo>
                  <a:lnTo>
                    <a:pt x="1256544" y="2506123"/>
                  </a:lnTo>
                  <a:lnTo>
                    <a:pt x="1290401" y="2521587"/>
                  </a:lnTo>
                  <a:lnTo>
                    <a:pt x="1318268" y="2532423"/>
                  </a:lnTo>
                  <a:lnTo>
                    <a:pt x="1337934" y="2539011"/>
                  </a:lnTo>
                  <a:lnTo>
                    <a:pt x="1348901" y="2542204"/>
                  </a:lnTo>
                  <a:lnTo>
                    <a:pt x="1352802" y="2543201"/>
                  </a:lnTo>
                  <a:lnTo>
                    <a:pt x="1353158" y="2543282"/>
                  </a:lnTo>
                  <a:lnTo>
                    <a:pt x="1353158" y="2513709"/>
                  </a:lnTo>
                  <a:lnTo>
                    <a:pt x="1352304" y="2513509"/>
                  </a:lnTo>
                  <a:lnTo>
                    <a:pt x="1346848" y="2512069"/>
                  </a:lnTo>
                  <a:lnTo>
                    <a:pt x="1333706" y="2508104"/>
                  </a:lnTo>
                  <a:lnTo>
                    <a:pt x="1311793" y="2500483"/>
                  </a:lnTo>
                  <a:lnTo>
                    <a:pt x="1282119" y="2488469"/>
                  </a:lnTo>
                  <a:lnTo>
                    <a:pt x="1247186" y="2471801"/>
                  </a:lnTo>
                  <a:lnTo>
                    <a:pt x="1209917" y="2450546"/>
                  </a:lnTo>
                  <a:lnTo>
                    <a:pt x="1172723" y="2424827"/>
                  </a:lnTo>
                  <a:lnTo>
                    <a:pt x="1137070" y="2394579"/>
                  </a:lnTo>
                  <a:lnTo>
                    <a:pt x="1103497" y="2359411"/>
                  </a:lnTo>
                  <a:lnTo>
                    <a:pt x="1071845" y="2318561"/>
                  </a:lnTo>
                  <a:lnTo>
                    <a:pt x="1041518" y="2270921"/>
                  </a:lnTo>
                  <a:lnTo>
                    <a:pt x="1011701" y="2215140"/>
                  </a:lnTo>
                  <a:lnTo>
                    <a:pt x="981530" y="2149860"/>
                  </a:lnTo>
                  <a:lnTo>
                    <a:pt x="958487" y="2094758"/>
                  </a:lnTo>
                  <a:lnTo>
                    <a:pt x="938893" y="2044969"/>
                  </a:lnTo>
                  <a:lnTo>
                    <a:pt x="918664" y="1991185"/>
                  </a:lnTo>
                  <a:lnTo>
                    <a:pt x="897713" y="1933328"/>
                  </a:lnTo>
                  <a:lnTo>
                    <a:pt x="875983" y="1871397"/>
                  </a:lnTo>
                  <a:lnTo>
                    <a:pt x="853453" y="1805483"/>
                  </a:lnTo>
                  <a:lnTo>
                    <a:pt x="830131" y="1735771"/>
                  </a:lnTo>
                  <a:lnTo>
                    <a:pt x="806055" y="1662547"/>
                  </a:lnTo>
                  <a:lnTo>
                    <a:pt x="781295" y="1586198"/>
                  </a:lnTo>
                  <a:lnTo>
                    <a:pt x="755950" y="1507208"/>
                  </a:lnTo>
                  <a:lnTo>
                    <a:pt x="730138" y="1426143"/>
                  </a:lnTo>
                  <a:lnTo>
                    <a:pt x="704003" y="1343644"/>
                  </a:lnTo>
                  <a:lnTo>
                    <a:pt x="677698" y="1260400"/>
                  </a:lnTo>
                  <a:lnTo>
                    <a:pt x="651387" y="1177124"/>
                  </a:lnTo>
                  <a:lnTo>
                    <a:pt x="625231" y="1094534"/>
                  </a:lnTo>
                  <a:lnTo>
                    <a:pt x="599386" y="1013322"/>
                  </a:lnTo>
                  <a:lnTo>
                    <a:pt x="573996" y="934132"/>
                  </a:lnTo>
                  <a:lnTo>
                    <a:pt x="549182" y="857539"/>
                  </a:lnTo>
                  <a:lnTo>
                    <a:pt x="525045" y="784032"/>
                  </a:lnTo>
                  <a:lnTo>
                    <a:pt x="501657" y="714009"/>
                  </a:lnTo>
                  <a:lnTo>
                    <a:pt x="479058" y="647763"/>
                  </a:lnTo>
                  <a:lnTo>
                    <a:pt x="457262" y="585489"/>
                  </a:lnTo>
                  <a:lnTo>
                    <a:pt x="436245" y="527284"/>
                  </a:lnTo>
                  <a:lnTo>
                    <a:pt x="415958" y="473156"/>
                  </a:lnTo>
                  <a:lnTo>
                    <a:pt x="396315" y="423033"/>
                  </a:lnTo>
                  <a:lnTo>
                    <a:pt x="394671" y="418951"/>
                  </a:lnTo>
                  <a:lnTo>
                    <a:pt x="363758" y="346020"/>
                  </a:lnTo>
                  <a:lnTo>
                    <a:pt x="333756" y="283307"/>
                  </a:lnTo>
                  <a:lnTo>
                    <a:pt x="303892" y="229764"/>
                  </a:lnTo>
                  <a:lnTo>
                    <a:pt x="273296" y="183999"/>
                  </a:lnTo>
                  <a:lnTo>
                    <a:pt x="241191" y="144710"/>
                  </a:lnTo>
                  <a:lnTo>
                    <a:pt x="207073" y="110871"/>
                  </a:lnTo>
                  <a:lnTo>
                    <a:pt x="170937" y="81815"/>
                  </a:lnTo>
                  <a:lnTo>
                    <a:pt x="133542" y="57244"/>
                  </a:lnTo>
                  <a:lnTo>
                    <a:pt x="96613" y="37159"/>
                  </a:lnTo>
                  <a:lnTo>
                    <a:pt x="62756" y="21695"/>
                  </a:lnTo>
                  <a:lnTo>
                    <a:pt x="34889" y="10859"/>
                  </a:lnTo>
                  <a:lnTo>
                    <a:pt x="15223" y="4271"/>
                  </a:lnTo>
                  <a:lnTo>
                    <a:pt x="4257" y="1078"/>
                  </a:lnTo>
                  <a:lnTo>
                    <a:pt x="355" y="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04410" y="2128699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04410" y="2187846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04410" y="2217419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04410" y="227656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04410" y="230613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04410" y="4760701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04410" y="233571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04410" y="236528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04410" y="4790275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04410" y="239485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04410" y="242443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04410" y="245400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04410" y="248357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04410" y="251314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04410" y="254272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04410" y="5647893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04410" y="5677466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04410" y="257229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04410" y="260186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04410" y="4819848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04410" y="4849421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04410" y="5707039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04410" y="4878994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04410" y="5736612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04410" y="263144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04410" y="266101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04410" y="269058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04410" y="6002770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04410" y="272016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04410" y="274973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04410" y="277930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04410" y="280888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04410" y="4908567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04410" y="283845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04410" y="286802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04410" y="289759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04410" y="292717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04410" y="295674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04410" y="298631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04410" y="301589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04410" y="304546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04410" y="307503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04410" y="4938140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04410" y="5766185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04410" y="2158272"/>
              <a:ext cx="1353158" cy="147865"/>
            </a:xfrm>
            <a:custGeom>
              <a:avLst/>
              <a:pathLst>
                <a:path w="1353158" h="147865">
                  <a:moveTo>
                    <a:pt x="0" y="147865"/>
                  </a:moveTo>
                  <a:lnTo>
                    <a:pt x="1811" y="147844"/>
                  </a:lnTo>
                  <a:lnTo>
                    <a:pt x="13006" y="147696"/>
                  </a:lnTo>
                  <a:lnTo>
                    <a:pt x="38391" y="147294"/>
                  </a:lnTo>
                  <a:lnTo>
                    <a:pt x="76984" y="146553"/>
                  </a:lnTo>
                  <a:lnTo>
                    <a:pt x="123494" y="145445"/>
                  </a:lnTo>
                  <a:lnTo>
                    <a:pt x="171913" y="143981"/>
                  </a:lnTo>
                  <a:lnTo>
                    <a:pt x="218261" y="142162"/>
                  </a:lnTo>
                  <a:lnTo>
                    <a:pt x="261176" y="139949"/>
                  </a:lnTo>
                  <a:lnTo>
                    <a:pt x="301196" y="137259"/>
                  </a:lnTo>
                  <a:lnTo>
                    <a:pt x="339874" y="133964"/>
                  </a:lnTo>
                  <a:lnTo>
                    <a:pt x="379060" y="129927"/>
                  </a:lnTo>
                  <a:lnTo>
                    <a:pt x="394671" y="128149"/>
                  </a:lnTo>
                  <a:lnTo>
                    <a:pt x="429622" y="123894"/>
                  </a:lnTo>
                  <a:lnTo>
                    <a:pt x="466745" y="119048"/>
                  </a:lnTo>
                  <a:lnTo>
                    <a:pt x="506316" y="113613"/>
                  </a:lnTo>
                  <a:lnTo>
                    <a:pt x="548306" y="107636"/>
                  </a:lnTo>
                  <a:lnTo>
                    <a:pt x="592392" y="101209"/>
                  </a:lnTo>
                  <a:lnTo>
                    <a:pt x="637987" y="94464"/>
                  </a:lnTo>
                  <a:lnTo>
                    <a:pt x="684312" y="87567"/>
                  </a:lnTo>
                  <a:lnTo>
                    <a:pt x="730488" y="80700"/>
                  </a:lnTo>
                  <a:lnTo>
                    <a:pt x="775659" y="74044"/>
                  </a:lnTo>
                  <a:lnTo>
                    <a:pt x="819099" y="67754"/>
                  </a:lnTo>
                  <a:lnTo>
                    <a:pt x="860305" y="61950"/>
                  </a:lnTo>
                  <a:lnTo>
                    <a:pt x="899049" y="56708"/>
                  </a:lnTo>
                  <a:lnTo>
                    <a:pt x="935402" y="52060"/>
                  </a:lnTo>
                  <a:lnTo>
                    <a:pt x="958487" y="49288"/>
                  </a:lnTo>
                  <a:lnTo>
                    <a:pt x="998305" y="44938"/>
                  </a:lnTo>
                  <a:lnTo>
                    <a:pt x="1036964" y="41371"/>
                  </a:lnTo>
                  <a:lnTo>
                    <a:pt x="1076251" y="38464"/>
                  </a:lnTo>
                  <a:lnTo>
                    <a:pt x="1117911" y="36080"/>
                  </a:lnTo>
                  <a:lnTo>
                    <a:pt x="1162969" y="34116"/>
                  </a:lnTo>
                  <a:lnTo>
                    <a:pt x="1210909" y="32516"/>
                  </a:lnTo>
                  <a:lnTo>
                    <a:pt x="1258795" y="31269"/>
                  </a:lnTo>
                  <a:lnTo>
                    <a:pt x="1301196" y="30387"/>
                  </a:lnTo>
                  <a:lnTo>
                    <a:pt x="1332102" y="29861"/>
                  </a:lnTo>
                  <a:lnTo>
                    <a:pt x="1348520" y="2962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7" y="20"/>
                  </a:lnTo>
                  <a:lnTo>
                    <a:pt x="1340151" y="169"/>
                  </a:lnTo>
                  <a:lnTo>
                    <a:pt x="1314766" y="570"/>
                  </a:lnTo>
                  <a:lnTo>
                    <a:pt x="1276173" y="1311"/>
                  </a:lnTo>
                  <a:lnTo>
                    <a:pt x="1229663" y="2419"/>
                  </a:lnTo>
                  <a:lnTo>
                    <a:pt x="1181245" y="3883"/>
                  </a:lnTo>
                  <a:lnTo>
                    <a:pt x="1134896" y="5703"/>
                  </a:lnTo>
                  <a:lnTo>
                    <a:pt x="1091981" y="7915"/>
                  </a:lnTo>
                  <a:lnTo>
                    <a:pt x="1051961" y="10605"/>
                  </a:lnTo>
                  <a:lnTo>
                    <a:pt x="1013283" y="13900"/>
                  </a:lnTo>
                  <a:lnTo>
                    <a:pt x="974097" y="17937"/>
                  </a:lnTo>
                  <a:lnTo>
                    <a:pt x="958487" y="19715"/>
                  </a:lnTo>
                  <a:lnTo>
                    <a:pt x="923535" y="23970"/>
                  </a:lnTo>
                  <a:lnTo>
                    <a:pt x="886412" y="28817"/>
                  </a:lnTo>
                  <a:lnTo>
                    <a:pt x="846841" y="34251"/>
                  </a:lnTo>
                  <a:lnTo>
                    <a:pt x="804851" y="40228"/>
                  </a:lnTo>
                  <a:lnTo>
                    <a:pt x="760765" y="46655"/>
                  </a:lnTo>
                  <a:lnTo>
                    <a:pt x="715170" y="53401"/>
                  </a:lnTo>
                  <a:lnTo>
                    <a:pt x="668846" y="60298"/>
                  </a:lnTo>
                  <a:lnTo>
                    <a:pt x="622669" y="67164"/>
                  </a:lnTo>
                  <a:lnTo>
                    <a:pt x="577498" y="73821"/>
                  </a:lnTo>
                  <a:lnTo>
                    <a:pt x="534058" y="80111"/>
                  </a:lnTo>
                  <a:lnTo>
                    <a:pt x="492852" y="85914"/>
                  </a:lnTo>
                  <a:lnTo>
                    <a:pt x="454109" y="91156"/>
                  </a:lnTo>
                  <a:lnTo>
                    <a:pt x="417755" y="95804"/>
                  </a:lnTo>
                  <a:lnTo>
                    <a:pt x="394671" y="98576"/>
                  </a:lnTo>
                  <a:lnTo>
                    <a:pt x="354853" y="102927"/>
                  </a:lnTo>
                  <a:lnTo>
                    <a:pt x="316194" y="106493"/>
                  </a:lnTo>
                  <a:lnTo>
                    <a:pt x="276906" y="109400"/>
                  </a:lnTo>
                  <a:lnTo>
                    <a:pt x="235246" y="111784"/>
                  </a:lnTo>
                  <a:lnTo>
                    <a:pt x="190188" y="113749"/>
                  </a:lnTo>
                  <a:lnTo>
                    <a:pt x="142248" y="115348"/>
                  </a:lnTo>
                  <a:lnTo>
                    <a:pt x="94362" y="116595"/>
                  </a:lnTo>
                  <a:lnTo>
                    <a:pt x="51961" y="117478"/>
                  </a:lnTo>
                  <a:lnTo>
                    <a:pt x="21055" y="118004"/>
                  </a:lnTo>
                  <a:lnTo>
                    <a:pt x="4637" y="118236"/>
                  </a:lnTo>
                  <a:lnTo>
                    <a:pt x="0" y="118292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04410" y="310461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04410" y="6032343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04410" y="6061916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04410" y="4967713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04410" y="313418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04410" y="316375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04410" y="319332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04410" y="322290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04410" y="4997286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04410" y="5026859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04410" y="325247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04410" y="5056432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04410" y="328204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04410" y="331162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04410" y="334119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04410" y="5086005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04410" y="337076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04410" y="5795758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04410" y="5115578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04410" y="6091489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04410" y="5145151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04410" y="5825332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04410" y="340034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04410" y="342991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04410" y="5174724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04410" y="345948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04410" y="5854905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04410" y="348906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04410" y="351863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04410" y="354820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04410" y="357777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04410" y="360735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04410" y="363692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04410" y="366649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04410" y="369607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04410" y="372564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04410" y="375521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04410" y="5884478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04410" y="378479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04410" y="5204297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04410" y="381436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04410" y="384393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04410" y="6121062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04410" y="5233870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04410" y="5263443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04410" y="5293016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04410" y="387351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04410" y="390308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04410" y="393265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04410" y="396222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04410" y="399180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04410" y="5322590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04410" y="5352163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04410" y="402137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04410" y="405094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04410" y="408052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04410" y="411009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04410" y="413966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04410" y="5381736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04410" y="416924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04410" y="5411309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04410" y="5440882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04410" y="5914051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04410" y="6150635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04410" y="5470455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04410" y="419881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04410" y="422838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04410" y="425796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04410" y="428753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04410" y="431710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04410" y="5500028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04410" y="434667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04410" y="437625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04410" y="440582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04410" y="6180208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04410" y="5529601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04410" y="5559174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04410" y="6209781"/>
              <a:ext cx="1353158" cy="236584"/>
            </a:xfrm>
            <a:custGeom>
              <a:avLst/>
              <a:pathLst>
                <a:path w="1353158" h="236584">
                  <a:moveTo>
                    <a:pt x="0" y="29573"/>
                  </a:moveTo>
                  <a:lnTo>
                    <a:pt x="1804" y="29609"/>
                  </a:lnTo>
                  <a:lnTo>
                    <a:pt x="12960" y="29867"/>
                  </a:lnTo>
                  <a:lnTo>
                    <a:pt x="38266" y="30568"/>
                  </a:lnTo>
                  <a:lnTo>
                    <a:pt x="76761" y="31860"/>
                  </a:lnTo>
                  <a:lnTo>
                    <a:pt x="123185" y="33792"/>
                  </a:lnTo>
                  <a:lnTo>
                    <a:pt x="171546" y="36347"/>
                  </a:lnTo>
                  <a:lnTo>
                    <a:pt x="217861" y="39522"/>
                  </a:lnTo>
                  <a:lnTo>
                    <a:pt x="260753" y="43381"/>
                  </a:lnTo>
                  <a:lnTo>
                    <a:pt x="300747" y="48073"/>
                  </a:lnTo>
                  <a:lnTo>
                    <a:pt x="339380" y="53817"/>
                  </a:lnTo>
                  <a:lnTo>
                    <a:pt x="378497" y="60854"/>
                  </a:lnTo>
                  <a:lnTo>
                    <a:pt x="394671" y="64074"/>
                  </a:lnTo>
                  <a:lnTo>
                    <a:pt x="429275" y="71444"/>
                  </a:lnTo>
                  <a:lnTo>
                    <a:pt x="466005" y="79829"/>
                  </a:lnTo>
                  <a:lnTo>
                    <a:pt x="505135" y="89224"/>
                  </a:lnTo>
                  <a:lnTo>
                    <a:pt x="546642" y="99552"/>
                  </a:lnTo>
                  <a:lnTo>
                    <a:pt x="590223" y="110663"/>
                  </a:lnTo>
                  <a:lnTo>
                    <a:pt x="635317" y="122331"/>
                  </a:lnTo>
                  <a:lnTo>
                    <a:pt x="681175" y="134277"/>
                  </a:lnTo>
                  <a:lnTo>
                    <a:pt x="726946" y="146191"/>
                  </a:lnTo>
                  <a:lnTo>
                    <a:pt x="771793" y="157769"/>
                  </a:lnTo>
                  <a:lnTo>
                    <a:pt x="814996" y="168739"/>
                  </a:lnTo>
                  <a:lnTo>
                    <a:pt x="856044" y="178890"/>
                  </a:lnTo>
                  <a:lnTo>
                    <a:pt x="894686" y="188086"/>
                  </a:lnTo>
                  <a:lnTo>
                    <a:pt x="930960" y="196267"/>
                  </a:lnTo>
                  <a:lnTo>
                    <a:pt x="958487" y="202082"/>
                  </a:lnTo>
                  <a:lnTo>
                    <a:pt x="998255" y="209686"/>
                  </a:lnTo>
                  <a:lnTo>
                    <a:pt x="1036865" y="215921"/>
                  </a:lnTo>
                  <a:lnTo>
                    <a:pt x="1076097" y="221006"/>
                  </a:lnTo>
                  <a:lnTo>
                    <a:pt x="1117689" y="225177"/>
                  </a:lnTo>
                  <a:lnTo>
                    <a:pt x="1162670" y="228613"/>
                  </a:lnTo>
                  <a:lnTo>
                    <a:pt x="1210536" y="231414"/>
                  </a:lnTo>
                  <a:lnTo>
                    <a:pt x="1258381" y="233598"/>
                  </a:lnTo>
                  <a:lnTo>
                    <a:pt x="1300811" y="235147"/>
                  </a:lnTo>
                  <a:lnTo>
                    <a:pt x="1331827" y="236072"/>
                  </a:lnTo>
                  <a:lnTo>
                    <a:pt x="1348397" y="236484"/>
                  </a:lnTo>
                  <a:lnTo>
                    <a:pt x="1353158" y="236584"/>
                  </a:lnTo>
                  <a:lnTo>
                    <a:pt x="1353158" y="207011"/>
                  </a:lnTo>
                  <a:lnTo>
                    <a:pt x="1351353" y="206975"/>
                  </a:lnTo>
                  <a:lnTo>
                    <a:pt x="1340197" y="206716"/>
                  </a:lnTo>
                  <a:lnTo>
                    <a:pt x="1314891" y="206016"/>
                  </a:lnTo>
                  <a:lnTo>
                    <a:pt x="1276397" y="204723"/>
                  </a:lnTo>
                  <a:lnTo>
                    <a:pt x="1229972" y="202792"/>
                  </a:lnTo>
                  <a:lnTo>
                    <a:pt x="1181612" y="200237"/>
                  </a:lnTo>
                  <a:lnTo>
                    <a:pt x="1135296" y="197062"/>
                  </a:lnTo>
                  <a:lnTo>
                    <a:pt x="1092404" y="193202"/>
                  </a:lnTo>
                  <a:lnTo>
                    <a:pt x="1052410" y="188511"/>
                  </a:lnTo>
                  <a:lnTo>
                    <a:pt x="1013777" y="182766"/>
                  </a:lnTo>
                  <a:lnTo>
                    <a:pt x="974660" y="175730"/>
                  </a:lnTo>
                  <a:lnTo>
                    <a:pt x="958487" y="172509"/>
                  </a:lnTo>
                  <a:lnTo>
                    <a:pt x="923882" y="165139"/>
                  </a:lnTo>
                  <a:lnTo>
                    <a:pt x="887152" y="156754"/>
                  </a:lnTo>
                  <a:lnTo>
                    <a:pt x="848022" y="147360"/>
                  </a:lnTo>
                  <a:lnTo>
                    <a:pt x="806515" y="137031"/>
                  </a:lnTo>
                  <a:lnTo>
                    <a:pt x="762934" y="125921"/>
                  </a:lnTo>
                  <a:lnTo>
                    <a:pt x="717840" y="114253"/>
                  </a:lnTo>
                  <a:lnTo>
                    <a:pt x="671982" y="102307"/>
                  </a:lnTo>
                  <a:lnTo>
                    <a:pt x="626211" y="90392"/>
                  </a:lnTo>
                  <a:lnTo>
                    <a:pt x="581364" y="78815"/>
                  </a:lnTo>
                  <a:lnTo>
                    <a:pt x="538161" y="67845"/>
                  </a:lnTo>
                  <a:lnTo>
                    <a:pt x="497114" y="57694"/>
                  </a:lnTo>
                  <a:lnTo>
                    <a:pt x="458472" y="48497"/>
                  </a:lnTo>
                  <a:lnTo>
                    <a:pt x="422198" y="40317"/>
                  </a:lnTo>
                  <a:lnTo>
                    <a:pt x="394671" y="34501"/>
                  </a:lnTo>
                  <a:lnTo>
                    <a:pt x="354902" y="26897"/>
                  </a:lnTo>
                  <a:lnTo>
                    <a:pt x="316292" y="20662"/>
                  </a:lnTo>
                  <a:lnTo>
                    <a:pt x="277060" y="15578"/>
                  </a:lnTo>
                  <a:lnTo>
                    <a:pt x="235468" y="11407"/>
                  </a:lnTo>
                  <a:lnTo>
                    <a:pt x="190487" y="7970"/>
                  </a:lnTo>
                  <a:lnTo>
                    <a:pt x="142621" y="5169"/>
                  </a:lnTo>
                  <a:lnTo>
                    <a:pt x="94776" y="2985"/>
                  </a:lnTo>
                  <a:lnTo>
                    <a:pt x="52346" y="1437"/>
                  </a:lnTo>
                  <a:lnTo>
                    <a:pt x="21330" y="511"/>
                  </a:lnTo>
                  <a:lnTo>
                    <a:pt x="4760" y="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04410" y="4435398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04410" y="5943624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04410" y="5588747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04410" y="5618320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04410" y="4464971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04410" y="4494544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04410" y="4524117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04410" y="4553690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04410" y="4583263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04410" y="4612836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04410" y="5973197"/>
              <a:ext cx="1353158" cy="207011"/>
            </a:xfrm>
            <a:custGeom>
              <a:avLst/>
              <a:pathLst>
                <a:path w="1353158" h="207011">
                  <a:moveTo>
                    <a:pt x="0" y="29573"/>
                  </a:moveTo>
                  <a:lnTo>
                    <a:pt x="1807" y="29603"/>
                  </a:lnTo>
                  <a:lnTo>
                    <a:pt x="12978" y="29826"/>
                  </a:lnTo>
                  <a:lnTo>
                    <a:pt x="38315" y="30427"/>
                  </a:lnTo>
                  <a:lnTo>
                    <a:pt x="76848" y="31536"/>
                  </a:lnTo>
                  <a:lnTo>
                    <a:pt x="123307" y="33194"/>
                  </a:lnTo>
                  <a:lnTo>
                    <a:pt x="171690" y="35386"/>
                  </a:lnTo>
                  <a:lnTo>
                    <a:pt x="218018" y="38111"/>
                  </a:lnTo>
                  <a:lnTo>
                    <a:pt x="260919" y="41423"/>
                  </a:lnTo>
                  <a:lnTo>
                    <a:pt x="300924" y="45450"/>
                  </a:lnTo>
                  <a:lnTo>
                    <a:pt x="339574" y="50381"/>
                  </a:lnTo>
                  <a:lnTo>
                    <a:pt x="378718" y="56422"/>
                  </a:lnTo>
                  <a:lnTo>
                    <a:pt x="394671" y="59146"/>
                  </a:lnTo>
                  <a:lnTo>
                    <a:pt x="429410" y="65488"/>
                  </a:lnTo>
                  <a:lnTo>
                    <a:pt x="466292" y="72707"/>
                  </a:lnTo>
                  <a:lnTo>
                    <a:pt x="505593" y="80798"/>
                  </a:lnTo>
                  <a:lnTo>
                    <a:pt x="547288" y="89695"/>
                  </a:lnTo>
                  <a:lnTo>
                    <a:pt x="591064" y="99264"/>
                  </a:lnTo>
                  <a:lnTo>
                    <a:pt x="636353" y="109310"/>
                  </a:lnTo>
                  <a:lnTo>
                    <a:pt x="682393" y="119591"/>
                  </a:lnTo>
                  <a:lnTo>
                    <a:pt x="728322" y="129838"/>
                  </a:lnTo>
                  <a:lnTo>
                    <a:pt x="773295" y="139785"/>
                  </a:lnTo>
                  <a:lnTo>
                    <a:pt x="816591" y="149201"/>
                  </a:lnTo>
                  <a:lnTo>
                    <a:pt x="857701" y="157904"/>
                  </a:lnTo>
                  <a:lnTo>
                    <a:pt x="896383" y="165779"/>
                  </a:lnTo>
                  <a:lnTo>
                    <a:pt x="932688" y="172776"/>
                  </a:lnTo>
                  <a:lnTo>
                    <a:pt x="958487" y="177438"/>
                  </a:lnTo>
                  <a:lnTo>
                    <a:pt x="998274" y="183959"/>
                  </a:lnTo>
                  <a:lnTo>
                    <a:pt x="1036904" y="189305"/>
                  </a:lnTo>
                  <a:lnTo>
                    <a:pt x="1076158" y="193664"/>
                  </a:lnTo>
                  <a:lnTo>
                    <a:pt x="1117776" y="197240"/>
                  </a:lnTo>
                  <a:lnTo>
                    <a:pt x="1162788" y="200186"/>
                  </a:lnTo>
                  <a:lnTo>
                    <a:pt x="1210683" y="202586"/>
                  </a:lnTo>
                  <a:lnTo>
                    <a:pt x="1258544" y="204458"/>
                  </a:lnTo>
                  <a:lnTo>
                    <a:pt x="1300963" y="205783"/>
                  </a:lnTo>
                  <a:lnTo>
                    <a:pt x="1331936" y="206575"/>
                  </a:lnTo>
                  <a:lnTo>
                    <a:pt x="1348446" y="206926"/>
                  </a:lnTo>
                  <a:lnTo>
                    <a:pt x="1353158" y="207011"/>
                  </a:lnTo>
                  <a:lnTo>
                    <a:pt x="1353158" y="177438"/>
                  </a:lnTo>
                  <a:lnTo>
                    <a:pt x="1351351" y="177407"/>
                  </a:lnTo>
                  <a:lnTo>
                    <a:pt x="1340179" y="177185"/>
                  </a:lnTo>
                  <a:lnTo>
                    <a:pt x="1314842" y="176584"/>
                  </a:lnTo>
                  <a:lnTo>
                    <a:pt x="1276309" y="175474"/>
                  </a:lnTo>
                  <a:lnTo>
                    <a:pt x="1229851" y="173816"/>
                  </a:lnTo>
                  <a:lnTo>
                    <a:pt x="1181467" y="171624"/>
                  </a:lnTo>
                  <a:lnTo>
                    <a:pt x="1135139" y="168899"/>
                  </a:lnTo>
                  <a:lnTo>
                    <a:pt x="1092238" y="165587"/>
                  </a:lnTo>
                  <a:lnTo>
                    <a:pt x="1052234" y="161560"/>
                  </a:lnTo>
                  <a:lnTo>
                    <a:pt x="1013583" y="156629"/>
                  </a:lnTo>
                  <a:lnTo>
                    <a:pt x="974439" y="150589"/>
                  </a:lnTo>
                  <a:lnTo>
                    <a:pt x="958487" y="147865"/>
                  </a:lnTo>
                  <a:lnTo>
                    <a:pt x="923748" y="141522"/>
                  </a:lnTo>
                  <a:lnTo>
                    <a:pt x="886865" y="134303"/>
                  </a:lnTo>
                  <a:lnTo>
                    <a:pt x="847564" y="126212"/>
                  </a:lnTo>
                  <a:lnTo>
                    <a:pt x="805869" y="117316"/>
                  </a:lnTo>
                  <a:lnTo>
                    <a:pt x="762093" y="107747"/>
                  </a:lnTo>
                  <a:lnTo>
                    <a:pt x="716804" y="97700"/>
                  </a:lnTo>
                  <a:lnTo>
                    <a:pt x="670765" y="87419"/>
                  </a:lnTo>
                  <a:lnTo>
                    <a:pt x="624835" y="77173"/>
                  </a:lnTo>
                  <a:lnTo>
                    <a:pt x="579862" y="67225"/>
                  </a:lnTo>
                  <a:lnTo>
                    <a:pt x="536566" y="57810"/>
                  </a:lnTo>
                  <a:lnTo>
                    <a:pt x="495456" y="49106"/>
                  </a:lnTo>
                  <a:lnTo>
                    <a:pt x="456774" y="41231"/>
                  </a:lnTo>
                  <a:lnTo>
                    <a:pt x="420469" y="34235"/>
                  </a:lnTo>
                  <a:lnTo>
                    <a:pt x="394671" y="29573"/>
                  </a:lnTo>
                  <a:lnTo>
                    <a:pt x="354883" y="23052"/>
                  </a:lnTo>
                  <a:lnTo>
                    <a:pt x="316254" y="17705"/>
                  </a:lnTo>
                  <a:lnTo>
                    <a:pt x="277000" y="13346"/>
                  </a:lnTo>
                  <a:lnTo>
                    <a:pt x="235381" y="9771"/>
                  </a:lnTo>
                  <a:lnTo>
                    <a:pt x="190370" y="6825"/>
                  </a:lnTo>
                  <a:lnTo>
                    <a:pt x="142475" y="4424"/>
                  </a:lnTo>
                  <a:lnTo>
                    <a:pt x="94613" y="2553"/>
                  </a:lnTo>
                  <a:lnTo>
                    <a:pt x="52194" y="1227"/>
                  </a:lnTo>
                  <a:lnTo>
                    <a:pt x="21222" y="436"/>
                  </a:lnTo>
                  <a:lnTo>
                    <a:pt x="471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04410" y="4642409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04410" y="4671982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04410" y="4701555"/>
              <a:ext cx="1353158" cy="59146"/>
            </a:xfrm>
            <a:custGeom>
              <a:avLst/>
              <a:pathLst>
                <a:path w="1353158" h="59146">
                  <a:moveTo>
                    <a:pt x="0" y="59146"/>
                  </a:moveTo>
                  <a:lnTo>
                    <a:pt x="1814" y="59140"/>
                  </a:lnTo>
                  <a:lnTo>
                    <a:pt x="13027" y="59103"/>
                  </a:lnTo>
                  <a:lnTo>
                    <a:pt x="38448" y="59003"/>
                  </a:lnTo>
                  <a:lnTo>
                    <a:pt x="77086" y="58817"/>
                  </a:lnTo>
                  <a:lnTo>
                    <a:pt x="123636" y="58540"/>
                  </a:lnTo>
                  <a:lnTo>
                    <a:pt x="172080" y="58173"/>
                  </a:lnTo>
                  <a:lnTo>
                    <a:pt x="218444" y="57718"/>
                  </a:lnTo>
                  <a:lnTo>
                    <a:pt x="261369" y="57164"/>
                  </a:lnTo>
                  <a:lnTo>
                    <a:pt x="301402" y="56490"/>
                  </a:lnTo>
                  <a:lnTo>
                    <a:pt x="340100" y="55665"/>
                  </a:lnTo>
                  <a:lnTo>
                    <a:pt x="379317" y="54654"/>
                  </a:lnTo>
                  <a:lnTo>
                    <a:pt x="394671" y="54217"/>
                  </a:lnTo>
                  <a:lnTo>
                    <a:pt x="429786" y="53148"/>
                  </a:lnTo>
                  <a:lnTo>
                    <a:pt x="467094" y="51930"/>
                  </a:lnTo>
                  <a:lnTo>
                    <a:pt x="506873" y="50563"/>
                  </a:lnTo>
                  <a:lnTo>
                    <a:pt x="549091" y="49060"/>
                  </a:lnTo>
                  <a:lnTo>
                    <a:pt x="593415" y="47444"/>
                  </a:lnTo>
                  <a:lnTo>
                    <a:pt x="639246" y="45749"/>
                  </a:lnTo>
                  <a:lnTo>
                    <a:pt x="685789" y="44016"/>
                  </a:lnTo>
                  <a:lnTo>
                    <a:pt x="732154" y="42293"/>
                  </a:lnTo>
                  <a:lnTo>
                    <a:pt x="777476" y="40624"/>
                  </a:lnTo>
                  <a:lnTo>
                    <a:pt x="821025" y="39049"/>
                  </a:lnTo>
                  <a:lnTo>
                    <a:pt x="862303" y="37598"/>
                  </a:lnTo>
                  <a:lnTo>
                    <a:pt x="901092" y="36289"/>
                  </a:lnTo>
                  <a:lnTo>
                    <a:pt x="937483" y="35130"/>
                  </a:lnTo>
                  <a:lnTo>
                    <a:pt x="958487" y="34501"/>
                  </a:lnTo>
                  <a:lnTo>
                    <a:pt x="998327" y="33413"/>
                  </a:lnTo>
                  <a:lnTo>
                    <a:pt x="1037009" y="32521"/>
                  </a:lnTo>
                  <a:lnTo>
                    <a:pt x="1076322" y="31794"/>
                  </a:lnTo>
                  <a:lnTo>
                    <a:pt x="1118012" y="31198"/>
                  </a:lnTo>
                  <a:lnTo>
                    <a:pt x="1163106" y="30707"/>
                  </a:lnTo>
                  <a:lnTo>
                    <a:pt x="1211080" y="30307"/>
                  </a:lnTo>
                  <a:lnTo>
                    <a:pt x="1258984" y="29996"/>
                  </a:lnTo>
                  <a:lnTo>
                    <a:pt x="1301372" y="29775"/>
                  </a:lnTo>
                  <a:lnTo>
                    <a:pt x="1332226" y="29644"/>
                  </a:lnTo>
                  <a:lnTo>
                    <a:pt x="1348576" y="2958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5"/>
                  </a:lnTo>
                  <a:lnTo>
                    <a:pt x="1340130" y="42"/>
                  </a:lnTo>
                  <a:lnTo>
                    <a:pt x="1314709" y="142"/>
                  </a:lnTo>
                  <a:lnTo>
                    <a:pt x="1276071" y="328"/>
                  </a:lnTo>
                  <a:lnTo>
                    <a:pt x="1229522" y="605"/>
                  </a:lnTo>
                  <a:lnTo>
                    <a:pt x="1181077" y="972"/>
                  </a:lnTo>
                  <a:lnTo>
                    <a:pt x="1134713" y="1427"/>
                  </a:lnTo>
                  <a:lnTo>
                    <a:pt x="1091789" y="1981"/>
                  </a:lnTo>
                  <a:lnTo>
                    <a:pt x="1051755" y="2655"/>
                  </a:lnTo>
                  <a:lnTo>
                    <a:pt x="1013057" y="3480"/>
                  </a:lnTo>
                  <a:lnTo>
                    <a:pt x="973840" y="4491"/>
                  </a:lnTo>
                  <a:lnTo>
                    <a:pt x="958487" y="4928"/>
                  </a:lnTo>
                  <a:lnTo>
                    <a:pt x="923372" y="5997"/>
                  </a:lnTo>
                  <a:lnTo>
                    <a:pt x="886063" y="7216"/>
                  </a:lnTo>
                  <a:lnTo>
                    <a:pt x="846284" y="8582"/>
                  </a:lnTo>
                  <a:lnTo>
                    <a:pt x="804066" y="10085"/>
                  </a:lnTo>
                  <a:lnTo>
                    <a:pt x="759743" y="11701"/>
                  </a:lnTo>
                  <a:lnTo>
                    <a:pt x="713912" y="13397"/>
                  </a:lnTo>
                  <a:lnTo>
                    <a:pt x="667368" y="15129"/>
                  </a:lnTo>
                  <a:lnTo>
                    <a:pt x="621003" y="16852"/>
                  </a:lnTo>
                  <a:lnTo>
                    <a:pt x="575682" y="18521"/>
                  </a:lnTo>
                  <a:lnTo>
                    <a:pt x="532132" y="20096"/>
                  </a:lnTo>
                  <a:lnTo>
                    <a:pt x="490854" y="21547"/>
                  </a:lnTo>
                  <a:lnTo>
                    <a:pt x="452065" y="22856"/>
                  </a:lnTo>
                  <a:lnTo>
                    <a:pt x="415674" y="24015"/>
                  </a:lnTo>
                  <a:lnTo>
                    <a:pt x="394671" y="24644"/>
                  </a:lnTo>
                  <a:lnTo>
                    <a:pt x="354830" y="25732"/>
                  </a:lnTo>
                  <a:lnTo>
                    <a:pt x="316148" y="26624"/>
                  </a:lnTo>
                  <a:lnTo>
                    <a:pt x="276835" y="27351"/>
                  </a:lnTo>
                  <a:lnTo>
                    <a:pt x="235145" y="27947"/>
                  </a:lnTo>
                  <a:lnTo>
                    <a:pt x="190051" y="28438"/>
                  </a:lnTo>
                  <a:lnTo>
                    <a:pt x="142078" y="28838"/>
                  </a:lnTo>
                  <a:lnTo>
                    <a:pt x="94173" y="29150"/>
                  </a:lnTo>
                  <a:lnTo>
                    <a:pt x="51786" y="29370"/>
                  </a:lnTo>
                  <a:lnTo>
                    <a:pt x="20931" y="29501"/>
                  </a:lnTo>
                  <a:lnTo>
                    <a:pt x="4582" y="29559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04410" y="5677466"/>
              <a:ext cx="1353158" cy="621034"/>
            </a:xfrm>
            <a:custGeom>
              <a:avLst/>
              <a:pathLst>
                <a:path w="1353158" h="621034">
                  <a:moveTo>
                    <a:pt x="0" y="621034"/>
                  </a:moveTo>
                  <a:lnTo>
                    <a:pt x="1736" y="620935"/>
                  </a:lnTo>
                  <a:lnTo>
                    <a:pt x="12495" y="620225"/>
                  </a:lnTo>
                  <a:lnTo>
                    <a:pt x="36995" y="618300"/>
                  </a:lnTo>
                  <a:lnTo>
                    <a:pt x="74484" y="614737"/>
                  </a:lnTo>
                  <a:lnTo>
                    <a:pt x="120018" y="609396"/>
                  </a:lnTo>
                  <a:lnTo>
                    <a:pt x="167773" y="602318"/>
                  </a:lnTo>
                  <a:lnTo>
                    <a:pt x="213740" y="593519"/>
                  </a:lnTo>
                  <a:lnTo>
                    <a:pt x="256401" y="582843"/>
                  </a:lnTo>
                  <a:lnTo>
                    <a:pt x="296124" y="569904"/>
                  </a:lnTo>
                  <a:lnTo>
                    <a:pt x="334315" y="554117"/>
                  </a:lnTo>
                  <a:lnTo>
                    <a:pt x="372749" y="534814"/>
                  </a:lnTo>
                  <a:lnTo>
                    <a:pt x="394671" y="522457"/>
                  </a:lnTo>
                  <a:lnTo>
                    <a:pt x="426381" y="503224"/>
                  </a:lnTo>
                  <a:lnTo>
                    <a:pt x="459859" y="481547"/>
                  </a:lnTo>
                  <a:lnTo>
                    <a:pt x="495344" y="457421"/>
                  </a:lnTo>
                  <a:lnTo>
                    <a:pt x="532866" y="430981"/>
                  </a:lnTo>
                  <a:lnTo>
                    <a:pt x="572248" y="402514"/>
                  </a:lnTo>
                  <a:lnTo>
                    <a:pt x="613125" y="372461"/>
                  </a:lnTo>
                  <a:lnTo>
                    <a:pt x="654973" y="341394"/>
                  </a:lnTo>
                  <a:lnTo>
                    <a:pt x="697163" y="309972"/>
                  </a:lnTo>
                  <a:lnTo>
                    <a:pt x="739028" y="278888"/>
                  </a:lnTo>
                  <a:lnTo>
                    <a:pt x="779935" y="248804"/>
                  </a:lnTo>
                  <a:lnTo>
                    <a:pt x="819359" y="220292"/>
                  </a:lnTo>
                  <a:lnTo>
                    <a:pt x="856928" y="193799"/>
                  </a:lnTo>
                  <a:lnTo>
                    <a:pt x="892463" y="169615"/>
                  </a:lnTo>
                  <a:lnTo>
                    <a:pt x="925987" y="147878"/>
                  </a:lnTo>
                  <a:lnTo>
                    <a:pt x="957736" y="128587"/>
                  </a:lnTo>
                  <a:lnTo>
                    <a:pt x="958487" y="128149"/>
                  </a:lnTo>
                  <a:lnTo>
                    <a:pt x="997743" y="106683"/>
                  </a:lnTo>
                  <a:lnTo>
                    <a:pt x="1035850" y="89031"/>
                  </a:lnTo>
                  <a:lnTo>
                    <a:pt x="1074516" y="74601"/>
                  </a:lnTo>
                  <a:lnTo>
                    <a:pt x="1115423" y="62736"/>
                  </a:lnTo>
                  <a:lnTo>
                    <a:pt x="1159610" y="52933"/>
                  </a:lnTo>
                  <a:lnTo>
                    <a:pt x="1206708" y="44911"/>
                  </a:lnTo>
                  <a:lnTo>
                    <a:pt x="1254111" y="38602"/>
                  </a:lnTo>
                  <a:lnTo>
                    <a:pt x="1296796" y="34057"/>
                  </a:lnTo>
                  <a:lnTo>
                    <a:pt x="1328900" y="31262"/>
                  </a:lnTo>
                  <a:lnTo>
                    <a:pt x="1347014" y="29948"/>
                  </a:lnTo>
                  <a:lnTo>
                    <a:pt x="1352851" y="2958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21" y="98"/>
                  </a:lnTo>
                  <a:lnTo>
                    <a:pt x="1340662" y="809"/>
                  </a:lnTo>
                  <a:lnTo>
                    <a:pt x="1316162" y="2733"/>
                  </a:lnTo>
                  <a:lnTo>
                    <a:pt x="1278673" y="6296"/>
                  </a:lnTo>
                  <a:lnTo>
                    <a:pt x="1233140" y="11637"/>
                  </a:lnTo>
                  <a:lnTo>
                    <a:pt x="1185385" y="18715"/>
                  </a:lnTo>
                  <a:lnTo>
                    <a:pt x="1139417" y="27514"/>
                  </a:lnTo>
                  <a:lnTo>
                    <a:pt x="1096756" y="38191"/>
                  </a:lnTo>
                  <a:lnTo>
                    <a:pt x="1057033" y="51129"/>
                  </a:lnTo>
                  <a:lnTo>
                    <a:pt x="1018842" y="66916"/>
                  </a:lnTo>
                  <a:lnTo>
                    <a:pt x="980408" y="86219"/>
                  </a:lnTo>
                  <a:lnTo>
                    <a:pt x="958487" y="98576"/>
                  </a:lnTo>
                  <a:lnTo>
                    <a:pt x="926776" y="117809"/>
                  </a:lnTo>
                  <a:lnTo>
                    <a:pt x="893298" y="139486"/>
                  </a:lnTo>
                  <a:lnTo>
                    <a:pt x="857813" y="163612"/>
                  </a:lnTo>
                  <a:lnTo>
                    <a:pt x="820292" y="190052"/>
                  </a:lnTo>
                  <a:lnTo>
                    <a:pt x="780909" y="218519"/>
                  </a:lnTo>
                  <a:lnTo>
                    <a:pt x="740032" y="248572"/>
                  </a:lnTo>
                  <a:lnTo>
                    <a:pt x="698184" y="279639"/>
                  </a:lnTo>
                  <a:lnTo>
                    <a:pt x="655994" y="311061"/>
                  </a:lnTo>
                  <a:lnTo>
                    <a:pt x="614130" y="342145"/>
                  </a:lnTo>
                  <a:lnTo>
                    <a:pt x="573222" y="372230"/>
                  </a:lnTo>
                  <a:lnTo>
                    <a:pt x="533799" y="400741"/>
                  </a:lnTo>
                  <a:lnTo>
                    <a:pt x="496229" y="427234"/>
                  </a:lnTo>
                  <a:lnTo>
                    <a:pt x="460695" y="451419"/>
                  </a:lnTo>
                  <a:lnTo>
                    <a:pt x="427170" y="473155"/>
                  </a:lnTo>
                  <a:lnTo>
                    <a:pt x="395421" y="492446"/>
                  </a:lnTo>
                  <a:lnTo>
                    <a:pt x="394671" y="492884"/>
                  </a:lnTo>
                  <a:lnTo>
                    <a:pt x="355414" y="514350"/>
                  </a:lnTo>
                  <a:lnTo>
                    <a:pt x="317307" y="532002"/>
                  </a:lnTo>
                  <a:lnTo>
                    <a:pt x="278641" y="546432"/>
                  </a:lnTo>
                  <a:lnTo>
                    <a:pt x="237734" y="558297"/>
                  </a:lnTo>
                  <a:lnTo>
                    <a:pt x="193547" y="568100"/>
                  </a:lnTo>
                  <a:lnTo>
                    <a:pt x="146449" y="576122"/>
                  </a:lnTo>
                  <a:lnTo>
                    <a:pt x="99046" y="582432"/>
                  </a:lnTo>
                  <a:lnTo>
                    <a:pt x="56362" y="586976"/>
                  </a:lnTo>
                  <a:lnTo>
                    <a:pt x="24257" y="589771"/>
                  </a:lnTo>
                  <a:lnTo>
                    <a:pt x="6143" y="591085"/>
                  </a:lnTo>
                  <a:lnTo>
                    <a:pt x="306" y="591444"/>
                  </a:lnTo>
                  <a:lnTo>
                    <a:pt x="0" y="59146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04410" y="4731128"/>
              <a:ext cx="1353158" cy="1537798"/>
            </a:xfrm>
            <a:custGeom>
              <a:avLst/>
              <a:pathLst>
                <a:path w="1353158" h="1537798">
                  <a:moveTo>
                    <a:pt x="0" y="1537798"/>
                  </a:moveTo>
                  <a:lnTo>
                    <a:pt x="1417" y="1537595"/>
                  </a:lnTo>
                  <a:lnTo>
                    <a:pt x="10286" y="1536130"/>
                  </a:lnTo>
                  <a:lnTo>
                    <a:pt x="30873" y="1532136"/>
                  </a:lnTo>
                  <a:lnTo>
                    <a:pt x="63301" y="1524644"/>
                  </a:lnTo>
                  <a:lnTo>
                    <a:pt x="104107" y="1513231"/>
                  </a:lnTo>
                  <a:lnTo>
                    <a:pt x="148449" y="1497919"/>
                  </a:lnTo>
                  <a:lnTo>
                    <a:pt x="192360" y="1478813"/>
                  </a:lnTo>
                  <a:lnTo>
                    <a:pt x="233751" y="1455776"/>
                  </a:lnTo>
                  <a:lnTo>
                    <a:pt x="272243" y="1428252"/>
                  </a:lnTo>
                  <a:lnTo>
                    <a:pt x="308580" y="1395254"/>
                  </a:lnTo>
                  <a:lnTo>
                    <a:pt x="344075" y="1355461"/>
                  </a:lnTo>
                  <a:lnTo>
                    <a:pt x="380165" y="1307527"/>
                  </a:lnTo>
                  <a:lnTo>
                    <a:pt x="394671" y="1286427"/>
                  </a:lnTo>
                  <a:lnTo>
                    <a:pt x="419026" y="1249079"/>
                  </a:lnTo>
                  <a:lnTo>
                    <a:pt x="444391" y="1208034"/>
                  </a:lnTo>
                  <a:lnTo>
                    <a:pt x="470908" y="1163234"/>
                  </a:lnTo>
                  <a:lnTo>
                    <a:pt x="498647" y="1114739"/>
                  </a:lnTo>
                  <a:lnTo>
                    <a:pt x="527600" y="1062744"/>
                  </a:lnTo>
                  <a:lnTo>
                    <a:pt x="557689" y="1007582"/>
                  </a:lnTo>
                  <a:lnTo>
                    <a:pt x="588766" y="949729"/>
                  </a:lnTo>
                  <a:lnTo>
                    <a:pt x="620621" y="889790"/>
                  </a:lnTo>
                  <a:lnTo>
                    <a:pt x="652992" y="828477"/>
                  </a:lnTo>
                  <a:lnTo>
                    <a:pt x="685587" y="766573"/>
                  </a:lnTo>
                  <a:lnTo>
                    <a:pt x="718096" y="704896"/>
                  </a:lnTo>
                  <a:lnTo>
                    <a:pt x="750217" y="644249"/>
                  </a:lnTo>
                  <a:lnTo>
                    <a:pt x="781671" y="585381"/>
                  </a:lnTo>
                  <a:lnTo>
                    <a:pt x="812225" y="528948"/>
                  </a:lnTo>
                  <a:lnTo>
                    <a:pt x="841700" y="475485"/>
                  </a:lnTo>
                  <a:lnTo>
                    <a:pt x="869987" y="425392"/>
                  </a:lnTo>
                  <a:lnTo>
                    <a:pt x="897047" y="378923"/>
                  </a:lnTo>
                  <a:lnTo>
                    <a:pt x="922914" y="336198"/>
                  </a:lnTo>
                  <a:lnTo>
                    <a:pt x="947699" y="297209"/>
                  </a:lnTo>
                  <a:lnTo>
                    <a:pt x="958487" y="280944"/>
                  </a:lnTo>
                  <a:lnTo>
                    <a:pt x="995143" y="229585"/>
                  </a:lnTo>
                  <a:lnTo>
                    <a:pt x="1030706" y="186759"/>
                  </a:lnTo>
                  <a:lnTo>
                    <a:pt x="1066542" y="151278"/>
                  </a:lnTo>
                  <a:lnTo>
                    <a:pt x="1104063" y="121757"/>
                  </a:lnTo>
                  <a:lnTo>
                    <a:pt x="1144291" y="97060"/>
                  </a:lnTo>
                  <a:lnTo>
                    <a:pt x="1187362" y="76457"/>
                  </a:lnTo>
                  <a:lnTo>
                    <a:pt x="1231911" y="59660"/>
                  </a:lnTo>
                  <a:lnTo>
                    <a:pt x="1274664" y="46709"/>
                  </a:lnTo>
                  <a:lnTo>
                    <a:pt x="1310908" y="37707"/>
                  </a:lnTo>
                  <a:lnTo>
                    <a:pt x="1336333" y="32435"/>
                  </a:lnTo>
                  <a:lnTo>
                    <a:pt x="1349486" y="3012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741" y="203"/>
                  </a:lnTo>
                  <a:lnTo>
                    <a:pt x="1342871" y="1668"/>
                  </a:lnTo>
                  <a:lnTo>
                    <a:pt x="1322284" y="5662"/>
                  </a:lnTo>
                  <a:lnTo>
                    <a:pt x="1289856" y="13154"/>
                  </a:lnTo>
                  <a:lnTo>
                    <a:pt x="1249050" y="24567"/>
                  </a:lnTo>
                  <a:lnTo>
                    <a:pt x="1204708" y="39879"/>
                  </a:lnTo>
                  <a:lnTo>
                    <a:pt x="1160797" y="58985"/>
                  </a:lnTo>
                  <a:lnTo>
                    <a:pt x="1119406" y="82022"/>
                  </a:lnTo>
                  <a:lnTo>
                    <a:pt x="1080915" y="109546"/>
                  </a:lnTo>
                  <a:lnTo>
                    <a:pt x="1044577" y="142544"/>
                  </a:lnTo>
                  <a:lnTo>
                    <a:pt x="1009082" y="182337"/>
                  </a:lnTo>
                  <a:lnTo>
                    <a:pt x="972992" y="230270"/>
                  </a:lnTo>
                  <a:lnTo>
                    <a:pt x="958487" y="251370"/>
                  </a:lnTo>
                  <a:lnTo>
                    <a:pt x="934131" y="288719"/>
                  </a:lnTo>
                  <a:lnTo>
                    <a:pt x="908766" y="329764"/>
                  </a:lnTo>
                  <a:lnTo>
                    <a:pt x="882249" y="374564"/>
                  </a:lnTo>
                  <a:lnTo>
                    <a:pt x="854511" y="423059"/>
                  </a:lnTo>
                  <a:lnTo>
                    <a:pt x="825557" y="475054"/>
                  </a:lnTo>
                  <a:lnTo>
                    <a:pt x="795468" y="530216"/>
                  </a:lnTo>
                  <a:lnTo>
                    <a:pt x="764391" y="588069"/>
                  </a:lnTo>
                  <a:lnTo>
                    <a:pt x="732537" y="648007"/>
                  </a:lnTo>
                  <a:lnTo>
                    <a:pt x="700165" y="709321"/>
                  </a:lnTo>
                  <a:lnTo>
                    <a:pt x="667570" y="771225"/>
                  </a:lnTo>
                  <a:lnTo>
                    <a:pt x="635061" y="832902"/>
                  </a:lnTo>
                  <a:lnTo>
                    <a:pt x="602940" y="893549"/>
                  </a:lnTo>
                  <a:lnTo>
                    <a:pt x="571486" y="952417"/>
                  </a:lnTo>
                  <a:lnTo>
                    <a:pt x="540933" y="1008850"/>
                  </a:lnTo>
                  <a:lnTo>
                    <a:pt x="511457" y="1062313"/>
                  </a:lnTo>
                  <a:lnTo>
                    <a:pt x="483170" y="1112406"/>
                  </a:lnTo>
                  <a:lnTo>
                    <a:pt x="456110" y="1158875"/>
                  </a:lnTo>
                  <a:lnTo>
                    <a:pt x="430243" y="1201600"/>
                  </a:lnTo>
                  <a:lnTo>
                    <a:pt x="405458" y="1240589"/>
                  </a:lnTo>
                  <a:lnTo>
                    <a:pt x="394671" y="1256854"/>
                  </a:lnTo>
                  <a:lnTo>
                    <a:pt x="358015" y="1308213"/>
                  </a:lnTo>
                  <a:lnTo>
                    <a:pt x="322451" y="1351039"/>
                  </a:lnTo>
                  <a:lnTo>
                    <a:pt x="286615" y="1386520"/>
                  </a:lnTo>
                  <a:lnTo>
                    <a:pt x="249094" y="1416041"/>
                  </a:lnTo>
                  <a:lnTo>
                    <a:pt x="208866" y="1440738"/>
                  </a:lnTo>
                  <a:lnTo>
                    <a:pt x="165795" y="1461341"/>
                  </a:lnTo>
                  <a:lnTo>
                    <a:pt x="121247" y="1478138"/>
                  </a:lnTo>
                  <a:lnTo>
                    <a:pt x="78493" y="1491089"/>
                  </a:lnTo>
                  <a:lnTo>
                    <a:pt x="42249" y="1500091"/>
                  </a:lnTo>
                  <a:lnTo>
                    <a:pt x="16824" y="1505363"/>
                  </a:lnTo>
                  <a:lnTo>
                    <a:pt x="3671" y="1507672"/>
                  </a:lnTo>
                  <a:lnTo>
                    <a:pt x="0" y="150822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404410" y="5707039"/>
              <a:ext cx="1353158" cy="621034"/>
            </a:xfrm>
            <a:custGeom>
              <a:avLst/>
              <a:pathLst>
                <a:path w="1353158" h="621034">
                  <a:moveTo>
                    <a:pt x="0" y="621034"/>
                  </a:moveTo>
                  <a:lnTo>
                    <a:pt x="1736" y="620935"/>
                  </a:lnTo>
                  <a:lnTo>
                    <a:pt x="12495" y="620225"/>
                  </a:lnTo>
                  <a:lnTo>
                    <a:pt x="36995" y="618300"/>
                  </a:lnTo>
                  <a:lnTo>
                    <a:pt x="74484" y="614737"/>
                  </a:lnTo>
                  <a:lnTo>
                    <a:pt x="120018" y="609396"/>
                  </a:lnTo>
                  <a:lnTo>
                    <a:pt x="167773" y="602318"/>
                  </a:lnTo>
                  <a:lnTo>
                    <a:pt x="213740" y="593519"/>
                  </a:lnTo>
                  <a:lnTo>
                    <a:pt x="256401" y="582843"/>
                  </a:lnTo>
                  <a:lnTo>
                    <a:pt x="296124" y="569904"/>
                  </a:lnTo>
                  <a:lnTo>
                    <a:pt x="334315" y="554117"/>
                  </a:lnTo>
                  <a:lnTo>
                    <a:pt x="372749" y="534814"/>
                  </a:lnTo>
                  <a:lnTo>
                    <a:pt x="394671" y="522457"/>
                  </a:lnTo>
                  <a:lnTo>
                    <a:pt x="426381" y="503224"/>
                  </a:lnTo>
                  <a:lnTo>
                    <a:pt x="459859" y="481547"/>
                  </a:lnTo>
                  <a:lnTo>
                    <a:pt x="495344" y="457421"/>
                  </a:lnTo>
                  <a:lnTo>
                    <a:pt x="532866" y="430981"/>
                  </a:lnTo>
                  <a:lnTo>
                    <a:pt x="572248" y="402514"/>
                  </a:lnTo>
                  <a:lnTo>
                    <a:pt x="613125" y="372461"/>
                  </a:lnTo>
                  <a:lnTo>
                    <a:pt x="654973" y="341394"/>
                  </a:lnTo>
                  <a:lnTo>
                    <a:pt x="697163" y="309972"/>
                  </a:lnTo>
                  <a:lnTo>
                    <a:pt x="739028" y="278888"/>
                  </a:lnTo>
                  <a:lnTo>
                    <a:pt x="779935" y="248804"/>
                  </a:lnTo>
                  <a:lnTo>
                    <a:pt x="819359" y="220292"/>
                  </a:lnTo>
                  <a:lnTo>
                    <a:pt x="856928" y="193799"/>
                  </a:lnTo>
                  <a:lnTo>
                    <a:pt x="892463" y="169615"/>
                  </a:lnTo>
                  <a:lnTo>
                    <a:pt x="925987" y="147878"/>
                  </a:lnTo>
                  <a:lnTo>
                    <a:pt x="957736" y="128587"/>
                  </a:lnTo>
                  <a:lnTo>
                    <a:pt x="958487" y="128149"/>
                  </a:lnTo>
                  <a:lnTo>
                    <a:pt x="997743" y="106683"/>
                  </a:lnTo>
                  <a:lnTo>
                    <a:pt x="1035850" y="89031"/>
                  </a:lnTo>
                  <a:lnTo>
                    <a:pt x="1074516" y="74601"/>
                  </a:lnTo>
                  <a:lnTo>
                    <a:pt x="1115423" y="62736"/>
                  </a:lnTo>
                  <a:lnTo>
                    <a:pt x="1159610" y="52933"/>
                  </a:lnTo>
                  <a:lnTo>
                    <a:pt x="1206708" y="44911"/>
                  </a:lnTo>
                  <a:lnTo>
                    <a:pt x="1254111" y="38602"/>
                  </a:lnTo>
                  <a:lnTo>
                    <a:pt x="1296796" y="34057"/>
                  </a:lnTo>
                  <a:lnTo>
                    <a:pt x="1328900" y="31262"/>
                  </a:lnTo>
                  <a:lnTo>
                    <a:pt x="1347014" y="29948"/>
                  </a:lnTo>
                  <a:lnTo>
                    <a:pt x="1352851" y="2958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21" y="98"/>
                  </a:lnTo>
                  <a:lnTo>
                    <a:pt x="1340662" y="809"/>
                  </a:lnTo>
                  <a:lnTo>
                    <a:pt x="1316162" y="2733"/>
                  </a:lnTo>
                  <a:lnTo>
                    <a:pt x="1278673" y="6296"/>
                  </a:lnTo>
                  <a:lnTo>
                    <a:pt x="1233140" y="11637"/>
                  </a:lnTo>
                  <a:lnTo>
                    <a:pt x="1185385" y="18715"/>
                  </a:lnTo>
                  <a:lnTo>
                    <a:pt x="1139417" y="27514"/>
                  </a:lnTo>
                  <a:lnTo>
                    <a:pt x="1096756" y="38191"/>
                  </a:lnTo>
                  <a:lnTo>
                    <a:pt x="1057033" y="51129"/>
                  </a:lnTo>
                  <a:lnTo>
                    <a:pt x="1018842" y="66916"/>
                  </a:lnTo>
                  <a:lnTo>
                    <a:pt x="980408" y="86219"/>
                  </a:lnTo>
                  <a:lnTo>
                    <a:pt x="958487" y="98576"/>
                  </a:lnTo>
                  <a:lnTo>
                    <a:pt x="926776" y="117809"/>
                  </a:lnTo>
                  <a:lnTo>
                    <a:pt x="893298" y="139486"/>
                  </a:lnTo>
                  <a:lnTo>
                    <a:pt x="857813" y="163612"/>
                  </a:lnTo>
                  <a:lnTo>
                    <a:pt x="820292" y="190052"/>
                  </a:lnTo>
                  <a:lnTo>
                    <a:pt x="780909" y="218519"/>
                  </a:lnTo>
                  <a:lnTo>
                    <a:pt x="740032" y="248572"/>
                  </a:lnTo>
                  <a:lnTo>
                    <a:pt x="698184" y="279639"/>
                  </a:lnTo>
                  <a:lnTo>
                    <a:pt x="655994" y="311061"/>
                  </a:lnTo>
                  <a:lnTo>
                    <a:pt x="614130" y="342145"/>
                  </a:lnTo>
                  <a:lnTo>
                    <a:pt x="573222" y="372230"/>
                  </a:lnTo>
                  <a:lnTo>
                    <a:pt x="533799" y="400741"/>
                  </a:lnTo>
                  <a:lnTo>
                    <a:pt x="496229" y="427234"/>
                  </a:lnTo>
                  <a:lnTo>
                    <a:pt x="460695" y="451419"/>
                  </a:lnTo>
                  <a:lnTo>
                    <a:pt x="427170" y="473155"/>
                  </a:lnTo>
                  <a:lnTo>
                    <a:pt x="395421" y="492446"/>
                  </a:lnTo>
                  <a:lnTo>
                    <a:pt x="394671" y="492884"/>
                  </a:lnTo>
                  <a:lnTo>
                    <a:pt x="355414" y="514350"/>
                  </a:lnTo>
                  <a:lnTo>
                    <a:pt x="317307" y="532002"/>
                  </a:lnTo>
                  <a:lnTo>
                    <a:pt x="278641" y="546432"/>
                  </a:lnTo>
                  <a:lnTo>
                    <a:pt x="237734" y="558297"/>
                  </a:lnTo>
                  <a:lnTo>
                    <a:pt x="193547" y="568100"/>
                  </a:lnTo>
                  <a:lnTo>
                    <a:pt x="146449" y="576122"/>
                  </a:lnTo>
                  <a:lnTo>
                    <a:pt x="99046" y="582432"/>
                  </a:lnTo>
                  <a:lnTo>
                    <a:pt x="56362" y="586976"/>
                  </a:lnTo>
                  <a:lnTo>
                    <a:pt x="24257" y="589771"/>
                  </a:lnTo>
                  <a:lnTo>
                    <a:pt x="6143" y="591085"/>
                  </a:lnTo>
                  <a:lnTo>
                    <a:pt x="306" y="591444"/>
                  </a:lnTo>
                  <a:lnTo>
                    <a:pt x="0" y="59146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404410" y="5736612"/>
              <a:ext cx="1353158" cy="621034"/>
            </a:xfrm>
            <a:custGeom>
              <a:avLst/>
              <a:pathLst>
                <a:path w="1353158" h="621034">
                  <a:moveTo>
                    <a:pt x="0" y="621034"/>
                  </a:moveTo>
                  <a:lnTo>
                    <a:pt x="1736" y="620935"/>
                  </a:lnTo>
                  <a:lnTo>
                    <a:pt x="12495" y="620225"/>
                  </a:lnTo>
                  <a:lnTo>
                    <a:pt x="36995" y="618300"/>
                  </a:lnTo>
                  <a:lnTo>
                    <a:pt x="74484" y="614737"/>
                  </a:lnTo>
                  <a:lnTo>
                    <a:pt x="120018" y="609396"/>
                  </a:lnTo>
                  <a:lnTo>
                    <a:pt x="167773" y="602318"/>
                  </a:lnTo>
                  <a:lnTo>
                    <a:pt x="213740" y="593519"/>
                  </a:lnTo>
                  <a:lnTo>
                    <a:pt x="256401" y="582843"/>
                  </a:lnTo>
                  <a:lnTo>
                    <a:pt x="296124" y="569904"/>
                  </a:lnTo>
                  <a:lnTo>
                    <a:pt x="334315" y="554117"/>
                  </a:lnTo>
                  <a:lnTo>
                    <a:pt x="372749" y="534814"/>
                  </a:lnTo>
                  <a:lnTo>
                    <a:pt x="394671" y="522457"/>
                  </a:lnTo>
                  <a:lnTo>
                    <a:pt x="426381" y="503224"/>
                  </a:lnTo>
                  <a:lnTo>
                    <a:pt x="459859" y="481547"/>
                  </a:lnTo>
                  <a:lnTo>
                    <a:pt x="495344" y="457421"/>
                  </a:lnTo>
                  <a:lnTo>
                    <a:pt x="532866" y="430981"/>
                  </a:lnTo>
                  <a:lnTo>
                    <a:pt x="572248" y="402514"/>
                  </a:lnTo>
                  <a:lnTo>
                    <a:pt x="613125" y="372461"/>
                  </a:lnTo>
                  <a:lnTo>
                    <a:pt x="654973" y="341394"/>
                  </a:lnTo>
                  <a:lnTo>
                    <a:pt x="697163" y="309972"/>
                  </a:lnTo>
                  <a:lnTo>
                    <a:pt x="739028" y="278888"/>
                  </a:lnTo>
                  <a:lnTo>
                    <a:pt x="779935" y="248804"/>
                  </a:lnTo>
                  <a:lnTo>
                    <a:pt x="819359" y="220292"/>
                  </a:lnTo>
                  <a:lnTo>
                    <a:pt x="856928" y="193799"/>
                  </a:lnTo>
                  <a:lnTo>
                    <a:pt x="892463" y="169615"/>
                  </a:lnTo>
                  <a:lnTo>
                    <a:pt x="925987" y="147878"/>
                  </a:lnTo>
                  <a:lnTo>
                    <a:pt x="957736" y="128587"/>
                  </a:lnTo>
                  <a:lnTo>
                    <a:pt x="958487" y="128149"/>
                  </a:lnTo>
                  <a:lnTo>
                    <a:pt x="997743" y="106683"/>
                  </a:lnTo>
                  <a:lnTo>
                    <a:pt x="1035850" y="89031"/>
                  </a:lnTo>
                  <a:lnTo>
                    <a:pt x="1074516" y="74601"/>
                  </a:lnTo>
                  <a:lnTo>
                    <a:pt x="1115423" y="62736"/>
                  </a:lnTo>
                  <a:lnTo>
                    <a:pt x="1159610" y="52933"/>
                  </a:lnTo>
                  <a:lnTo>
                    <a:pt x="1206708" y="44911"/>
                  </a:lnTo>
                  <a:lnTo>
                    <a:pt x="1254111" y="38602"/>
                  </a:lnTo>
                  <a:lnTo>
                    <a:pt x="1296796" y="34057"/>
                  </a:lnTo>
                  <a:lnTo>
                    <a:pt x="1328900" y="31262"/>
                  </a:lnTo>
                  <a:lnTo>
                    <a:pt x="1347014" y="29948"/>
                  </a:lnTo>
                  <a:lnTo>
                    <a:pt x="1352851" y="2958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21" y="98"/>
                  </a:lnTo>
                  <a:lnTo>
                    <a:pt x="1340662" y="809"/>
                  </a:lnTo>
                  <a:lnTo>
                    <a:pt x="1316162" y="2733"/>
                  </a:lnTo>
                  <a:lnTo>
                    <a:pt x="1278673" y="6296"/>
                  </a:lnTo>
                  <a:lnTo>
                    <a:pt x="1233140" y="11637"/>
                  </a:lnTo>
                  <a:lnTo>
                    <a:pt x="1185385" y="18715"/>
                  </a:lnTo>
                  <a:lnTo>
                    <a:pt x="1139417" y="27514"/>
                  </a:lnTo>
                  <a:lnTo>
                    <a:pt x="1096756" y="38191"/>
                  </a:lnTo>
                  <a:lnTo>
                    <a:pt x="1057033" y="51129"/>
                  </a:lnTo>
                  <a:lnTo>
                    <a:pt x="1018842" y="66916"/>
                  </a:lnTo>
                  <a:lnTo>
                    <a:pt x="980408" y="86219"/>
                  </a:lnTo>
                  <a:lnTo>
                    <a:pt x="958487" y="98576"/>
                  </a:lnTo>
                  <a:lnTo>
                    <a:pt x="926776" y="117809"/>
                  </a:lnTo>
                  <a:lnTo>
                    <a:pt x="893298" y="139486"/>
                  </a:lnTo>
                  <a:lnTo>
                    <a:pt x="857813" y="163612"/>
                  </a:lnTo>
                  <a:lnTo>
                    <a:pt x="820292" y="190052"/>
                  </a:lnTo>
                  <a:lnTo>
                    <a:pt x="780909" y="218519"/>
                  </a:lnTo>
                  <a:lnTo>
                    <a:pt x="740032" y="248572"/>
                  </a:lnTo>
                  <a:lnTo>
                    <a:pt x="698184" y="279639"/>
                  </a:lnTo>
                  <a:lnTo>
                    <a:pt x="655994" y="311061"/>
                  </a:lnTo>
                  <a:lnTo>
                    <a:pt x="614130" y="342145"/>
                  </a:lnTo>
                  <a:lnTo>
                    <a:pt x="573222" y="372230"/>
                  </a:lnTo>
                  <a:lnTo>
                    <a:pt x="533799" y="400741"/>
                  </a:lnTo>
                  <a:lnTo>
                    <a:pt x="496229" y="427234"/>
                  </a:lnTo>
                  <a:lnTo>
                    <a:pt x="460695" y="451419"/>
                  </a:lnTo>
                  <a:lnTo>
                    <a:pt x="427170" y="473155"/>
                  </a:lnTo>
                  <a:lnTo>
                    <a:pt x="395421" y="492446"/>
                  </a:lnTo>
                  <a:lnTo>
                    <a:pt x="394671" y="492884"/>
                  </a:lnTo>
                  <a:lnTo>
                    <a:pt x="355414" y="514350"/>
                  </a:lnTo>
                  <a:lnTo>
                    <a:pt x="317307" y="532002"/>
                  </a:lnTo>
                  <a:lnTo>
                    <a:pt x="278641" y="546432"/>
                  </a:lnTo>
                  <a:lnTo>
                    <a:pt x="237734" y="558297"/>
                  </a:lnTo>
                  <a:lnTo>
                    <a:pt x="193547" y="568100"/>
                  </a:lnTo>
                  <a:lnTo>
                    <a:pt x="146449" y="576122"/>
                  </a:lnTo>
                  <a:lnTo>
                    <a:pt x="99046" y="582432"/>
                  </a:lnTo>
                  <a:lnTo>
                    <a:pt x="56362" y="586976"/>
                  </a:lnTo>
                  <a:lnTo>
                    <a:pt x="24257" y="589771"/>
                  </a:lnTo>
                  <a:lnTo>
                    <a:pt x="6143" y="591085"/>
                  </a:lnTo>
                  <a:lnTo>
                    <a:pt x="306" y="591444"/>
                  </a:lnTo>
                  <a:lnTo>
                    <a:pt x="0" y="59146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404410" y="6387220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404410" y="5766185"/>
              <a:ext cx="1353158" cy="621034"/>
            </a:xfrm>
            <a:custGeom>
              <a:avLst/>
              <a:pathLst>
                <a:path w="1353158" h="621034">
                  <a:moveTo>
                    <a:pt x="0" y="621034"/>
                  </a:moveTo>
                  <a:lnTo>
                    <a:pt x="1736" y="620935"/>
                  </a:lnTo>
                  <a:lnTo>
                    <a:pt x="12495" y="620225"/>
                  </a:lnTo>
                  <a:lnTo>
                    <a:pt x="36995" y="618300"/>
                  </a:lnTo>
                  <a:lnTo>
                    <a:pt x="74484" y="614737"/>
                  </a:lnTo>
                  <a:lnTo>
                    <a:pt x="120018" y="609396"/>
                  </a:lnTo>
                  <a:lnTo>
                    <a:pt x="167773" y="602318"/>
                  </a:lnTo>
                  <a:lnTo>
                    <a:pt x="213740" y="593519"/>
                  </a:lnTo>
                  <a:lnTo>
                    <a:pt x="256401" y="582843"/>
                  </a:lnTo>
                  <a:lnTo>
                    <a:pt x="296124" y="569904"/>
                  </a:lnTo>
                  <a:lnTo>
                    <a:pt x="334315" y="554117"/>
                  </a:lnTo>
                  <a:lnTo>
                    <a:pt x="372749" y="534814"/>
                  </a:lnTo>
                  <a:lnTo>
                    <a:pt x="394671" y="522457"/>
                  </a:lnTo>
                  <a:lnTo>
                    <a:pt x="426381" y="503224"/>
                  </a:lnTo>
                  <a:lnTo>
                    <a:pt x="459859" y="481547"/>
                  </a:lnTo>
                  <a:lnTo>
                    <a:pt x="495344" y="457421"/>
                  </a:lnTo>
                  <a:lnTo>
                    <a:pt x="532866" y="430981"/>
                  </a:lnTo>
                  <a:lnTo>
                    <a:pt x="572248" y="402514"/>
                  </a:lnTo>
                  <a:lnTo>
                    <a:pt x="613125" y="372461"/>
                  </a:lnTo>
                  <a:lnTo>
                    <a:pt x="654973" y="341394"/>
                  </a:lnTo>
                  <a:lnTo>
                    <a:pt x="697163" y="309972"/>
                  </a:lnTo>
                  <a:lnTo>
                    <a:pt x="739028" y="278888"/>
                  </a:lnTo>
                  <a:lnTo>
                    <a:pt x="779935" y="248804"/>
                  </a:lnTo>
                  <a:lnTo>
                    <a:pt x="819359" y="220292"/>
                  </a:lnTo>
                  <a:lnTo>
                    <a:pt x="856928" y="193799"/>
                  </a:lnTo>
                  <a:lnTo>
                    <a:pt x="892463" y="169615"/>
                  </a:lnTo>
                  <a:lnTo>
                    <a:pt x="925987" y="147878"/>
                  </a:lnTo>
                  <a:lnTo>
                    <a:pt x="957736" y="128587"/>
                  </a:lnTo>
                  <a:lnTo>
                    <a:pt x="958487" y="128149"/>
                  </a:lnTo>
                  <a:lnTo>
                    <a:pt x="997743" y="106683"/>
                  </a:lnTo>
                  <a:lnTo>
                    <a:pt x="1035850" y="89031"/>
                  </a:lnTo>
                  <a:lnTo>
                    <a:pt x="1074516" y="74601"/>
                  </a:lnTo>
                  <a:lnTo>
                    <a:pt x="1115423" y="62736"/>
                  </a:lnTo>
                  <a:lnTo>
                    <a:pt x="1159610" y="52933"/>
                  </a:lnTo>
                  <a:lnTo>
                    <a:pt x="1206708" y="44911"/>
                  </a:lnTo>
                  <a:lnTo>
                    <a:pt x="1254111" y="38602"/>
                  </a:lnTo>
                  <a:lnTo>
                    <a:pt x="1296796" y="34057"/>
                  </a:lnTo>
                  <a:lnTo>
                    <a:pt x="1328900" y="31262"/>
                  </a:lnTo>
                  <a:lnTo>
                    <a:pt x="1347014" y="29948"/>
                  </a:lnTo>
                  <a:lnTo>
                    <a:pt x="1352851" y="2958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21" y="98"/>
                  </a:lnTo>
                  <a:lnTo>
                    <a:pt x="1340662" y="809"/>
                  </a:lnTo>
                  <a:lnTo>
                    <a:pt x="1316162" y="2733"/>
                  </a:lnTo>
                  <a:lnTo>
                    <a:pt x="1278673" y="6296"/>
                  </a:lnTo>
                  <a:lnTo>
                    <a:pt x="1233140" y="11637"/>
                  </a:lnTo>
                  <a:lnTo>
                    <a:pt x="1185385" y="18715"/>
                  </a:lnTo>
                  <a:lnTo>
                    <a:pt x="1139417" y="27514"/>
                  </a:lnTo>
                  <a:lnTo>
                    <a:pt x="1096756" y="38191"/>
                  </a:lnTo>
                  <a:lnTo>
                    <a:pt x="1057033" y="51129"/>
                  </a:lnTo>
                  <a:lnTo>
                    <a:pt x="1018842" y="66916"/>
                  </a:lnTo>
                  <a:lnTo>
                    <a:pt x="980408" y="86219"/>
                  </a:lnTo>
                  <a:lnTo>
                    <a:pt x="958487" y="98576"/>
                  </a:lnTo>
                  <a:lnTo>
                    <a:pt x="926776" y="117809"/>
                  </a:lnTo>
                  <a:lnTo>
                    <a:pt x="893298" y="139486"/>
                  </a:lnTo>
                  <a:lnTo>
                    <a:pt x="857813" y="163612"/>
                  </a:lnTo>
                  <a:lnTo>
                    <a:pt x="820292" y="190052"/>
                  </a:lnTo>
                  <a:lnTo>
                    <a:pt x="780909" y="218519"/>
                  </a:lnTo>
                  <a:lnTo>
                    <a:pt x="740032" y="248572"/>
                  </a:lnTo>
                  <a:lnTo>
                    <a:pt x="698184" y="279639"/>
                  </a:lnTo>
                  <a:lnTo>
                    <a:pt x="655994" y="311061"/>
                  </a:lnTo>
                  <a:lnTo>
                    <a:pt x="614130" y="342145"/>
                  </a:lnTo>
                  <a:lnTo>
                    <a:pt x="573222" y="372230"/>
                  </a:lnTo>
                  <a:lnTo>
                    <a:pt x="533799" y="400741"/>
                  </a:lnTo>
                  <a:lnTo>
                    <a:pt x="496229" y="427234"/>
                  </a:lnTo>
                  <a:lnTo>
                    <a:pt x="460695" y="451419"/>
                  </a:lnTo>
                  <a:lnTo>
                    <a:pt x="427170" y="473155"/>
                  </a:lnTo>
                  <a:lnTo>
                    <a:pt x="395421" y="492446"/>
                  </a:lnTo>
                  <a:lnTo>
                    <a:pt x="394671" y="492884"/>
                  </a:lnTo>
                  <a:lnTo>
                    <a:pt x="355414" y="514350"/>
                  </a:lnTo>
                  <a:lnTo>
                    <a:pt x="317307" y="532002"/>
                  </a:lnTo>
                  <a:lnTo>
                    <a:pt x="278641" y="546432"/>
                  </a:lnTo>
                  <a:lnTo>
                    <a:pt x="237734" y="558297"/>
                  </a:lnTo>
                  <a:lnTo>
                    <a:pt x="193547" y="568100"/>
                  </a:lnTo>
                  <a:lnTo>
                    <a:pt x="146449" y="576122"/>
                  </a:lnTo>
                  <a:lnTo>
                    <a:pt x="99046" y="582432"/>
                  </a:lnTo>
                  <a:lnTo>
                    <a:pt x="56362" y="586976"/>
                  </a:lnTo>
                  <a:lnTo>
                    <a:pt x="24257" y="589771"/>
                  </a:lnTo>
                  <a:lnTo>
                    <a:pt x="6143" y="591085"/>
                  </a:lnTo>
                  <a:lnTo>
                    <a:pt x="306" y="591444"/>
                  </a:lnTo>
                  <a:lnTo>
                    <a:pt x="0" y="59146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404410" y="5795758"/>
              <a:ext cx="1353158" cy="650607"/>
            </a:xfrm>
            <a:custGeom>
              <a:avLst/>
              <a:pathLst>
                <a:path w="1353158" h="650607">
                  <a:moveTo>
                    <a:pt x="0" y="650607"/>
                  </a:moveTo>
                  <a:lnTo>
                    <a:pt x="1729" y="650504"/>
                  </a:lnTo>
                  <a:lnTo>
                    <a:pt x="12443" y="649761"/>
                  </a:lnTo>
                  <a:lnTo>
                    <a:pt x="36853" y="647749"/>
                  </a:lnTo>
                  <a:lnTo>
                    <a:pt x="74230" y="644023"/>
                  </a:lnTo>
                  <a:lnTo>
                    <a:pt x="119661" y="638436"/>
                  </a:lnTo>
                  <a:lnTo>
                    <a:pt x="167347" y="631030"/>
                  </a:lnTo>
                  <a:lnTo>
                    <a:pt x="213274" y="621823"/>
                  </a:lnTo>
                  <a:lnTo>
                    <a:pt x="255909" y="610654"/>
                  </a:lnTo>
                  <a:lnTo>
                    <a:pt x="295602" y="597122"/>
                  </a:lnTo>
                  <a:lnTo>
                    <a:pt x="333746" y="580618"/>
                  </a:lnTo>
                  <a:lnTo>
                    <a:pt x="372104" y="560444"/>
                  </a:lnTo>
                  <a:lnTo>
                    <a:pt x="394671" y="547101"/>
                  </a:lnTo>
                  <a:lnTo>
                    <a:pt x="426113" y="527083"/>
                  </a:lnTo>
                  <a:lnTo>
                    <a:pt x="459292" y="504542"/>
                  </a:lnTo>
                  <a:lnTo>
                    <a:pt x="494442" y="479471"/>
                  </a:lnTo>
                  <a:lnTo>
                    <a:pt x="531597" y="452003"/>
                  </a:lnTo>
                  <a:lnTo>
                    <a:pt x="570592" y="422430"/>
                  </a:lnTo>
                  <a:lnTo>
                    <a:pt x="611076" y="391197"/>
                  </a:lnTo>
                  <a:lnTo>
                    <a:pt x="652543" y="358884"/>
                  </a:lnTo>
                  <a:lnTo>
                    <a:pt x="694384" y="326165"/>
                  </a:lnTo>
                  <a:lnTo>
                    <a:pt x="735947" y="293748"/>
                  </a:lnTo>
                  <a:lnTo>
                    <a:pt x="776613" y="262314"/>
                  </a:lnTo>
                  <a:lnTo>
                    <a:pt x="815856" y="232462"/>
                  </a:lnTo>
                  <a:lnTo>
                    <a:pt x="853301" y="204658"/>
                  </a:lnTo>
                  <a:lnTo>
                    <a:pt x="888753" y="179216"/>
                  </a:lnTo>
                  <a:lnTo>
                    <a:pt x="922215" y="156295"/>
                  </a:lnTo>
                  <a:lnTo>
                    <a:pt x="953893" y="135907"/>
                  </a:lnTo>
                  <a:lnTo>
                    <a:pt x="958487" y="133078"/>
                  </a:lnTo>
                  <a:lnTo>
                    <a:pt x="997686" y="110569"/>
                  </a:lnTo>
                  <a:lnTo>
                    <a:pt x="1035736" y="92054"/>
                  </a:lnTo>
                  <a:lnTo>
                    <a:pt x="1074338" y="76914"/>
                  </a:lnTo>
                  <a:lnTo>
                    <a:pt x="1115169" y="64462"/>
                  </a:lnTo>
                  <a:lnTo>
                    <a:pt x="1159266" y="54171"/>
                  </a:lnTo>
                  <a:lnTo>
                    <a:pt x="1206277" y="45746"/>
                  </a:lnTo>
                  <a:lnTo>
                    <a:pt x="1253628" y="39113"/>
                  </a:lnTo>
                  <a:lnTo>
                    <a:pt x="1296336" y="34328"/>
                  </a:lnTo>
                  <a:lnTo>
                    <a:pt x="1328557" y="31374"/>
                  </a:lnTo>
                  <a:lnTo>
                    <a:pt x="1346845" y="29978"/>
                  </a:lnTo>
                  <a:lnTo>
                    <a:pt x="1352824" y="29591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29" y="103"/>
                  </a:lnTo>
                  <a:lnTo>
                    <a:pt x="1340714" y="845"/>
                  </a:lnTo>
                  <a:lnTo>
                    <a:pt x="1316304" y="2857"/>
                  </a:lnTo>
                  <a:lnTo>
                    <a:pt x="1278928" y="6583"/>
                  </a:lnTo>
                  <a:lnTo>
                    <a:pt x="1233496" y="12170"/>
                  </a:lnTo>
                  <a:lnTo>
                    <a:pt x="1185810" y="19576"/>
                  </a:lnTo>
                  <a:lnTo>
                    <a:pt x="1139883" y="28783"/>
                  </a:lnTo>
                  <a:lnTo>
                    <a:pt x="1097248" y="39953"/>
                  </a:lnTo>
                  <a:lnTo>
                    <a:pt x="1057555" y="53484"/>
                  </a:lnTo>
                  <a:lnTo>
                    <a:pt x="1019412" y="69988"/>
                  </a:lnTo>
                  <a:lnTo>
                    <a:pt x="981053" y="90163"/>
                  </a:lnTo>
                  <a:lnTo>
                    <a:pt x="958487" y="103505"/>
                  </a:lnTo>
                  <a:lnTo>
                    <a:pt x="927044" y="123523"/>
                  </a:lnTo>
                  <a:lnTo>
                    <a:pt x="893866" y="146064"/>
                  </a:lnTo>
                  <a:lnTo>
                    <a:pt x="858715" y="171136"/>
                  </a:lnTo>
                  <a:lnTo>
                    <a:pt x="821560" y="198603"/>
                  </a:lnTo>
                  <a:lnTo>
                    <a:pt x="782565" y="228177"/>
                  </a:lnTo>
                  <a:lnTo>
                    <a:pt x="742082" y="259409"/>
                  </a:lnTo>
                  <a:lnTo>
                    <a:pt x="700614" y="291722"/>
                  </a:lnTo>
                  <a:lnTo>
                    <a:pt x="658774" y="324441"/>
                  </a:lnTo>
                  <a:lnTo>
                    <a:pt x="617210" y="356859"/>
                  </a:lnTo>
                  <a:lnTo>
                    <a:pt x="576545" y="388292"/>
                  </a:lnTo>
                  <a:lnTo>
                    <a:pt x="537301" y="418145"/>
                  </a:lnTo>
                  <a:lnTo>
                    <a:pt x="499857" y="445949"/>
                  </a:lnTo>
                  <a:lnTo>
                    <a:pt x="464405" y="471390"/>
                  </a:lnTo>
                  <a:lnTo>
                    <a:pt x="430942" y="494311"/>
                  </a:lnTo>
                  <a:lnTo>
                    <a:pt x="399264" y="514700"/>
                  </a:lnTo>
                  <a:lnTo>
                    <a:pt x="394671" y="517528"/>
                  </a:lnTo>
                  <a:lnTo>
                    <a:pt x="355472" y="540037"/>
                  </a:lnTo>
                  <a:lnTo>
                    <a:pt x="317421" y="558552"/>
                  </a:lnTo>
                  <a:lnTo>
                    <a:pt x="278819" y="573692"/>
                  </a:lnTo>
                  <a:lnTo>
                    <a:pt x="237989" y="586145"/>
                  </a:lnTo>
                  <a:lnTo>
                    <a:pt x="193891" y="596435"/>
                  </a:lnTo>
                  <a:lnTo>
                    <a:pt x="146880" y="604861"/>
                  </a:lnTo>
                  <a:lnTo>
                    <a:pt x="99530" y="611493"/>
                  </a:lnTo>
                  <a:lnTo>
                    <a:pt x="56822" y="616278"/>
                  </a:lnTo>
                  <a:lnTo>
                    <a:pt x="24600" y="619232"/>
                  </a:lnTo>
                  <a:lnTo>
                    <a:pt x="6313" y="620628"/>
                  </a:lnTo>
                  <a:lnTo>
                    <a:pt x="333" y="621015"/>
                  </a:lnTo>
                  <a:lnTo>
                    <a:pt x="0" y="62103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727831" y="6416793"/>
              <a:ext cx="676579" cy="29573"/>
            </a:xfrm>
            <a:custGeom>
              <a:avLst/>
              <a:pathLst>
                <a:path w="676579" h="29573">
                  <a:moveTo>
                    <a:pt x="0" y="0"/>
                  </a:moveTo>
                  <a:lnTo>
                    <a:pt x="676579" y="0"/>
                  </a:lnTo>
                  <a:lnTo>
                    <a:pt x="676579" y="29573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727831" y="6239354"/>
              <a:ext cx="676579" cy="177438"/>
            </a:xfrm>
            <a:custGeom>
              <a:avLst/>
              <a:pathLst>
                <a:path w="676579" h="177438">
                  <a:moveTo>
                    <a:pt x="0" y="0"/>
                  </a:moveTo>
                  <a:lnTo>
                    <a:pt x="676579" y="0"/>
                  </a:lnTo>
                  <a:lnTo>
                    <a:pt x="676579" y="177438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727831" y="2276565"/>
              <a:ext cx="676579" cy="3962789"/>
            </a:xfrm>
            <a:custGeom>
              <a:avLst/>
              <a:pathLst>
                <a:path w="676579" h="3962789">
                  <a:moveTo>
                    <a:pt x="0" y="0"/>
                  </a:moveTo>
                  <a:lnTo>
                    <a:pt x="676579" y="0"/>
                  </a:lnTo>
                  <a:lnTo>
                    <a:pt x="676579" y="3962789"/>
                  </a:lnTo>
                  <a:lnTo>
                    <a:pt x="0" y="3962789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727831" y="2128699"/>
              <a:ext cx="676579" cy="147865"/>
            </a:xfrm>
            <a:custGeom>
              <a:avLst/>
              <a:pathLst>
                <a:path w="676579" h="147865">
                  <a:moveTo>
                    <a:pt x="0" y="0"/>
                  </a:moveTo>
                  <a:lnTo>
                    <a:pt x="676579" y="0"/>
                  </a:lnTo>
                  <a:lnTo>
                    <a:pt x="676579" y="14786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2757568" y="6416793"/>
              <a:ext cx="676579" cy="29573"/>
            </a:xfrm>
            <a:custGeom>
              <a:avLst/>
              <a:pathLst>
                <a:path w="676579" h="29573">
                  <a:moveTo>
                    <a:pt x="0" y="0"/>
                  </a:moveTo>
                  <a:lnTo>
                    <a:pt x="676579" y="0"/>
                  </a:lnTo>
                  <a:lnTo>
                    <a:pt x="676579" y="29573"/>
                  </a:lnTo>
                  <a:lnTo>
                    <a:pt x="0" y="29573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2757568" y="6180208"/>
              <a:ext cx="676579" cy="236584"/>
            </a:xfrm>
            <a:custGeom>
              <a:avLst/>
              <a:pathLst>
                <a:path w="676579" h="236584">
                  <a:moveTo>
                    <a:pt x="0" y="0"/>
                  </a:moveTo>
                  <a:lnTo>
                    <a:pt x="676579" y="0"/>
                  </a:lnTo>
                  <a:lnTo>
                    <a:pt x="676579" y="236584"/>
                  </a:lnTo>
                  <a:lnTo>
                    <a:pt x="0" y="236584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2757568" y="5825332"/>
              <a:ext cx="676579" cy="354876"/>
            </a:xfrm>
            <a:custGeom>
              <a:avLst/>
              <a:pathLst>
                <a:path w="676579" h="354876">
                  <a:moveTo>
                    <a:pt x="0" y="0"/>
                  </a:moveTo>
                  <a:lnTo>
                    <a:pt x="676579" y="0"/>
                  </a:lnTo>
                  <a:lnTo>
                    <a:pt x="676579" y="354876"/>
                  </a:lnTo>
                  <a:lnTo>
                    <a:pt x="0" y="354876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2757568" y="4760701"/>
              <a:ext cx="676579" cy="1064630"/>
            </a:xfrm>
            <a:custGeom>
              <a:avLst/>
              <a:pathLst>
                <a:path w="676579" h="1064630">
                  <a:moveTo>
                    <a:pt x="0" y="0"/>
                  </a:moveTo>
                  <a:lnTo>
                    <a:pt x="676579" y="0"/>
                  </a:lnTo>
                  <a:lnTo>
                    <a:pt x="676579" y="1064630"/>
                  </a:lnTo>
                  <a:lnTo>
                    <a:pt x="0" y="1064630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2757568" y="2187846"/>
              <a:ext cx="676579" cy="2572855"/>
            </a:xfrm>
            <a:custGeom>
              <a:avLst/>
              <a:pathLst>
                <a:path w="676579" h="2572855">
                  <a:moveTo>
                    <a:pt x="0" y="0"/>
                  </a:moveTo>
                  <a:lnTo>
                    <a:pt x="676579" y="0"/>
                  </a:lnTo>
                  <a:lnTo>
                    <a:pt x="676579" y="2572855"/>
                  </a:lnTo>
                  <a:lnTo>
                    <a:pt x="0" y="2572855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2757568" y="2128699"/>
              <a:ext cx="676579" cy="59146"/>
            </a:xfrm>
            <a:custGeom>
              <a:avLst/>
              <a:pathLst>
                <a:path w="676579" h="59146">
                  <a:moveTo>
                    <a:pt x="0" y="0"/>
                  </a:moveTo>
                  <a:lnTo>
                    <a:pt x="676579" y="0"/>
                  </a:lnTo>
                  <a:lnTo>
                    <a:pt x="676579" y="59146"/>
                  </a:lnTo>
                  <a:lnTo>
                    <a:pt x="0" y="59146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1038840" y="6439041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038840" y="6335535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925814" y="4202371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92%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1038840" y="2210094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3068577" y="6439041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2994539" y="6242912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2994539" y="5947181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2955551" y="5237428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955551" y="3418685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068577" y="2165734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463181" y="6714662"/>
              <a:ext cx="1205879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93176" y="6871351"/>
              <a:ext cx="114588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first symptoms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2848778" y="6777510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776779" y="35191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74" name="rc174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tx186"/>
            <p:cNvSpPr/>
            <p:nvPr/>
          </p:nvSpPr>
          <p:spPr>
            <a:xfrm>
              <a:off x="4084803" y="3812946"/>
              <a:ext cx="7546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4084803" y="4032402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4084803" y="4221854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4084803" y="4471314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4084803" y="4688964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084803" y="4910226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20462" y="1151875"/>
              <a:ext cx="3804542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mobility of the EQ-5D-5L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20462" y="1371331"/>
              <a:ext cx="399682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 and today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520462" y="1590787"/>
              <a:ext cx="73977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(N=146)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3281740" y="7177960"/>
              <a:ext cx="423038" cy="107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 &lt; 5%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2025-09-19T15:23:41Z</dcterms:modified>
  <cp:category/>
</cp:coreProperties>
</file>