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6400800"/>
            <a:chOff x="457200" y="914400"/>
            <a:chExt cx="4572000" cy="6400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449239" y="2245203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49239" y="2277790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449239" y="4982509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1449239" y="2310377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449239" y="2342964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1449239" y="5015096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449239" y="2375551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1449239" y="2408138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449239" y="2440725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1449239" y="2473312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1449239" y="2505899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449239" y="2538486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449239" y="5960119"/>
              <a:ext cx="1417199" cy="228108"/>
            </a:xfrm>
            <a:custGeom>
              <a:avLst/>
              <a:pathLst>
                <a:path w="1417199" h="228108">
                  <a:moveTo>
                    <a:pt x="0" y="32586"/>
                  </a:moveTo>
                  <a:lnTo>
                    <a:pt x="1769" y="32618"/>
                  </a:lnTo>
                  <a:lnTo>
                    <a:pt x="12745" y="32846"/>
                  </a:lnTo>
                  <a:lnTo>
                    <a:pt x="37810" y="33465"/>
                  </a:lnTo>
                  <a:lnTo>
                    <a:pt x="76324" y="34612"/>
                  </a:lnTo>
                  <a:lnTo>
                    <a:pt x="123337" y="36337"/>
                  </a:lnTo>
                  <a:lnTo>
                    <a:pt x="172886" y="38625"/>
                  </a:lnTo>
                  <a:lnTo>
                    <a:pt x="220758" y="41470"/>
                  </a:lnTo>
                  <a:lnTo>
                    <a:pt x="265264" y="44919"/>
                  </a:lnTo>
                  <a:lnTo>
                    <a:pt x="306671" y="49089"/>
                  </a:lnTo>
                  <a:lnTo>
                    <a:pt x="346358" y="54165"/>
                  </a:lnTo>
                  <a:lnTo>
                    <a:pt x="386121" y="60362"/>
                  </a:lnTo>
                  <a:lnTo>
                    <a:pt x="413349" y="65173"/>
                  </a:lnTo>
                  <a:lnTo>
                    <a:pt x="448836" y="71984"/>
                  </a:lnTo>
                  <a:lnTo>
                    <a:pt x="486453" y="79714"/>
                  </a:lnTo>
                  <a:lnTo>
                    <a:pt x="526478" y="88361"/>
                  </a:lnTo>
                  <a:lnTo>
                    <a:pt x="568904" y="97862"/>
                  </a:lnTo>
                  <a:lnTo>
                    <a:pt x="613449" y="108085"/>
                  </a:lnTo>
                  <a:lnTo>
                    <a:pt x="659584" y="118837"/>
                  </a:lnTo>
                  <a:lnTo>
                    <a:pt x="706586" y="129874"/>
                  </a:lnTo>
                  <a:lnTo>
                    <a:pt x="753625" y="140923"/>
                  </a:lnTo>
                  <a:lnTo>
                    <a:pt x="799864" y="151710"/>
                  </a:lnTo>
                  <a:lnTo>
                    <a:pt x="844569" y="161986"/>
                  </a:lnTo>
                  <a:lnTo>
                    <a:pt x="887191" y="171554"/>
                  </a:lnTo>
                  <a:lnTo>
                    <a:pt x="927424" y="180278"/>
                  </a:lnTo>
                  <a:lnTo>
                    <a:pt x="965240" y="188088"/>
                  </a:lnTo>
                  <a:lnTo>
                    <a:pt x="1000891" y="194975"/>
                  </a:lnTo>
                  <a:lnTo>
                    <a:pt x="1003849" y="195521"/>
                  </a:lnTo>
                  <a:lnTo>
                    <a:pt x="1044582" y="202556"/>
                  </a:lnTo>
                  <a:lnTo>
                    <a:pt x="1084117" y="208353"/>
                  </a:lnTo>
                  <a:lnTo>
                    <a:pt x="1124191" y="213100"/>
                  </a:lnTo>
                  <a:lnTo>
                    <a:pt x="1166527" y="217010"/>
                  </a:lnTo>
                  <a:lnTo>
                    <a:pt x="1212215" y="220246"/>
                  </a:lnTo>
                  <a:lnTo>
                    <a:pt x="1260961" y="222902"/>
                  </a:lnTo>
                  <a:lnTo>
                    <a:pt x="1310250" y="225003"/>
                  </a:lnTo>
                  <a:lnTo>
                    <a:pt x="1355091" y="226532"/>
                  </a:lnTo>
                  <a:lnTo>
                    <a:pt x="1389474" y="227492"/>
                  </a:lnTo>
                  <a:lnTo>
                    <a:pt x="1409589" y="227960"/>
                  </a:lnTo>
                  <a:lnTo>
                    <a:pt x="1416666" y="228099"/>
                  </a:lnTo>
                  <a:lnTo>
                    <a:pt x="1417199" y="228108"/>
                  </a:lnTo>
                  <a:lnTo>
                    <a:pt x="1417199" y="195521"/>
                  </a:lnTo>
                  <a:lnTo>
                    <a:pt x="1415430" y="195490"/>
                  </a:lnTo>
                  <a:lnTo>
                    <a:pt x="1404454" y="195262"/>
                  </a:lnTo>
                  <a:lnTo>
                    <a:pt x="1379389" y="194643"/>
                  </a:lnTo>
                  <a:lnTo>
                    <a:pt x="1340875" y="193495"/>
                  </a:lnTo>
                  <a:lnTo>
                    <a:pt x="1293861" y="191771"/>
                  </a:lnTo>
                  <a:lnTo>
                    <a:pt x="1244312" y="189483"/>
                  </a:lnTo>
                  <a:lnTo>
                    <a:pt x="1196440" y="186637"/>
                  </a:lnTo>
                  <a:lnTo>
                    <a:pt x="1151935" y="183189"/>
                  </a:lnTo>
                  <a:lnTo>
                    <a:pt x="1110528" y="179018"/>
                  </a:lnTo>
                  <a:lnTo>
                    <a:pt x="1070841" y="173943"/>
                  </a:lnTo>
                  <a:lnTo>
                    <a:pt x="1031077" y="167746"/>
                  </a:lnTo>
                  <a:lnTo>
                    <a:pt x="1003849" y="162934"/>
                  </a:lnTo>
                  <a:lnTo>
                    <a:pt x="968362" y="156124"/>
                  </a:lnTo>
                  <a:lnTo>
                    <a:pt x="930745" y="148394"/>
                  </a:lnTo>
                  <a:lnTo>
                    <a:pt x="890721" y="139746"/>
                  </a:lnTo>
                  <a:lnTo>
                    <a:pt x="848295" y="130246"/>
                  </a:lnTo>
                  <a:lnTo>
                    <a:pt x="803749" y="120023"/>
                  </a:lnTo>
                  <a:lnTo>
                    <a:pt x="757614" y="109271"/>
                  </a:lnTo>
                  <a:lnTo>
                    <a:pt x="710612" y="98234"/>
                  </a:lnTo>
                  <a:lnTo>
                    <a:pt x="663574" y="87185"/>
                  </a:lnTo>
                  <a:lnTo>
                    <a:pt x="617335" y="76398"/>
                  </a:lnTo>
                  <a:lnTo>
                    <a:pt x="572629" y="66122"/>
                  </a:lnTo>
                  <a:lnTo>
                    <a:pt x="530008" y="56553"/>
                  </a:lnTo>
                  <a:lnTo>
                    <a:pt x="489774" y="47830"/>
                  </a:lnTo>
                  <a:lnTo>
                    <a:pt x="451959" y="40020"/>
                  </a:lnTo>
                  <a:lnTo>
                    <a:pt x="416308" y="33133"/>
                  </a:lnTo>
                  <a:lnTo>
                    <a:pt x="413349" y="32586"/>
                  </a:lnTo>
                  <a:lnTo>
                    <a:pt x="372617" y="25551"/>
                  </a:lnTo>
                  <a:lnTo>
                    <a:pt x="333081" y="19755"/>
                  </a:lnTo>
                  <a:lnTo>
                    <a:pt x="293007" y="15008"/>
                  </a:lnTo>
                  <a:lnTo>
                    <a:pt x="250672" y="11098"/>
                  </a:lnTo>
                  <a:lnTo>
                    <a:pt x="204984" y="7862"/>
                  </a:lnTo>
                  <a:lnTo>
                    <a:pt x="156238" y="5206"/>
                  </a:lnTo>
                  <a:lnTo>
                    <a:pt x="106949" y="3105"/>
                  </a:lnTo>
                  <a:lnTo>
                    <a:pt x="62107" y="1575"/>
                  </a:lnTo>
                  <a:lnTo>
                    <a:pt x="27725" y="616"/>
                  </a:lnTo>
                  <a:lnTo>
                    <a:pt x="7610" y="148"/>
                  </a:lnTo>
                  <a:lnTo>
                    <a:pt x="533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449239" y="5992706"/>
              <a:ext cx="1417199" cy="228108"/>
            </a:xfrm>
            <a:custGeom>
              <a:avLst/>
              <a:pathLst>
                <a:path w="1417199" h="228108">
                  <a:moveTo>
                    <a:pt x="0" y="32586"/>
                  </a:moveTo>
                  <a:lnTo>
                    <a:pt x="1769" y="32618"/>
                  </a:lnTo>
                  <a:lnTo>
                    <a:pt x="12745" y="32846"/>
                  </a:lnTo>
                  <a:lnTo>
                    <a:pt x="37810" y="33465"/>
                  </a:lnTo>
                  <a:lnTo>
                    <a:pt x="76324" y="34612"/>
                  </a:lnTo>
                  <a:lnTo>
                    <a:pt x="123337" y="36337"/>
                  </a:lnTo>
                  <a:lnTo>
                    <a:pt x="172886" y="38625"/>
                  </a:lnTo>
                  <a:lnTo>
                    <a:pt x="220758" y="41470"/>
                  </a:lnTo>
                  <a:lnTo>
                    <a:pt x="265264" y="44919"/>
                  </a:lnTo>
                  <a:lnTo>
                    <a:pt x="306671" y="49089"/>
                  </a:lnTo>
                  <a:lnTo>
                    <a:pt x="346358" y="54165"/>
                  </a:lnTo>
                  <a:lnTo>
                    <a:pt x="386121" y="60362"/>
                  </a:lnTo>
                  <a:lnTo>
                    <a:pt x="413349" y="65173"/>
                  </a:lnTo>
                  <a:lnTo>
                    <a:pt x="448836" y="71984"/>
                  </a:lnTo>
                  <a:lnTo>
                    <a:pt x="486453" y="79714"/>
                  </a:lnTo>
                  <a:lnTo>
                    <a:pt x="526478" y="88361"/>
                  </a:lnTo>
                  <a:lnTo>
                    <a:pt x="568904" y="97862"/>
                  </a:lnTo>
                  <a:lnTo>
                    <a:pt x="613449" y="108085"/>
                  </a:lnTo>
                  <a:lnTo>
                    <a:pt x="659584" y="118837"/>
                  </a:lnTo>
                  <a:lnTo>
                    <a:pt x="706586" y="129874"/>
                  </a:lnTo>
                  <a:lnTo>
                    <a:pt x="753625" y="140923"/>
                  </a:lnTo>
                  <a:lnTo>
                    <a:pt x="799864" y="151710"/>
                  </a:lnTo>
                  <a:lnTo>
                    <a:pt x="844569" y="161986"/>
                  </a:lnTo>
                  <a:lnTo>
                    <a:pt x="887191" y="171554"/>
                  </a:lnTo>
                  <a:lnTo>
                    <a:pt x="927424" y="180278"/>
                  </a:lnTo>
                  <a:lnTo>
                    <a:pt x="965240" y="188088"/>
                  </a:lnTo>
                  <a:lnTo>
                    <a:pt x="1000891" y="194975"/>
                  </a:lnTo>
                  <a:lnTo>
                    <a:pt x="1003849" y="195521"/>
                  </a:lnTo>
                  <a:lnTo>
                    <a:pt x="1044582" y="202556"/>
                  </a:lnTo>
                  <a:lnTo>
                    <a:pt x="1084117" y="208353"/>
                  </a:lnTo>
                  <a:lnTo>
                    <a:pt x="1124191" y="213100"/>
                  </a:lnTo>
                  <a:lnTo>
                    <a:pt x="1166527" y="217010"/>
                  </a:lnTo>
                  <a:lnTo>
                    <a:pt x="1212215" y="220246"/>
                  </a:lnTo>
                  <a:lnTo>
                    <a:pt x="1260961" y="222902"/>
                  </a:lnTo>
                  <a:lnTo>
                    <a:pt x="1310250" y="225003"/>
                  </a:lnTo>
                  <a:lnTo>
                    <a:pt x="1355091" y="226532"/>
                  </a:lnTo>
                  <a:lnTo>
                    <a:pt x="1389474" y="227492"/>
                  </a:lnTo>
                  <a:lnTo>
                    <a:pt x="1409589" y="227960"/>
                  </a:lnTo>
                  <a:lnTo>
                    <a:pt x="1416666" y="228099"/>
                  </a:lnTo>
                  <a:lnTo>
                    <a:pt x="1417199" y="228108"/>
                  </a:lnTo>
                  <a:lnTo>
                    <a:pt x="1417199" y="195521"/>
                  </a:lnTo>
                  <a:lnTo>
                    <a:pt x="1415430" y="195490"/>
                  </a:lnTo>
                  <a:lnTo>
                    <a:pt x="1404454" y="195262"/>
                  </a:lnTo>
                  <a:lnTo>
                    <a:pt x="1379389" y="194643"/>
                  </a:lnTo>
                  <a:lnTo>
                    <a:pt x="1340875" y="193495"/>
                  </a:lnTo>
                  <a:lnTo>
                    <a:pt x="1293861" y="191771"/>
                  </a:lnTo>
                  <a:lnTo>
                    <a:pt x="1244312" y="189483"/>
                  </a:lnTo>
                  <a:lnTo>
                    <a:pt x="1196440" y="186637"/>
                  </a:lnTo>
                  <a:lnTo>
                    <a:pt x="1151935" y="183189"/>
                  </a:lnTo>
                  <a:lnTo>
                    <a:pt x="1110528" y="179018"/>
                  </a:lnTo>
                  <a:lnTo>
                    <a:pt x="1070841" y="173943"/>
                  </a:lnTo>
                  <a:lnTo>
                    <a:pt x="1031077" y="167746"/>
                  </a:lnTo>
                  <a:lnTo>
                    <a:pt x="1003849" y="162934"/>
                  </a:lnTo>
                  <a:lnTo>
                    <a:pt x="968362" y="156124"/>
                  </a:lnTo>
                  <a:lnTo>
                    <a:pt x="930745" y="148394"/>
                  </a:lnTo>
                  <a:lnTo>
                    <a:pt x="890721" y="139746"/>
                  </a:lnTo>
                  <a:lnTo>
                    <a:pt x="848295" y="130246"/>
                  </a:lnTo>
                  <a:lnTo>
                    <a:pt x="803749" y="120023"/>
                  </a:lnTo>
                  <a:lnTo>
                    <a:pt x="757614" y="109271"/>
                  </a:lnTo>
                  <a:lnTo>
                    <a:pt x="710612" y="98234"/>
                  </a:lnTo>
                  <a:lnTo>
                    <a:pt x="663574" y="87185"/>
                  </a:lnTo>
                  <a:lnTo>
                    <a:pt x="617335" y="76398"/>
                  </a:lnTo>
                  <a:lnTo>
                    <a:pt x="572629" y="66122"/>
                  </a:lnTo>
                  <a:lnTo>
                    <a:pt x="530008" y="56553"/>
                  </a:lnTo>
                  <a:lnTo>
                    <a:pt x="489774" y="47830"/>
                  </a:lnTo>
                  <a:lnTo>
                    <a:pt x="451959" y="40020"/>
                  </a:lnTo>
                  <a:lnTo>
                    <a:pt x="416308" y="33133"/>
                  </a:lnTo>
                  <a:lnTo>
                    <a:pt x="413349" y="32586"/>
                  </a:lnTo>
                  <a:lnTo>
                    <a:pt x="372617" y="25551"/>
                  </a:lnTo>
                  <a:lnTo>
                    <a:pt x="333081" y="19755"/>
                  </a:lnTo>
                  <a:lnTo>
                    <a:pt x="293007" y="15008"/>
                  </a:lnTo>
                  <a:lnTo>
                    <a:pt x="250672" y="11098"/>
                  </a:lnTo>
                  <a:lnTo>
                    <a:pt x="204984" y="7862"/>
                  </a:lnTo>
                  <a:lnTo>
                    <a:pt x="156238" y="5206"/>
                  </a:lnTo>
                  <a:lnTo>
                    <a:pt x="106949" y="3105"/>
                  </a:lnTo>
                  <a:lnTo>
                    <a:pt x="62107" y="1575"/>
                  </a:lnTo>
                  <a:lnTo>
                    <a:pt x="27725" y="616"/>
                  </a:lnTo>
                  <a:lnTo>
                    <a:pt x="7610" y="148"/>
                  </a:lnTo>
                  <a:lnTo>
                    <a:pt x="533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49239" y="2571073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49239" y="2603660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49239" y="5047683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49239" y="5080270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49239" y="6025293"/>
              <a:ext cx="1417199" cy="228108"/>
            </a:xfrm>
            <a:custGeom>
              <a:avLst/>
              <a:pathLst>
                <a:path w="1417199" h="228108">
                  <a:moveTo>
                    <a:pt x="0" y="32586"/>
                  </a:moveTo>
                  <a:lnTo>
                    <a:pt x="1769" y="32618"/>
                  </a:lnTo>
                  <a:lnTo>
                    <a:pt x="12745" y="32846"/>
                  </a:lnTo>
                  <a:lnTo>
                    <a:pt x="37810" y="33465"/>
                  </a:lnTo>
                  <a:lnTo>
                    <a:pt x="76324" y="34612"/>
                  </a:lnTo>
                  <a:lnTo>
                    <a:pt x="123337" y="36337"/>
                  </a:lnTo>
                  <a:lnTo>
                    <a:pt x="172886" y="38625"/>
                  </a:lnTo>
                  <a:lnTo>
                    <a:pt x="220758" y="41470"/>
                  </a:lnTo>
                  <a:lnTo>
                    <a:pt x="265264" y="44919"/>
                  </a:lnTo>
                  <a:lnTo>
                    <a:pt x="306671" y="49089"/>
                  </a:lnTo>
                  <a:lnTo>
                    <a:pt x="346358" y="54165"/>
                  </a:lnTo>
                  <a:lnTo>
                    <a:pt x="386121" y="60362"/>
                  </a:lnTo>
                  <a:lnTo>
                    <a:pt x="413349" y="65173"/>
                  </a:lnTo>
                  <a:lnTo>
                    <a:pt x="448836" y="71984"/>
                  </a:lnTo>
                  <a:lnTo>
                    <a:pt x="486453" y="79714"/>
                  </a:lnTo>
                  <a:lnTo>
                    <a:pt x="526478" y="88361"/>
                  </a:lnTo>
                  <a:lnTo>
                    <a:pt x="568904" y="97862"/>
                  </a:lnTo>
                  <a:lnTo>
                    <a:pt x="613449" y="108085"/>
                  </a:lnTo>
                  <a:lnTo>
                    <a:pt x="659584" y="118837"/>
                  </a:lnTo>
                  <a:lnTo>
                    <a:pt x="706586" y="129874"/>
                  </a:lnTo>
                  <a:lnTo>
                    <a:pt x="753625" y="140923"/>
                  </a:lnTo>
                  <a:lnTo>
                    <a:pt x="799864" y="151710"/>
                  </a:lnTo>
                  <a:lnTo>
                    <a:pt x="844569" y="161986"/>
                  </a:lnTo>
                  <a:lnTo>
                    <a:pt x="887191" y="171554"/>
                  </a:lnTo>
                  <a:lnTo>
                    <a:pt x="927424" y="180278"/>
                  </a:lnTo>
                  <a:lnTo>
                    <a:pt x="965240" y="188088"/>
                  </a:lnTo>
                  <a:lnTo>
                    <a:pt x="1000891" y="194975"/>
                  </a:lnTo>
                  <a:lnTo>
                    <a:pt x="1003849" y="195521"/>
                  </a:lnTo>
                  <a:lnTo>
                    <a:pt x="1044582" y="202556"/>
                  </a:lnTo>
                  <a:lnTo>
                    <a:pt x="1084117" y="208353"/>
                  </a:lnTo>
                  <a:lnTo>
                    <a:pt x="1124191" y="213100"/>
                  </a:lnTo>
                  <a:lnTo>
                    <a:pt x="1166527" y="217010"/>
                  </a:lnTo>
                  <a:lnTo>
                    <a:pt x="1212215" y="220246"/>
                  </a:lnTo>
                  <a:lnTo>
                    <a:pt x="1260961" y="222902"/>
                  </a:lnTo>
                  <a:lnTo>
                    <a:pt x="1310250" y="225003"/>
                  </a:lnTo>
                  <a:lnTo>
                    <a:pt x="1355091" y="226532"/>
                  </a:lnTo>
                  <a:lnTo>
                    <a:pt x="1389474" y="227492"/>
                  </a:lnTo>
                  <a:lnTo>
                    <a:pt x="1409589" y="227960"/>
                  </a:lnTo>
                  <a:lnTo>
                    <a:pt x="1416666" y="228099"/>
                  </a:lnTo>
                  <a:lnTo>
                    <a:pt x="1417199" y="228108"/>
                  </a:lnTo>
                  <a:lnTo>
                    <a:pt x="1417199" y="195521"/>
                  </a:lnTo>
                  <a:lnTo>
                    <a:pt x="1415430" y="195490"/>
                  </a:lnTo>
                  <a:lnTo>
                    <a:pt x="1404454" y="195262"/>
                  </a:lnTo>
                  <a:lnTo>
                    <a:pt x="1379389" y="194643"/>
                  </a:lnTo>
                  <a:lnTo>
                    <a:pt x="1340875" y="193495"/>
                  </a:lnTo>
                  <a:lnTo>
                    <a:pt x="1293861" y="191771"/>
                  </a:lnTo>
                  <a:lnTo>
                    <a:pt x="1244312" y="189483"/>
                  </a:lnTo>
                  <a:lnTo>
                    <a:pt x="1196440" y="186637"/>
                  </a:lnTo>
                  <a:lnTo>
                    <a:pt x="1151935" y="183189"/>
                  </a:lnTo>
                  <a:lnTo>
                    <a:pt x="1110528" y="179018"/>
                  </a:lnTo>
                  <a:lnTo>
                    <a:pt x="1070841" y="173943"/>
                  </a:lnTo>
                  <a:lnTo>
                    <a:pt x="1031077" y="167746"/>
                  </a:lnTo>
                  <a:lnTo>
                    <a:pt x="1003849" y="162934"/>
                  </a:lnTo>
                  <a:lnTo>
                    <a:pt x="968362" y="156124"/>
                  </a:lnTo>
                  <a:lnTo>
                    <a:pt x="930745" y="148394"/>
                  </a:lnTo>
                  <a:lnTo>
                    <a:pt x="890721" y="139746"/>
                  </a:lnTo>
                  <a:lnTo>
                    <a:pt x="848295" y="130246"/>
                  </a:lnTo>
                  <a:lnTo>
                    <a:pt x="803749" y="120023"/>
                  </a:lnTo>
                  <a:lnTo>
                    <a:pt x="757614" y="109271"/>
                  </a:lnTo>
                  <a:lnTo>
                    <a:pt x="710612" y="98234"/>
                  </a:lnTo>
                  <a:lnTo>
                    <a:pt x="663574" y="87185"/>
                  </a:lnTo>
                  <a:lnTo>
                    <a:pt x="617335" y="76398"/>
                  </a:lnTo>
                  <a:lnTo>
                    <a:pt x="572629" y="66122"/>
                  </a:lnTo>
                  <a:lnTo>
                    <a:pt x="530008" y="56553"/>
                  </a:lnTo>
                  <a:lnTo>
                    <a:pt x="489774" y="47830"/>
                  </a:lnTo>
                  <a:lnTo>
                    <a:pt x="451959" y="40020"/>
                  </a:lnTo>
                  <a:lnTo>
                    <a:pt x="416308" y="33133"/>
                  </a:lnTo>
                  <a:lnTo>
                    <a:pt x="413349" y="32586"/>
                  </a:lnTo>
                  <a:lnTo>
                    <a:pt x="372617" y="25551"/>
                  </a:lnTo>
                  <a:lnTo>
                    <a:pt x="333081" y="19755"/>
                  </a:lnTo>
                  <a:lnTo>
                    <a:pt x="293007" y="15008"/>
                  </a:lnTo>
                  <a:lnTo>
                    <a:pt x="250672" y="11098"/>
                  </a:lnTo>
                  <a:lnTo>
                    <a:pt x="204984" y="7862"/>
                  </a:lnTo>
                  <a:lnTo>
                    <a:pt x="156238" y="5206"/>
                  </a:lnTo>
                  <a:lnTo>
                    <a:pt x="106949" y="3105"/>
                  </a:lnTo>
                  <a:lnTo>
                    <a:pt x="62107" y="1575"/>
                  </a:lnTo>
                  <a:lnTo>
                    <a:pt x="27725" y="616"/>
                  </a:lnTo>
                  <a:lnTo>
                    <a:pt x="7610" y="148"/>
                  </a:lnTo>
                  <a:lnTo>
                    <a:pt x="533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449239" y="5112857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49239" y="6057880"/>
              <a:ext cx="1417199" cy="228108"/>
            </a:xfrm>
            <a:custGeom>
              <a:avLst/>
              <a:pathLst>
                <a:path w="1417199" h="228108">
                  <a:moveTo>
                    <a:pt x="0" y="32586"/>
                  </a:moveTo>
                  <a:lnTo>
                    <a:pt x="1769" y="32618"/>
                  </a:lnTo>
                  <a:lnTo>
                    <a:pt x="12745" y="32846"/>
                  </a:lnTo>
                  <a:lnTo>
                    <a:pt x="37810" y="33465"/>
                  </a:lnTo>
                  <a:lnTo>
                    <a:pt x="76324" y="34612"/>
                  </a:lnTo>
                  <a:lnTo>
                    <a:pt x="123337" y="36337"/>
                  </a:lnTo>
                  <a:lnTo>
                    <a:pt x="172886" y="38625"/>
                  </a:lnTo>
                  <a:lnTo>
                    <a:pt x="220758" y="41470"/>
                  </a:lnTo>
                  <a:lnTo>
                    <a:pt x="265264" y="44919"/>
                  </a:lnTo>
                  <a:lnTo>
                    <a:pt x="306671" y="49089"/>
                  </a:lnTo>
                  <a:lnTo>
                    <a:pt x="346358" y="54165"/>
                  </a:lnTo>
                  <a:lnTo>
                    <a:pt x="386121" y="60362"/>
                  </a:lnTo>
                  <a:lnTo>
                    <a:pt x="413349" y="65173"/>
                  </a:lnTo>
                  <a:lnTo>
                    <a:pt x="448836" y="71984"/>
                  </a:lnTo>
                  <a:lnTo>
                    <a:pt x="486453" y="79714"/>
                  </a:lnTo>
                  <a:lnTo>
                    <a:pt x="526478" y="88361"/>
                  </a:lnTo>
                  <a:lnTo>
                    <a:pt x="568904" y="97862"/>
                  </a:lnTo>
                  <a:lnTo>
                    <a:pt x="613449" y="108085"/>
                  </a:lnTo>
                  <a:lnTo>
                    <a:pt x="659584" y="118837"/>
                  </a:lnTo>
                  <a:lnTo>
                    <a:pt x="706586" y="129874"/>
                  </a:lnTo>
                  <a:lnTo>
                    <a:pt x="753625" y="140923"/>
                  </a:lnTo>
                  <a:lnTo>
                    <a:pt x="799864" y="151710"/>
                  </a:lnTo>
                  <a:lnTo>
                    <a:pt x="844569" y="161986"/>
                  </a:lnTo>
                  <a:lnTo>
                    <a:pt x="887191" y="171554"/>
                  </a:lnTo>
                  <a:lnTo>
                    <a:pt x="927424" y="180278"/>
                  </a:lnTo>
                  <a:lnTo>
                    <a:pt x="965240" y="188088"/>
                  </a:lnTo>
                  <a:lnTo>
                    <a:pt x="1000891" y="194975"/>
                  </a:lnTo>
                  <a:lnTo>
                    <a:pt x="1003849" y="195521"/>
                  </a:lnTo>
                  <a:lnTo>
                    <a:pt x="1044582" y="202556"/>
                  </a:lnTo>
                  <a:lnTo>
                    <a:pt x="1084117" y="208353"/>
                  </a:lnTo>
                  <a:lnTo>
                    <a:pt x="1124191" y="213100"/>
                  </a:lnTo>
                  <a:lnTo>
                    <a:pt x="1166527" y="217010"/>
                  </a:lnTo>
                  <a:lnTo>
                    <a:pt x="1212215" y="220246"/>
                  </a:lnTo>
                  <a:lnTo>
                    <a:pt x="1260961" y="222902"/>
                  </a:lnTo>
                  <a:lnTo>
                    <a:pt x="1310250" y="225003"/>
                  </a:lnTo>
                  <a:lnTo>
                    <a:pt x="1355091" y="226532"/>
                  </a:lnTo>
                  <a:lnTo>
                    <a:pt x="1389474" y="227492"/>
                  </a:lnTo>
                  <a:lnTo>
                    <a:pt x="1409589" y="227960"/>
                  </a:lnTo>
                  <a:lnTo>
                    <a:pt x="1416666" y="228099"/>
                  </a:lnTo>
                  <a:lnTo>
                    <a:pt x="1417199" y="228108"/>
                  </a:lnTo>
                  <a:lnTo>
                    <a:pt x="1417199" y="195521"/>
                  </a:lnTo>
                  <a:lnTo>
                    <a:pt x="1415430" y="195490"/>
                  </a:lnTo>
                  <a:lnTo>
                    <a:pt x="1404454" y="195262"/>
                  </a:lnTo>
                  <a:lnTo>
                    <a:pt x="1379389" y="194643"/>
                  </a:lnTo>
                  <a:lnTo>
                    <a:pt x="1340875" y="193495"/>
                  </a:lnTo>
                  <a:lnTo>
                    <a:pt x="1293861" y="191771"/>
                  </a:lnTo>
                  <a:lnTo>
                    <a:pt x="1244312" y="189483"/>
                  </a:lnTo>
                  <a:lnTo>
                    <a:pt x="1196440" y="186637"/>
                  </a:lnTo>
                  <a:lnTo>
                    <a:pt x="1151935" y="183189"/>
                  </a:lnTo>
                  <a:lnTo>
                    <a:pt x="1110528" y="179018"/>
                  </a:lnTo>
                  <a:lnTo>
                    <a:pt x="1070841" y="173943"/>
                  </a:lnTo>
                  <a:lnTo>
                    <a:pt x="1031077" y="167746"/>
                  </a:lnTo>
                  <a:lnTo>
                    <a:pt x="1003849" y="162934"/>
                  </a:lnTo>
                  <a:lnTo>
                    <a:pt x="968362" y="156124"/>
                  </a:lnTo>
                  <a:lnTo>
                    <a:pt x="930745" y="148394"/>
                  </a:lnTo>
                  <a:lnTo>
                    <a:pt x="890721" y="139746"/>
                  </a:lnTo>
                  <a:lnTo>
                    <a:pt x="848295" y="130246"/>
                  </a:lnTo>
                  <a:lnTo>
                    <a:pt x="803749" y="120023"/>
                  </a:lnTo>
                  <a:lnTo>
                    <a:pt x="757614" y="109271"/>
                  </a:lnTo>
                  <a:lnTo>
                    <a:pt x="710612" y="98234"/>
                  </a:lnTo>
                  <a:lnTo>
                    <a:pt x="663574" y="87185"/>
                  </a:lnTo>
                  <a:lnTo>
                    <a:pt x="617335" y="76398"/>
                  </a:lnTo>
                  <a:lnTo>
                    <a:pt x="572629" y="66122"/>
                  </a:lnTo>
                  <a:lnTo>
                    <a:pt x="530008" y="56553"/>
                  </a:lnTo>
                  <a:lnTo>
                    <a:pt x="489774" y="47830"/>
                  </a:lnTo>
                  <a:lnTo>
                    <a:pt x="451959" y="40020"/>
                  </a:lnTo>
                  <a:lnTo>
                    <a:pt x="416308" y="33133"/>
                  </a:lnTo>
                  <a:lnTo>
                    <a:pt x="413349" y="32586"/>
                  </a:lnTo>
                  <a:lnTo>
                    <a:pt x="372617" y="25551"/>
                  </a:lnTo>
                  <a:lnTo>
                    <a:pt x="333081" y="19755"/>
                  </a:lnTo>
                  <a:lnTo>
                    <a:pt x="293007" y="15008"/>
                  </a:lnTo>
                  <a:lnTo>
                    <a:pt x="250672" y="11098"/>
                  </a:lnTo>
                  <a:lnTo>
                    <a:pt x="204984" y="7862"/>
                  </a:lnTo>
                  <a:lnTo>
                    <a:pt x="156238" y="5206"/>
                  </a:lnTo>
                  <a:lnTo>
                    <a:pt x="106949" y="3105"/>
                  </a:lnTo>
                  <a:lnTo>
                    <a:pt x="62107" y="1575"/>
                  </a:lnTo>
                  <a:lnTo>
                    <a:pt x="27725" y="616"/>
                  </a:lnTo>
                  <a:lnTo>
                    <a:pt x="7610" y="148"/>
                  </a:lnTo>
                  <a:lnTo>
                    <a:pt x="533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49239" y="2636247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49239" y="2668834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49239" y="2701421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49239" y="6351163"/>
              <a:ext cx="1417199" cy="228108"/>
            </a:xfrm>
            <a:custGeom>
              <a:avLst/>
              <a:pathLst>
                <a:path w="1417199" h="228108">
                  <a:moveTo>
                    <a:pt x="0" y="32586"/>
                  </a:moveTo>
                  <a:lnTo>
                    <a:pt x="1769" y="32618"/>
                  </a:lnTo>
                  <a:lnTo>
                    <a:pt x="12745" y="32846"/>
                  </a:lnTo>
                  <a:lnTo>
                    <a:pt x="37810" y="33465"/>
                  </a:lnTo>
                  <a:lnTo>
                    <a:pt x="76324" y="34612"/>
                  </a:lnTo>
                  <a:lnTo>
                    <a:pt x="123337" y="36337"/>
                  </a:lnTo>
                  <a:lnTo>
                    <a:pt x="172886" y="38625"/>
                  </a:lnTo>
                  <a:lnTo>
                    <a:pt x="220758" y="41470"/>
                  </a:lnTo>
                  <a:lnTo>
                    <a:pt x="265264" y="44919"/>
                  </a:lnTo>
                  <a:lnTo>
                    <a:pt x="306671" y="49089"/>
                  </a:lnTo>
                  <a:lnTo>
                    <a:pt x="346358" y="54165"/>
                  </a:lnTo>
                  <a:lnTo>
                    <a:pt x="386121" y="60362"/>
                  </a:lnTo>
                  <a:lnTo>
                    <a:pt x="413349" y="65173"/>
                  </a:lnTo>
                  <a:lnTo>
                    <a:pt x="448836" y="71984"/>
                  </a:lnTo>
                  <a:lnTo>
                    <a:pt x="486453" y="79714"/>
                  </a:lnTo>
                  <a:lnTo>
                    <a:pt x="526478" y="88361"/>
                  </a:lnTo>
                  <a:lnTo>
                    <a:pt x="568904" y="97862"/>
                  </a:lnTo>
                  <a:lnTo>
                    <a:pt x="613449" y="108085"/>
                  </a:lnTo>
                  <a:lnTo>
                    <a:pt x="659584" y="118837"/>
                  </a:lnTo>
                  <a:lnTo>
                    <a:pt x="706586" y="129874"/>
                  </a:lnTo>
                  <a:lnTo>
                    <a:pt x="753625" y="140923"/>
                  </a:lnTo>
                  <a:lnTo>
                    <a:pt x="799864" y="151710"/>
                  </a:lnTo>
                  <a:lnTo>
                    <a:pt x="844569" y="161986"/>
                  </a:lnTo>
                  <a:lnTo>
                    <a:pt x="887191" y="171554"/>
                  </a:lnTo>
                  <a:lnTo>
                    <a:pt x="927424" y="180278"/>
                  </a:lnTo>
                  <a:lnTo>
                    <a:pt x="965240" y="188088"/>
                  </a:lnTo>
                  <a:lnTo>
                    <a:pt x="1000891" y="194975"/>
                  </a:lnTo>
                  <a:lnTo>
                    <a:pt x="1003849" y="195521"/>
                  </a:lnTo>
                  <a:lnTo>
                    <a:pt x="1044582" y="202556"/>
                  </a:lnTo>
                  <a:lnTo>
                    <a:pt x="1084117" y="208353"/>
                  </a:lnTo>
                  <a:lnTo>
                    <a:pt x="1124191" y="213100"/>
                  </a:lnTo>
                  <a:lnTo>
                    <a:pt x="1166527" y="217010"/>
                  </a:lnTo>
                  <a:lnTo>
                    <a:pt x="1212215" y="220246"/>
                  </a:lnTo>
                  <a:lnTo>
                    <a:pt x="1260961" y="222902"/>
                  </a:lnTo>
                  <a:lnTo>
                    <a:pt x="1310250" y="225003"/>
                  </a:lnTo>
                  <a:lnTo>
                    <a:pt x="1355091" y="226532"/>
                  </a:lnTo>
                  <a:lnTo>
                    <a:pt x="1389474" y="227492"/>
                  </a:lnTo>
                  <a:lnTo>
                    <a:pt x="1409589" y="227960"/>
                  </a:lnTo>
                  <a:lnTo>
                    <a:pt x="1416666" y="228099"/>
                  </a:lnTo>
                  <a:lnTo>
                    <a:pt x="1417199" y="228108"/>
                  </a:lnTo>
                  <a:lnTo>
                    <a:pt x="1417199" y="195521"/>
                  </a:lnTo>
                  <a:lnTo>
                    <a:pt x="1415430" y="195490"/>
                  </a:lnTo>
                  <a:lnTo>
                    <a:pt x="1404454" y="195262"/>
                  </a:lnTo>
                  <a:lnTo>
                    <a:pt x="1379389" y="194643"/>
                  </a:lnTo>
                  <a:lnTo>
                    <a:pt x="1340875" y="193495"/>
                  </a:lnTo>
                  <a:lnTo>
                    <a:pt x="1293861" y="191771"/>
                  </a:lnTo>
                  <a:lnTo>
                    <a:pt x="1244312" y="189483"/>
                  </a:lnTo>
                  <a:lnTo>
                    <a:pt x="1196440" y="186637"/>
                  </a:lnTo>
                  <a:lnTo>
                    <a:pt x="1151935" y="183189"/>
                  </a:lnTo>
                  <a:lnTo>
                    <a:pt x="1110528" y="179018"/>
                  </a:lnTo>
                  <a:lnTo>
                    <a:pt x="1070841" y="173943"/>
                  </a:lnTo>
                  <a:lnTo>
                    <a:pt x="1031077" y="167746"/>
                  </a:lnTo>
                  <a:lnTo>
                    <a:pt x="1003849" y="162934"/>
                  </a:lnTo>
                  <a:lnTo>
                    <a:pt x="968362" y="156124"/>
                  </a:lnTo>
                  <a:lnTo>
                    <a:pt x="930745" y="148394"/>
                  </a:lnTo>
                  <a:lnTo>
                    <a:pt x="890721" y="139746"/>
                  </a:lnTo>
                  <a:lnTo>
                    <a:pt x="848295" y="130246"/>
                  </a:lnTo>
                  <a:lnTo>
                    <a:pt x="803749" y="120023"/>
                  </a:lnTo>
                  <a:lnTo>
                    <a:pt x="757614" y="109271"/>
                  </a:lnTo>
                  <a:lnTo>
                    <a:pt x="710612" y="98234"/>
                  </a:lnTo>
                  <a:lnTo>
                    <a:pt x="663574" y="87185"/>
                  </a:lnTo>
                  <a:lnTo>
                    <a:pt x="617335" y="76398"/>
                  </a:lnTo>
                  <a:lnTo>
                    <a:pt x="572629" y="66122"/>
                  </a:lnTo>
                  <a:lnTo>
                    <a:pt x="530008" y="56553"/>
                  </a:lnTo>
                  <a:lnTo>
                    <a:pt x="489774" y="47830"/>
                  </a:lnTo>
                  <a:lnTo>
                    <a:pt x="451959" y="40020"/>
                  </a:lnTo>
                  <a:lnTo>
                    <a:pt x="416308" y="33133"/>
                  </a:lnTo>
                  <a:lnTo>
                    <a:pt x="413349" y="32586"/>
                  </a:lnTo>
                  <a:lnTo>
                    <a:pt x="372617" y="25551"/>
                  </a:lnTo>
                  <a:lnTo>
                    <a:pt x="333081" y="19755"/>
                  </a:lnTo>
                  <a:lnTo>
                    <a:pt x="293007" y="15008"/>
                  </a:lnTo>
                  <a:lnTo>
                    <a:pt x="250672" y="11098"/>
                  </a:lnTo>
                  <a:lnTo>
                    <a:pt x="204984" y="7862"/>
                  </a:lnTo>
                  <a:lnTo>
                    <a:pt x="156238" y="5206"/>
                  </a:lnTo>
                  <a:lnTo>
                    <a:pt x="106949" y="3105"/>
                  </a:lnTo>
                  <a:lnTo>
                    <a:pt x="62107" y="1575"/>
                  </a:lnTo>
                  <a:lnTo>
                    <a:pt x="27725" y="616"/>
                  </a:lnTo>
                  <a:lnTo>
                    <a:pt x="7610" y="148"/>
                  </a:lnTo>
                  <a:lnTo>
                    <a:pt x="533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1449239" y="2734008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449239" y="2766595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449239" y="2799182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449239" y="2831769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449239" y="5145444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1449239" y="2864356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449239" y="2896943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449239" y="2929530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449239" y="2962117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449239" y="2994704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449239" y="3027291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449239" y="3059878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1449239" y="3092465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449239" y="3125052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1449239" y="5178031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1449239" y="6090467"/>
              <a:ext cx="1417199" cy="228108"/>
            </a:xfrm>
            <a:custGeom>
              <a:avLst/>
              <a:pathLst>
                <a:path w="1417199" h="228108">
                  <a:moveTo>
                    <a:pt x="0" y="32586"/>
                  </a:moveTo>
                  <a:lnTo>
                    <a:pt x="1769" y="32618"/>
                  </a:lnTo>
                  <a:lnTo>
                    <a:pt x="12745" y="32846"/>
                  </a:lnTo>
                  <a:lnTo>
                    <a:pt x="37810" y="33465"/>
                  </a:lnTo>
                  <a:lnTo>
                    <a:pt x="76324" y="34612"/>
                  </a:lnTo>
                  <a:lnTo>
                    <a:pt x="123337" y="36337"/>
                  </a:lnTo>
                  <a:lnTo>
                    <a:pt x="172886" y="38625"/>
                  </a:lnTo>
                  <a:lnTo>
                    <a:pt x="220758" y="41470"/>
                  </a:lnTo>
                  <a:lnTo>
                    <a:pt x="265264" y="44919"/>
                  </a:lnTo>
                  <a:lnTo>
                    <a:pt x="306671" y="49089"/>
                  </a:lnTo>
                  <a:lnTo>
                    <a:pt x="346358" y="54165"/>
                  </a:lnTo>
                  <a:lnTo>
                    <a:pt x="386121" y="60362"/>
                  </a:lnTo>
                  <a:lnTo>
                    <a:pt x="413349" y="65173"/>
                  </a:lnTo>
                  <a:lnTo>
                    <a:pt x="448836" y="71984"/>
                  </a:lnTo>
                  <a:lnTo>
                    <a:pt x="486453" y="79714"/>
                  </a:lnTo>
                  <a:lnTo>
                    <a:pt x="526478" y="88361"/>
                  </a:lnTo>
                  <a:lnTo>
                    <a:pt x="568904" y="97862"/>
                  </a:lnTo>
                  <a:lnTo>
                    <a:pt x="613449" y="108085"/>
                  </a:lnTo>
                  <a:lnTo>
                    <a:pt x="659584" y="118837"/>
                  </a:lnTo>
                  <a:lnTo>
                    <a:pt x="706586" y="129874"/>
                  </a:lnTo>
                  <a:lnTo>
                    <a:pt x="753625" y="140923"/>
                  </a:lnTo>
                  <a:lnTo>
                    <a:pt x="799864" y="151710"/>
                  </a:lnTo>
                  <a:lnTo>
                    <a:pt x="844569" y="161986"/>
                  </a:lnTo>
                  <a:lnTo>
                    <a:pt x="887191" y="171554"/>
                  </a:lnTo>
                  <a:lnTo>
                    <a:pt x="927424" y="180278"/>
                  </a:lnTo>
                  <a:lnTo>
                    <a:pt x="965240" y="188088"/>
                  </a:lnTo>
                  <a:lnTo>
                    <a:pt x="1000891" y="194975"/>
                  </a:lnTo>
                  <a:lnTo>
                    <a:pt x="1003849" y="195521"/>
                  </a:lnTo>
                  <a:lnTo>
                    <a:pt x="1044582" y="202556"/>
                  </a:lnTo>
                  <a:lnTo>
                    <a:pt x="1084117" y="208353"/>
                  </a:lnTo>
                  <a:lnTo>
                    <a:pt x="1124191" y="213100"/>
                  </a:lnTo>
                  <a:lnTo>
                    <a:pt x="1166527" y="217010"/>
                  </a:lnTo>
                  <a:lnTo>
                    <a:pt x="1212215" y="220246"/>
                  </a:lnTo>
                  <a:lnTo>
                    <a:pt x="1260961" y="222902"/>
                  </a:lnTo>
                  <a:lnTo>
                    <a:pt x="1310250" y="225003"/>
                  </a:lnTo>
                  <a:lnTo>
                    <a:pt x="1355091" y="226532"/>
                  </a:lnTo>
                  <a:lnTo>
                    <a:pt x="1389474" y="227492"/>
                  </a:lnTo>
                  <a:lnTo>
                    <a:pt x="1409589" y="227960"/>
                  </a:lnTo>
                  <a:lnTo>
                    <a:pt x="1416666" y="228099"/>
                  </a:lnTo>
                  <a:lnTo>
                    <a:pt x="1417199" y="228108"/>
                  </a:lnTo>
                  <a:lnTo>
                    <a:pt x="1417199" y="195521"/>
                  </a:lnTo>
                  <a:lnTo>
                    <a:pt x="1415430" y="195490"/>
                  </a:lnTo>
                  <a:lnTo>
                    <a:pt x="1404454" y="195262"/>
                  </a:lnTo>
                  <a:lnTo>
                    <a:pt x="1379389" y="194643"/>
                  </a:lnTo>
                  <a:lnTo>
                    <a:pt x="1340875" y="193495"/>
                  </a:lnTo>
                  <a:lnTo>
                    <a:pt x="1293861" y="191771"/>
                  </a:lnTo>
                  <a:lnTo>
                    <a:pt x="1244312" y="189483"/>
                  </a:lnTo>
                  <a:lnTo>
                    <a:pt x="1196440" y="186637"/>
                  </a:lnTo>
                  <a:lnTo>
                    <a:pt x="1151935" y="183189"/>
                  </a:lnTo>
                  <a:lnTo>
                    <a:pt x="1110528" y="179018"/>
                  </a:lnTo>
                  <a:lnTo>
                    <a:pt x="1070841" y="173943"/>
                  </a:lnTo>
                  <a:lnTo>
                    <a:pt x="1031077" y="167746"/>
                  </a:lnTo>
                  <a:lnTo>
                    <a:pt x="1003849" y="162934"/>
                  </a:lnTo>
                  <a:lnTo>
                    <a:pt x="968362" y="156124"/>
                  </a:lnTo>
                  <a:lnTo>
                    <a:pt x="930745" y="148394"/>
                  </a:lnTo>
                  <a:lnTo>
                    <a:pt x="890721" y="139746"/>
                  </a:lnTo>
                  <a:lnTo>
                    <a:pt x="848295" y="130246"/>
                  </a:lnTo>
                  <a:lnTo>
                    <a:pt x="803749" y="120023"/>
                  </a:lnTo>
                  <a:lnTo>
                    <a:pt x="757614" y="109271"/>
                  </a:lnTo>
                  <a:lnTo>
                    <a:pt x="710612" y="98234"/>
                  </a:lnTo>
                  <a:lnTo>
                    <a:pt x="663574" y="87185"/>
                  </a:lnTo>
                  <a:lnTo>
                    <a:pt x="617335" y="76398"/>
                  </a:lnTo>
                  <a:lnTo>
                    <a:pt x="572629" y="66122"/>
                  </a:lnTo>
                  <a:lnTo>
                    <a:pt x="530008" y="56553"/>
                  </a:lnTo>
                  <a:lnTo>
                    <a:pt x="489774" y="47830"/>
                  </a:lnTo>
                  <a:lnTo>
                    <a:pt x="451959" y="40020"/>
                  </a:lnTo>
                  <a:lnTo>
                    <a:pt x="416308" y="33133"/>
                  </a:lnTo>
                  <a:lnTo>
                    <a:pt x="413349" y="32586"/>
                  </a:lnTo>
                  <a:lnTo>
                    <a:pt x="372617" y="25551"/>
                  </a:lnTo>
                  <a:lnTo>
                    <a:pt x="333081" y="19755"/>
                  </a:lnTo>
                  <a:lnTo>
                    <a:pt x="293007" y="15008"/>
                  </a:lnTo>
                  <a:lnTo>
                    <a:pt x="250672" y="11098"/>
                  </a:lnTo>
                  <a:lnTo>
                    <a:pt x="204984" y="7862"/>
                  </a:lnTo>
                  <a:lnTo>
                    <a:pt x="156238" y="5206"/>
                  </a:lnTo>
                  <a:lnTo>
                    <a:pt x="106949" y="3105"/>
                  </a:lnTo>
                  <a:lnTo>
                    <a:pt x="62107" y="1575"/>
                  </a:lnTo>
                  <a:lnTo>
                    <a:pt x="27725" y="616"/>
                  </a:lnTo>
                  <a:lnTo>
                    <a:pt x="7610" y="148"/>
                  </a:lnTo>
                  <a:lnTo>
                    <a:pt x="533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1449239" y="3157639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1449239" y="6383750"/>
              <a:ext cx="1417199" cy="228108"/>
            </a:xfrm>
            <a:custGeom>
              <a:avLst/>
              <a:pathLst>
                <a:path w="1417199" h="228108">
                  <a:moveTo>
                    <a:pt x="0" y="32586"/>
                  </a:moveTo>
                  <a:lnTo>
                    <a:pt x="1769" y="32618"/>
                  </a:lnTo>
                  <a:lnTo>
                    <a:pt x="12745" y="32846"/>
                  </a:lnTo>
                  <a:lnTo>
                    <a:pt x="37810" y="33465"/>
                  </a:lnTo>
                  <a:lnTo>
                    <a:pt x="76324" y="34612"/>
                  </a:lnTo>
                  <a:lnTo>
                    <a:pt x="123337" y="36337"/>
                  </a:lnTo>
                  <a:lnTo>
                    <a:pt x="172886" y="38625"/>
                  </a:lnTo>
                  <a:lnTo>
                    <a:pt x="220758" y="41470"/>
                  </a:lnTo>
                  <a:lnTo>
                    <a:pt x="265264" y="44919"/>
                  </a:lnTo>
                  <a:lnTo>
                    <a:pt x="306671" y="49089"/>
                  </a:lnTo>
                  <a:lnTo>
                    <a:pt x="346358" y="54165"/>
                  </a:lnTo>
                  <a:lnTo>
                    <a:pt x="386121" y="60362"/>
                  </a:lnTo>
                  <a:lnTo>
                    <a:pt x="413349" y="65173"/>
                  </a:lnTo>
                  <a:lnTo>
                    <a:pt x="448836" y="71984"/>
                  </a:lnTo>
                  <a:lnTo>
                    <a:pt x="486453" y="79714"/>
                  </a:lnTo>
                  <a:lnTo>
                    <a:pt x="526478" y="88361"/>
                  </a:lnTo>
                  <a:lnTo>
                    <a:pt x="568904" y="97862"/>
                  </a:lnTo>
                  <a:lnTo>
                    <a:pt x="613449" y="108085"/>
                  </a:lnTo>
                  <a:lnTo>
                    <a:pt x="659584" y="118837"/>
                  </a:lnTo>
                  <a:lnTo>
                    <a:pt x="706586" y="129874"/>
                  </a:lnTo>
                  <a:lnTo>
                    <a:pt x="753625" y="140923"/>
                  </a:lnTo>
                  <a:lnTo>
                    <a:pt x="799864" y="151710"/>
                  </a:lnTo>
                  <a:lnTo>
                    <a:pt x="844569" y="161986"/>
                  </a:lnTo>
                  <a:lnTo>
                    <a:pt x="887191" y="171554"/>
                  </a:lnTo>
                  <a:lnTo>
                    <a:pt x="927424" y="180278"/>
                  </a:lnTo>
                  <a:lnTo>
                    <a:pt x="965240" y="188088"/>
                  </a:lnTo>
                  <a:lnTo>
                    <a:pt x="1000891" y="194975"/>
                  </a:lnTo>
                  <a:lnTo>
                    <a:pt x="1003849" y="195521"/>
                  </a:lnTo>
                  <a:lnTo>
                    <a:pt x="1044582" y="202556"/>
                  </a:lnTo>
                  <a:lnTo>
                    <a:pt x="1084117" y="208353"/>
                  </a:lnTo>
                  <a:lnTo>
                    <a:pt x="1124191" y="213100"/>
                  </a:lnTo>
                  <a:lnTo>
                    <a:pt x="1166527" y="217010"/>
                  </a:lnTo>
                  <a:lnTo>
                    <a:pt x="1212215" y="220246"/>
                  </a:lnTo>
                  <a:lnTo>
                    <a:pt x="1260961" y="222902"/>
                  </a:lnTo>
                  <a:lnTo>
                    <a:pt x="1310250" y="225003"/>
                  </a:lnTo>
                  <a:lnTo>
                    <a:pt x="1355091" y="226532"/>
                  </a:lnTo>
                  <a:lnTo>
                    <a:pt x="1389474" y="227492"/>
                  </a:lnTo>
                  <a:lnTo>
                    <a:pt x="1409589" y="227960"/>
                  </a:lnTo>
                  <a:lnTo>
                    <a:pt x="1416666" y="228099"/>
                  </a:lnTo>
                  <a:lnTo>
                    <a:pt x="1417199" y="228108"/>
                  </a:lnTo>
                  <a:lnTo>
                    <a:pt x="1417199" y="195521"/>
                  </a:lnTo>
                  <a:lnTo>
                    <a:pt x="1415430" y="195490"/>
                  </a:lnTo>
                  <a:lnTo>
                    <a:pt x="1404454" y="195262"/>
                  </a:lnTo>
                  <a:lnTo>
                    <a:pt x="1379389" y="194643"/>
                  </a:lnTo>
                  <a:lnTo>
                    <a:pt x="1340875" y="193495"/>
                  </a:lnTo>
                  <a:lnTo>
                    <a:pt x="1293861" y="191771"/>
                  </a:lnTo>
                  <a:lnTo>
                    <a:pt x="1244312" y="189483"/>
                  </a:lnTo>
                  <a:lnTo>
                    <a:pt x="1196440" y="186637"/>
                  </a:lnTo>
                  <a:lnTo>
                    <a:pt x="1151935" y="183189"/>
                  </a:lnTo>
                  <a:lnTo>
                    <a:pt x="1110528" y="179018"/>
                  </a:lnTo>
                  <a:lnTo>
                    <a:pt x="1070841" y="173943"/>
                  </a:lnTo>
                  <a:lnTo>
                    <a:pt x="1031077" y="167746"/>
                  </a:lnTo>
                  <a:lnTo>
                    <a:pt x="1003849" y="162934"/>
                  </a:lnTo>
                  <a:lnTo>
                    <a:pt x="968362" y="156124"/>
                  </a:lnTo>
                  <a:lnTo>
                    <a:pt x="930745" y="148394"/>
                  </a:lnTo>
                  <a:lnTo>
                    <a:pt x="890721" y="139746"/>
                  </a:lnTo>
                  <a:lnTo>
                    <a:pt x="848295" y="130246"/>
                  </a:lnTo>
                  <a:lnTo>
                    <a:pt x="803749" y="120023"/>
                  </a:lnTo>
                  <a:lnTo>
                    <a:pt x="757614" y="109271"/>
                  </a:lnTo>
                  <a:lnTo>
                    <a:pt x="710612" y="98234"/>
                  </a:lnTo>
                  <a:lnTo>
                    <a:pt x="663574" y="87185"/>
                  </a:lnTo>
                  <a:lnTo>
                    <a:pt x="617335" y="76398"/>
                  </a:lnTo>
                  <a:lnTo>
                    <a:pt x="572629" y="66122"/>
                  </a:lnTo>
                  <a:lnTo>
                    <a:pt x="530008" y="56553"/>
                  </a:lnTo>
                  <a:lnTo>
                    <a:pt x="489774" y="47830"/>
                  </a:lnTo>
                  <a:lnTo>
                    <a:pt x="451959" y="40020"/>
                  </a:lnTo>
                  <a:lnTo>
                    <a:pt x="416308" y="33133"/>
                  </a:lnTo>
                  <a:lnTo>
                    <a:pt x="413349" y="32586"/>
                  </a:lnTo>
                  <a:lnTo>
                    <a:pt x="372617" y="25551"/>
                  </a:lnTo>
                  <a:lnTo>
                    <a:pt x="333081" y="19755"/>
                  </a:lnTo>
                  <a:lnTo>
                    <a:pt x="293007" y="15008"/>
                  </a:lnTo>
                  <a:lnTo>
                    <a:pt x="250672" y="11098"/>
                  </a:lnTo>
                  <a:lnTo>
                    <a:pt x="204984" y="7862"/>
                  </a:lnTo>
                  <a:lnTo>
                    <a:pt x="156238" y="5206"/>
                  </a:lnTo>
                  <a:lnTo>
                    <a:pt x="106949" y="3105"/>
                  </a:lnTo>
                  <a:lnTo>
                    <a:pt x="62107" y="1575"/>
                  </a:lnTo>
                  <a:lnTo>
                    <a:pt x="27725" y="616"/>
                  </a:lnTo>
                  <a:lnTo>
                    <a:pt x="7610" y="148"/>
                  </a:lnTo>
                  <a:lnTo>
                    <a:pt x="533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1449239" y="6416336"/>
              <a:ext cx="1417199" cy="228108"/>
            </a:xfrm>
            <a:custGeom>
              <a:avLst/>
              <a:pathLst>
                <a:path w="1417199" h="228108">
                  <a:moveTo>
                    <a:pt x="0" y="32586"/>
                  </a:moveTo>
                  <a:lnTo>
                    <a:pt x="1769" y="32618"/>
                  </a:lnTo>
                  <a:lnTo>
                    <a:pt x="12745" y="32846"/>
                  </a:lnTo>
                  <a:lnTo>
                    <a:pt x="37810" y="33465"/>
                  </a:lnTo>
                  <a:lnTo>
                    <a:pt x="76324" y="34612"/>
                  </a:lnTo>
                  <a:lnTo>
                    <a:pt x="123337" y="36337"/>
                  </a:lnTo>
                  <a:lnTo>
                    <a:pt x="172886" y="38625"/>
                  </a:lnTo>
                  <a:lnTo>
                    <a:pt x="220758" y="41470"/>
                  </a:lnTo>
                  <a:lnTo>
                    <a:pt x="265264" y="44919"/>
                  </a:lnTo>
                  <a:lnTo>
                    <a:pt x="306671" y="49089"/>
                  </a:lnTo>
                  <a:lnTo>
                    <a:pt x="346358" y="54165"/>
                  </a:lnTo>
                  <a:lnTo>
                    <a:pt x="386121" y="60362"/>
                  </a:lnTo>
                  <a:lnTo>
                    <a:pt x="413349" y="65173"/>
                  </a:lnTo>
                  <a:lnTo>
                    <a:pt x="448836" y="71984"/>
                  </a:lnTo>
                  <a:lnTo>
                    <a:pt x="486453" y="79714"/>
                  </a:lnTo>
                  <a:lnTo>
                    <a:pt x="526478" y="88361"/>
                  </a:lnTo>
                  <a:lnTo>
                    <a:pt x="568904" y="97862"/>
                  </a:lnTo>
                  <a:lnTo>
                    <a:pt x="613449" y="108085"/>
                  </a:lnTo>
                  <a:lnTo>
                    <a:pt x="659584" y="118837"/>
                  </a:lnTo>
                  <a:lnTo>
                    <a:pt x="706586" y="129874"/>
                  </a:lnTo>
                  <a:lnTo>
                    <a:pt x="753625" y="140923"/>
                  </a:lnTo>
                  <a:lnTo>
                    <a:pt x="799864" y="151710"/>
                  </a:lnTo>
                  <a:lnTo>
                    <a:pt x="844569" y="161986"/>
                  </a:lnTo>
                  <a:lnTo>
                    <a:pt x="887191" y="171554"/>
                  </a:lnTo>
                  <a:lnTo>
                    <a:pt x="927424" y="180278"/>
                  </a:lnTo>
                  <a:lnTo>
                    <a:pt x="965240" y="188088"/>
                  </a:lnTo>
                  <a:lnTo>
                    <a:pt x="1000891" y="194975"/>
                  </a:lnTo>
                  <a:lnTo>
                    <a:pt x="1003849" y="195521"/>
                  </a:lnTo>
                  <a:lnTo>
                    <a:pt x="1044582" y="202556"/>
                  </a:lnTo>
                  <a:lnTo>
                    <a:pt x="1084117" y="208353"/>
                  </a:lnTo>
                  <a:lnTo>
                    <a:pt x="1124191" y="213100"/>
                  </a:lnTo>
                  <a:lnTo>
                    <a:pt x="1166527" y="217010"/>
                  </a:lnTo>
                  <a:lnTo>
                    <a:pt x="1212215" y="220246"/>
                  </a:lnTo>
                  <a:lnTo>
                    <a:pt x="1260961" y="222902"/>
                  </a:lnTo>
                  <a:lnTo>
                    <a:pt x="1310250" y="225003"/>
                  </a:lnTo>
                  <a:lnTo>
                    <a:pt x="1355091" y="226532"/>
                  </a:lnTo>
                  <a:lnTo>
                    <a:pt x="1389474" y="227492"/>
                  </a:lnTo>
                  <a:lnTo>
                    <a:pt x="1409589" y="227960"/>
                  </a:lnTo>
                  <a:lnTo>
                    <a:pt x="1416666" y="228099"/>
                  </a:lnTo>
                  <a:lnTo>
                    <a:pt x="1417199" y="228108"/>
                  </a:lnTo>
                  <a:lnTo>
                    <a:pt x="1417199" y="195521"/>
                  </a:lnTo>
                  <a:lnTo>
                    <a:pt x="1415430" y="195490"/>
                  </a:lnTo>
                  <a:lnTo>
                    <a:pt x="1404454" y="195262"/>
                  </a:lnTo>
                  <a:lnTo>
                    <a:pt x="1379389" y="194643"/>
                  </a:lnTo>
                  <a:lnTo>
                    <a:pt x="1340875" y="193495"/>
                  </a:lnTo>
                  <a:lnTo>
                    <a:pt x="1293861" y="191771"/>
                  </a:lnTo>
                  <a:lnTo>
                    <a:pt x="1244312" y="189483"/>
                  </a:lnTo>
                  <a:lnTo>
                    <a:pt x="1196440" y="186637"/>
                  </a:lnTo>
                  <a:lnTo>
                    <a:pt x="1151935" y="183189"/>
                  </a:lnTo>
                  <a:lnTo>
                    <a:pt x="1110528" y="179018"/>
                  </a:lnTo>
                  <a:lnTo>
                    <a:pt x="1070841" y="173943"/>
                  </a:lnTo>
                  <a:lnTo>
                    <a:pt x="1031077" y="167746"/>
                  </a:lnTo>
                  <a:lnTo>
                    <a:pt x="1003849" y="162934"/>
                  </a:lnTo>
                  <a:lnTo>
                    <a:pt x="968362" y="156124"/>
                  </a:lnTo>
                  <a:lnTo>
                    <a:pt x="930745" y="148394"/>
                  </a:lnTo>
                  <a:lnTo>
                    <a:pt x="890721" y="139746"/>
                  </a:lnTo>
                  <a:lnTo>
                    <a:pt x="848295" y="130246"/>
                  </a:lnTo>
                  <a:lnTo>
                    <a:pt x="803749" y="120023"/>
                  </a:lnTo>
                  <a:lnTo>
                    <a:pt x="757614" y="109271"/>
                  </a:lnTo>
                  <a:lnTo>
                    <a:pt x="710612" y="98234"/>
                  </a:lnTo>
                  <a:lnTo>
                    <a:pt x="663574" y="87185"/>
                  </a:lnTo>
                  <a:lnTo>
                    <a:pt x="617335" y="76398"/>
                  </a:lnTo>
                  <a:lnTo>
                    <a:pt x="572629" y="66122"/>
                  </a:lnTo>
                  <a:lnTo>
                    <a:pt x="530008" y="56553"/>
                  </a:lnTo>
                  <a:lnTo>
                    <a:pt x="489774" y="47830"/>
                  </a:lnTo>
                  <a:lnTo>
                    <a:pt x="451959" y="40020"/>
                  </a:lnTo>
                  <a:lnTo>
                    <a:pt x="416308" y="33133"/>
                  </a:lnTo>
                  <a:lnTo>
                    <a:pt x="413349" y="32586"/>
                  </a:lnTo>
                  <a:lnTo>
                    <a:pt x="372617" y="25551"/>
                  </a:lnTo>
                  <a:lnTo>
                    <a:pt x="333081" y="19755"/>
                  </a:lnTo>
                  <a:lnTo>
                    <a:pt x="293007" y="15008"/>
                  </a:lnTo>
                  <a:lnTo>
                    <a:pt x="250672" y="11098"/>
                  </a:lnTo>
                  <a:lnTo>
                    <a:pt x="204984" y="7862"/>
                  </a:lnTo>
                  <a:lnTo>
                    <a:pt x="156238" y="5206"/>
                  </a:lnTo>
                  <a:lnTo>
                    <a:pt x="106949" y="3105"/>
                  </a:lnTo>
                  <a:lnTo>
                    <a:pt x="62107" y="1575"/>
                  </a:lnTo>
                  <a:lnTo>
                    <a:pt x="27725" y="616"/>
                  </a:lnTo>
                  <a:lnTo>
                    <a:pt x="7610" y="148"/>
                  </a:lnTo>
                  <a:lnTo>
                    <a:pt x="533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1449239" y="5210618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1449239" y="3190226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449239" y="3222813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1449239" y="3255400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1449239" y="3287987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449239" y="5243205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1449239" y="5275792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1449239" y="3320574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449239" y="5308379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1449239" y="3353161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449239" y="3385748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1449239" y="3418334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1449239" y="5340966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1449239" y="3450921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1449239" y="6123054"/>
              <a:ext cx="1417199" cy="228108"/>
            </a:xfrm>
            <a:custGeom>
              <a:avLst/>
              <a:pathLst>
                <a:path w="1417199" h="228108">
                  <a:moveTo>
                    <a:pt x="0" y="32586"/>
                  </a:moveTo>
                  <a:lnTo>
                    <a:pt x="1769" y="32618"/>
                  </a:lnTo>
                  <a:lnTo>
                    <a:pt x="12745" y="32846"/>
                  </a:lnTo>
                  <a:lnTo>
                    <a:pt x="37810" y="33465"/>
                  </a:lnTo>
                  <a:lnTo>
                    <a:pt x="76324" y="34612"/>
                  </a:lnTo>
                  <a:lnTo>
                    <a:pt x="123337" y="36337"/>
                  </a:lnTo>
                  <a:lnTo>
                    <a:pt x="172886" y="38625"/>
                  </a:lnTo>
                  <a:lnTo>
                    <a:pt x="220758" y="41470"/>
                  </a:lnTo>
                  <a:lnTo>
                    <a:pt x="265264" y="44919"/>
                  </a:lnTo>
                  <a:lnTo>
                    <a:pt x="306671" y="49089"/>
                  </a:lnTo>
                  <a:lnTo>
                    <a:pt x="346358" y="54165"/>
                  </a:lnTo>
                  <a:lnTo>
                    <a:pt x="386121" y="60362"/>
                  </a:lnTo>
                  <a:lnTo>
                    <a:pt x="413349" y="65173"/>
                  </a:lnTo>
                  <a:lnTo>
                    <a:pt x="448836" y="71984"/>
                  </a:lnTo>
                  <a:lnTo>
                    <a:pt x="486453" y="79714"/>
                  </a:lnTo>
                  <a:lnTo>
                    <a:pt x="526478" y="88361"/>
                  </a:lnTo>
                  <a:lnTo>
                    <a:pt x="568904" y="97862"/>
                  </a:lnTo>
                  <a:lnTo>
                    <a:pt x="613449" y="108085"/>
                  </a:lnTo>
                  <a:lnTo>
                    <a:pt x="659584" y="118837"/>
                  </a:lnTo>
                  <a:lnTo>
                    <a:pt x="706586" y="129874"/>
                  </a:lnTo>
                  <a:lnTo>
                    <a:pt x="753625" y="140923"/>
                  </a:lnTo>
                  <a:lnTo>
                    <a:pt x="799864" y="151710"/>
                  </a:lnTo>
                  <a:lnTo>
                    <a:pt x="844569" y="161986"/>
                  </a:lnTo>
                  <a:lnTo>
                    <a:pt x="887191" y="171554"/>
                  </a:lnTo>
                  <a:lnTo>
                    <a:pt x="927424" y="180278"/>
                  </a:lnTo>
                  <a:lnTo>
                    <a:pt x="965240" y="188088"/>
                  </a:lnTo>
                  <a:lnTo>
                    <a:pt x="1000891" y="194975"/>
                  </a:lnTo>
                  <a:lnTo>
                    <a:pt x="1003849" y="195521"/>
                  </a:lnTo>
                  <a:lnTo>
                    <a:pt x="1044582" y="202556"/>
                  </a:lnTo>
                  <a:lnTo>
                    <a:pt x="1084117" y="208353"/>
                  </a:lnTo>
                  <a:lnTo>
                    <a:pt x="1124191" y="213100"/>
                  </a:lnTo>
                  <a:lnTo>
                    <a:pt x="1166527" y="217010"/>
                  </a:lnTo>
                  <a:lnTo>
                    <a:pt x="1212215" y="220246"/>
                  </a:lnTo>
                  <a:lnTo>
                    <a:pt x="1260961" y="222902"/>
                  </a:lnTo>
                  <a:lnTo>
                    <a:pt x="1310250" y="225003"/>
                  </a:lnTo>
                  <a:lnTo>
                    <a:pt x="1355091" y="226532"/>
                  </a:lnTo>
                  <a:lnTo>
                    <a:pt x="1389474" y="227492"/>
                  </a:lnTo>
                  <a:lnTo>
                    <a:pt x="1409589" y="227960"/>
                  </a:lnTo>
                  <a:lnTo>
                    <a:pt x="1416666" y="228099"/>
                  </a:lnTo>
                  <a:lnTo>
                    <a:pt x="1417199" y="228108"/>
                  </a:lnTo>
                  <a:lnTo>
                    <a:pt x="1417199" y="195521"/>
                  </a:lnTo>
                  <a:lnTo>
                    <a:pt x="1415430" y="195490"/>
                  </a:lnTo>
                  <a:lnTo>
                    <a:pt x="1404454" y="195262"/>
                  </a:lnTo>
                  <a:lnTo>
                    <a:pt x="1379389" y="194643"/>
                  </a:lnTo>
                  <a:lnTo>
                    <a:pt x="1340875" y="193495"/>
                  </a:lnTo>
                  <a:lnTo>
                    <a:pt x="1293861" y="191771"/>
                  </a:lnTo>
                  <a:lnTo>
                    <a:pt x="1244312" y="189483"/>
                  </a:lnTo>
                  <a:lnTo>
                    <a:pt x="1196440" y="186637"/>
                  </a:lnTo>
                  <a:lnTo>
                    <a:pt x="1151935" y="183189"/>
                  </a:lnTo>
                  <a:lnTo>
                    <a:pt x="1110528" y="179018"/>
                  </a:lnTo>
                  <a:lnTo>
                    <a:pt x="1070841" y="173943"/>
                  </a:lnTo>
                  <a:lnTo>
                    <a:pt x="1031077" y="167746"/>
                  </a:lnTo>
                  <a:lnTo>
                    <a:pt x="1003849" y="162934"/>
                  </a:lnTo>
                  <a:lnTo>
                    <a:pt x="968362" y="156124"/>
                  </a:lnTo>
                  <a:lnTo>
                    <a:pt x="930745" y="148394"/>
                  </a:lnTo>
                  <a:lnTo>
                    <a:pt x="890721" y="139746"/>
                  </a:lnTo>
                  <a:lnTo>
                    <a:pt x="848295" y="130246"/>
                  </a:lnTo>
                  <a:lnTo>
                    <a:pt x="803749" y="120023"/>
                  </a:lnTo>
                  <a:lnTo>
                    <a:pt x="757614" y="109271"/>
                  </a:lnTo>
                  <a:lnTo>
                    <a:pt x="710612" y="98234"/>
                  </a:lnTo>
                  <a:lnTo>
                    <a:pt x="663574" y="87185"/>
                  </a:lnTo>
                  <a:lnTo>
                    <a:pt x="617335" y="76398"/>
                  </a:lnTo>
                  <a:lnTo>
                    <a:pt x="572629" y="66122"/>
                  </a:lnTo>
                  <a:lnTo>
                    <a:pt x="530008" y="56553"/>
                  </a:lnTo>
                  <a:lnTo>
                    <a:pt x="489774" y="47830"/>
                  </a:lnTo>
                  <a:lnTo>
                    <a:pt x="451959" y="40020"/>
                  </a:lnTo>
                  <a:lnTo>
                    <a:pt x="416308" y="33133"/>
                  </a:lnTo>
                  <a:lnTo>
                    <a:pt x="413349" y="32586"/>
                  </a:lnTo>
                  <a:lnTo>
                    <a:pt x="372617" y="25551"/>
                  </a:lnTo>
                  <a:lnTo>
                    <a:pt x="333081" y="19755"/>
                  </a:lnTo>
                  <a:lnTo>
                    <a:pt x="293007" y="15008"/>
                  </a:lnTo>
                  <a:lnTo>
                    <a:pt x="250672" y="11098"/>
                  </a:lnTo>
                  <a:lnTo>
                    <a:pt x="204984" y="7862"/>
                  </a:lnTo>
                  <a:lnTo>
                    <a:pt x="156238" y="5206"/>
                  </a:lnTo>
                  <a:lnTo>
                    <a:pt x="106949" y="3105"/>
                  </a:lnTo>
                  <a:lnTo>
                    <a:pt x="62107" y="1575"/>
                  </a:lnTo>
                  <a:lnTo>
                    <a:pt x="27725" y="616"/>
                  </a:lnTo>
                  <a:lnTo>
                    <a:pt x="7610" y="148"/>
                  </a:lnTo>
                  <a:lnTo>
                    <a:pt x="533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1449239" y="5373553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1449239" y="6448923"/>
              <a:ext cx="1417199" cy="228108"/>
            </a:xfrm>
            <a:custGeom>
              <a:avLst/>
              <a:pathLst>
                <a:path w="1417199" h="228108">
                  <a:moveTo>
                    <a:pt x="0" y="32586"/>
                  </a:moveTo>
                  <a:lnTo>
                    <a:pt x="1769" y="32618"/>
                  </a:lnTo>
                  <a:lnTo>
                    <a:pt x="12745" y="32846"/>
                  </a:lnTo>
                  <a:lnTo>
                    <a:pt x="37810" y="33465"/>
                  </a:lnTo>
                  <a:lnTo>
                    <a:pt x="76324" y="34612"/>
                  </a:lnTo>
                  <a:lnTo>
                    <a:pt x="123337" y="36337"/>
                  </a:lnTo>
                  <a:lnTo>
                    <a:pt x="172886" y="38625"/>
                  </a:lnTo>
                  <a:lnTo>
                    <a:pt x="220758" y="41470"/>
                  </a:lnTo>
                  <a:lnTo>
                    <a:pt x="265264" y="44919"/>
                  </a:lnTo>
                  <a:lnTo>
                    <a:pt x="306671" y="49089"/>
                  </a:lnTo>
                  <a:lnTo>
                    <a:pt x="346358" y="54165"/>
                  </a:lnTo>
                  <a:lnTo>
                    <a:pt x="386121" y="60362"/>
                  </a:lnTo>
                  <a:lnTo>
                    <a:pt x="413349" y="65173"/>
                  </a:lnTo>
                  <a:lnTo>
                    <a:pt x="448836" y="71984"/>
                  </a:lnTo>
                  <a:lnTo>
                    <a:pt x="486453" y="79714"/>
                  </a:lnTo>
                  <a:lnTo>
                    <a:pt x="526478" y="88361"/>
                  </a:lnTo>
                  <a:lnTo>
                    <a:pt x="568904" y="97862"/>
                  </a:lnTo>
                  <a:lnTo>
                    <a:pt x="613449" y="108085"/>
                  </a:lnTo>
                  <a:lnTo>
                    <a:pt x="659584" y="118837"/>
                  </a:lnTo>
                  <a:lnTo>
                    <a:pt x="706586" y="129874"/>
                  </a:lnTo>
                  <a:lnTo>
                    <a:pt x="753625" y="140923"/>
                  </a:lnTo>
                  <a:lnTo>
                    <a:pt x="799864" y="151710"/>
                  </a:lnTo>
                  <a:lnTo>
                    <a:pt x="844569" y="161986"/>
                  </a:lnTo>
                  <a:lnTo>
                    <a:pt x="887191" y="171554"/>
                  </a:lnTo>
                  <a:lnTo>
                    <a:pt x="927424" y="180278"/>
                  </a:lnTo>
                  <a:lnTo>
                    <a:pt x="965240" y="188088"/>
                  </a:lnTo>
                  <a:lnTo>
                    <a:pt x="1000891" y="194975"/>
                  </a:lnTo>
                  <a:lnTo>
                    <a:pt x="1003849" y="195521"/>
                  </a:lnTo>
                  <a:lnTo>
                    <a:pt x="1044582" y="202556"/>
                  </a:lnTo>
                  <a:lnTo>
                    <a:pt x="1084117" y="208353"/>
                  </a:lnTo>
                  <a:lnTo>
                    <a:pt x="1124191" y="213100"/>
                  </a:lnTo>
                  <a:lnTo>
                    <a:pt x="1166527" y="217010"/>
                  </a:lnTo>
                  <a:lnTo>
                    <a:pt x="1212215" y="220246"/>
                  </a:lnTo>
                  <a:lnTo>
                    <a:pt x="1260961" y="222902"/>
                  </a:lnTo>
                  <a:lnTo>
                    <a:pt x="1310250" y="225003"/>
                  </a:lnTo>
                  <a:lnTo>
                    <a:pt x="1355091" y="226532"/>
                  </a:lnTo>
                  <a:lnTo>
                    <a:pt x="1389474" y="227492"/>
                  </a:lnTo>
                  <a:lnTo>
                    <a:pt x="1409589" y="227960"/>
                  </a:lnTo>
                  <a:lnTo>
                    <a:pt x="1416666" y="228099"/>
                  </a:lnTo>
                  <a:lnTo>
                    <a:pt x="1417199" y="228108"/>
                  </a:lnTo>
                  <a:lnTo>
                    <a:pt x="1417199" y="195521"/>
                  </a:lnTo>
                  <a:lnTo>
                    <a:pt x="1415430" y="195490"/>
                  </a:lnTo>
                  <a:lnTo>
                    <a:pt x="1404454" y="195262"/>
                  </a:lnTo>
                  <a:lnTo>
                    <a:pt x="1379389" y="194643"/>
                  </a:lnTo>
                  <a:lnTo>
                    <a:pt x="1340875" y="193495"/>
                  </a:lnTo>
                  <a:lnTo>
                    <a:pt x="1293861" y="191771"/>
                  </a:lnTo>
                  <a:lnTo>
                    <a:pt x="1244312" y="189483"/>
                  </a:lnTo>
                  <a:lnTo>
                    <a:pt x="1196440" y="186637"/>
                  </a:lnTo>
                  <a:lnTo>
                    <a:pt x="1151935" y="183189"/>
                  </a:lnTo>
                  <a:lnTo>
                    <a:pt x="1110528" y="179018"/>
                  </a:lnTo>
                  <a:lnTo>
                    <a:pt x="1070841" y="173943"/>
                  </a:lnTo>
                  <a:lnTo>
                    <a:pt x="1031077" y="167746"/>
                  </a:lnTo>
                  <a:lnTo>
                    <a:pt x="1003849" y="162934"/>
                  </a:lnTo>
                  <a:lnTo>
                    <a:pt x="968362" y="156124"/>
                  </a:lnTo>
                  <a:lnTo>
                    <a:pt x="930745" y="148394"/>
                  </a:lnTo>
                  <a:lnTo>
                    <a:pt x="890721" y="139746"/>
                  </a:lnTo>
                  <a:lnTo>
                    <a:pt x="848295" y="130246"/>
                  </a:lnTo>
                  <a:lnTo>
                    <a:pt x="803749" y="120023"/>
                  </a:lnTo>
                  <a:lnTo>
                    <a:pt x="757614" y="109271"/>
                  </a:lnTo>
                  <a:lnTo>
                    <a:pt x="710612" y="98234"/>
                  </a:lnTo>
                  <a:lnTo>
                    <a:pt x="663574" y="87185"/>
                  </a:lnTo>
                  <a:lnTo>
                    <a:pt x="617335" y="76398"/>
                  </a:lnTo>
                  <a:lnTo>
                    <a:pt x="572629" y="66122"/>
                  </a:lnTo>
                  <a:lnTo>
                    <a:pt x="530008" y="56553"/>
                  </a:lnTo>
                  <a:lnTo>
                    <a:pt x="489774" y="47830"/>
                  </a:lnTo>
                  <a:lnTo>
                    <a:pt x="451959" y="40020"/>
                  </a:lnTo>
                  <a:lnTo>
                    <a:pt x="416308" y="33133"/>
                  </a:lnTo>
                  <a:lnTo>
                    <a:pt x="413349" y="32586"/>
                  </a:lnTo>
                  <a:lnTo>
                    <a:pt x="372617" y="25551"/>
                  </a:lnTo>
                  <a:lnTo>
                    <a:pt x="333081" y="19755"/>
                  </a:lnTo>
                  <a:lnTo>
                    <a:pt x="293007" y="15008"/>
                  </a:lnTo>
                  <a:lnTo>
                    <a:pt x="250672" y="11098"/>
                  </a:lnTo>
                  <a:lnTo>
                    <a:pt x="204984" y="7862"/>
                  </a:lnTo>
                  <a:lnTo>
                    <a:pt x="156238" y="5206"/>
                  </a:lnTo>
                  <a:lnTo>
                    <a:pt x="106949" y="3105"/>
                  </a:lnTo>
                  <a:lnTo>
                    <a:pt x="62107" y="1575"/>
                  </a:lnTo>
                  <a:lnTo>
                    <a:pt x="27725" y="616"/>
                  </a:lnTo>
                  <a:lnTo>
                    <a:pt x="7610" y="148"/>
                  </a:lnTo>
                  <a:lnTo>
                    <a:pt x="533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1449239" y="5406140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449239" y="6155641"/>
              <a:ext cx="1417199" cy="228108"/>
            </a:xfrm>
            <a:custGeom>
              <a:avLst/>
              <a:pathLst>
                <a:path w="1417199" h="228108">
                  <a:moveTo>
                    <a:pt x="0" y="32586"/>
                  </a:moveTo>
                  <a:lnTo>
                    <a:pt x="1769" y="32618"/>
                  </a:lnTo>
                  <a:lnTo>
                    <a:pt x="12745" y="32846"/>
                  </a:lnTo>
                  <a:lnTo>
                    <a:pt x="37810" y="33465"/>
                  </a:lnTo>
                  <a:lnTo>
                    <a:pt x="76324" y="34612"/>
                  </a:lnTo>
                  <a:lnTo>
                    <a:pt x="123337" y="36337"/>
                  </a:lnTo>
                  <a:lnTo>
                    <a:pt x="172886" y="38625"/>
                  </a:lnTo>
                  <a:lnTo>
                    <a:pt x="220758" y="41470"/>
                  </a:lnTo>
                  <a:lnTo>
                    <a:pt x="265264" y="44919"/>
                  </a:lnTo>
                  <a:lnTo>
                    <a:pt x="306671" y="49089"/>
                  </a:lnTo>
                  <a:lnTo>
                    <a:pt x="346358" y="54165"/>
                  </a:lnTo>
                  <a:lnTo>
                    <a:pt x="386121" y="60362"/>
                  </a:lnTo>
                  <a:lnTo>
                    <a:pt x="413349" y="65173"/>
                  </a:lnTo>
                  <a:lnTo>
                    <a:pt x="448836" y="71984"/>
                  </a:lnTo>
                  <a:lnTo>
                    <a:pt x="486453" y="79714"/>
                  </a:lnTo>
                  <a:lnTo>
                    <a:pt x="526478" y="88361"/>
                  </a:lnTo>
                  <a:lnTo>
                    <a:pt x="568904" y="97862"/>
                  </a:lnTo>
                  <a:lnTo>
                    <a:pt x="613449" y="108085"/>
                  </a:lnTo>
                  <a:lnTo>
                    <a:pt x="659584" y="118837"/>
                  </a:lnTo>
                  <a:lnTo>
                    <a:pt x="706586" y="129874"/>
                  </a:lnTo>
                  <a:lnTo>
                    <a:pt x="753625" y="140923"/>
                  </a:lnTo>
                  <a:lnTo>
                    <a:pt x="799864" y="151710"/>
                  </a:lnTo>
                  <a:lnTo>
                    <a:pt x="844569" y="161986"/>
                  </a:lnTo>
                  <a:lnTo>
                    <a:pt x="887191" y="171554"/>
                  </a:lnTo>
                  <a:lnTo>
                    <a:pt x="927424" y="180278"/>
                  </a:lnTo>
                  <a:lnTo>
                    <a:pt x="965240" y="188088"/>
                  </a:lnTo>
                  <a:lnTo>
                    <a:pt x="1000891" y="194975"/>
                  </a:lnTo>
                  <a:lnTo>
                    <a:pt x="1003849" y="195521"/>
                  </a:lnTo>
                  <a:lnTo>
                    <a:pt x="1044582" y="202556"/>
                  </a:lnTo>
                  <a:lnTo>
                    <a:pt x="1084117" y="208353"/>
                  </a:lnTo>
                  <a:lnTo>
                    <a:pt x="1124191" y="213100"/>
                  </a:lnTo>
                  <a:lnTo>
                    <a:pt x="1166527" y="217010"/>
                  </a:lnTo>
                  <a:lnTo>
                    <a:pt x="1212215" y="220246"/>
                  </a:lnTo>
                  <a:lnTo>
                    <a:pt x="1260961" y="222902"/>
                  </a:lnTo>
                  <a:lnTo>
                    <a:pt x="1310250" y="225003"/>
                  </a:lnTo>
                  <a:lnTo>
                    <a:pt x="1355091" y="226532"/>
                  </a:lnTo>
                  <a:lnTo>
                    <a:pt x="1389474" y="227492"/>
                  </a:lnTo>
                  <a:lnTo>
                    <a:pt x="1409589" y="227960"/>
                  </a:lnTo>
                  <a:lnTo>
                    <a:pt x="1416666" y="228099"/>
                  </a:lnTo>
                  <a:lnTo>
                    <a:pt x="1417199" y="228108"/>
                  </a:lnTo>
                  <a:lnTo>
                    <a:pt x="1417199" y="195521"/>
                  </a:lnTo>
                  <a:lnTo>
                    <a:pt x="1415430" y="195490"/>
                  </a:lnTo>
                  <a:lnTo>
                    <a:pt x="1404454" y="195262"/>
                  </a:lnTo>
                  <a:lnTo>
                    <a:pt x="1379389" y="194643"/>
                  </a:lnTo>
                  <a:lnTo>
                    <a:pt x="1340875" y="193495"/>
                  </a:lnTo>
                  <a:lnTo>
                    <a:pt x="1293861" y="191771"/>
                  </a:lnTo>
                  <a:lnTo>
                    <a:pt x="1244312" y="189483"/>
                  </a:lnTo>
                  <a:lnTo>
                    <a:pt x="1196440" y="186637"/>
                  </a:lnTo>
                  <a:lnTo>
                    <a:pt x="1151935" y="183189"/>
                  </a:lnTo>
                  <a:lnTo>
                    <a:pt x="1110528" y="179018"/>
                  </a:lnTo>
                  <a:lnTo>
                    <a:pt x="1070841" y="173943"/>
                  </a:lnTo>
                  <a:lnTo>
                    <a:pt x="1031077" y="167746"/>
                  </a:lnTo>
                  <a:lnTo>
                    <a:pt x="1003849" y="162934"/>
                  </a:lnTo>
                  <a:lnTo>
                    <a:pt x="968362" y="156124"/>
                  </a:lnTo>
                  <a:lnTo>
                    <a:pt x="930745" y="148394"/>
                  </a:lnTo>
                  <a:lnTo>
                    <a:pt x="890721" y="139746"/>
                  </a:lnTo>
                  <a:lnTo>
                    <a:pt x="848295" y="130246"/>
                  </a:lnTo>
                  <a:lnTo>
                    <a:pt x="803749" y="120023"/>
                  </a:lnTo>
                  <a:lnTo>
                    <a:pt x="757614" y="109271"/>
                  </a:lnTo>
                  <a:lnTo>
                    <a:pt x="710612" y="98234"/>
                  </a:lnTo>
                  <a:lnTo>
                    <a:pt x="663574" y="87185"/>
                  </a:lnTo>
                  <a:lnTo>
                    <a:pt x="617335" y="76398"/>
                  </a:lnTo>
                  <a:lnTo>
                    <a:pt x="572629" y="66122"/>
                  </a:lnTo>
                  <a:lnTo>
                    <a:pt x="530008" y="56553"/>
                  </a:lnTo>
                  <a:lnTo>
                    <a:pt x="489774" y="47830"/>
                  </a:lnTo>
                  <a:lnTo>
                    <a:pt x="451959" y="40020"/>
                  </a:lnTo>
                  <a:lnTo>
                    <a:pt x="416308" y="33133"/>
                  </a:lnTo>
                  <a:lnTo>
                    <a:pt x="413349" y="32586"/>
                  </a:lnTo>
                  <a:lnTo>
                    <a:pt x="372617" y="25551"/>
                  </a:lnTo>
                  <a:lnTo>
                    <a:pt x="333081" y="19755"/>
                  </a:lnTo>
                  <a:lnTo>
                    <a:pt x="293007" y="15008"/>
                  </a:lnTo>
                  <a:lnTo>
                    <a:pt x="250672" y="11098"/>
                  </a:lnTo>
                  <a:lnTo>
                    <a:pt x="204984" y="7862"/>
                  </a:lnTo>
                  <a:lnTo>
                    <a:pt x="156238" y="5206"/>
                  </a:lnTo>
                  <a:lnTo>
                    <a:pt x="106949" y="3105"/>
                  </a:lnTo>
                  <a:lnTo>
                    <a:pt x="62107" y="1575"/>
                  </a:lnTo>
                  <a:lnTo>
                    <a:pt x="27725" y="616"/>
                  </a:lnTo>
                  <a:lnTo>
                    <a:pt x="7610" y="148"/>
                  </a:lnTo>
                  <a:lnTo>
                    <a:pt x="533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449239" y="3483508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1449239" y="3516095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1449239" y="5438727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449239" y="3548682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449239" y="6188228"/>
              <a:ext cx="1417199" cy="228108"/>
            </a:xfrm>
            <a:custGeom>
              <a:avLst/>
              <a:pathLst>
                <a:path w="1417199" h="228108">
                  <a:moveTo>
                    <a:pt x="0" y="32586"/>
                  </a:moveTo>
                  <a:lnTo>
                    <a:pt x="1769" y="32618"/>
                  </a:lnTo>
                  <a:lnTo>
                    <a:pt x="12745" y="32846"/>
                  </a:lnTo>
                  <a:lnTo>
                    <a:pt x="37810" y="33465"/>
                  </a:lnTo>
                  <a:lnTo>
                    <a:pt x="76324" y="34612"/>
                  </a:lnTo>
                  <a:lnTo>
                    <a:pt x="123337" y="36337"/>
                  </a:lnTo>
                  <a:lnTo>
                    <a:pt x="172886" y="38625"/>
                  </a:lnTo>
                  <a:lnTo>
                    <a:pt x="220758" y="41470"/>
                  </a:lnTo>
                  <a:lnTo>
                    <a:pt x="265264" y="44919"/>
                  </a:lnTo>
                  <a:lnTo>
                    <a:pt x="306671" y="49089"/>
                  </a:lnTo>
                  <a:lnTo>
                    <a:pt x="346358" y="54165"/>
                  </a:lnTo>
                  <a:lnTo>
                    <a:pt x="386121" y="60362"/>
                  </a:lnTo>
                  <a:lnTo>
                    <a:pt x="413349" y="65173"/>
                  </a:lnTo>
                  <a:lnTo>
                    <a:pt x="448836" y="71984"/>
                  </a:lnTo>
                  <a:lnTo>
                    <a:pt x="486453" y="79714"/>
                  </a:lnTo>
                  <a:lnTo>
                    <a:pt x="526478" y="88361"/>
                  </a:lnTo>
                  <a:lnTo>
                    <a:pt x="568904" y="97862"/>
                  </a:lnTo>
                  <a:lnTo>
                    <a:pt x="613449" y="108085"/>
                  </a:lnTo>
                  <a:lnTo>
                    <a:pt x="659584" y="118837"/>
                  </a:lnTo>
                  <a:lnTo>
                    <a:pt x="706586" y="129874"/>
                  </a:lnTo>
                  <a:lnTo>
                    <a:pt x="753625" y="140923"/>
                  </a:lnTo>
                  <a:lnTo>
                    <a:pt x="799864" y="151710"/>
                  </a:lnTo>
                  <a:lnTo>
                    <a:pt x="844569" y="161986"/>
                  </a:lnTo>
                  <a:lnTo>
                    <a:pt x="887191" y="171554"/>
                  </a:lnTo>
                  <a:lnTo>
                    <a:pt x="927424" y="180278"/>
                  </a:lnTo>
                  <a:lnTo>
                    <a:pt x="965240" y="188088"/>
                  </a:lnTo>
                  <a:lnTo>
                    <a:pt x="1000891" y="194975"/>
                  </a:lnTo>
                  <a:lnTo>
                    <a:pt x="1003849" y="195521"/>
                  </a:lnTo>
                  <a:lnTo>
                    <a:pt x="1044582" y="202556"/>
                  </a:lnTo>
                  <a:lnTo>
                    <a:pt x="1084117" y="208353"/>
                  </a:lnTo>
                  <a:lnTo>
                    <a:pt x="1124191" y="213100"/>
                  </a:lnTo>
                  <a:lnTo>
                    <a:pt x="1166527" y="217010"/>
                  </a:lnTo>
                  <a:lnTo>
                    <a:pt x="1212215" y="220246"/>
                  </a:lnTo>
                  <a:lnTo>
                    <a:pt x="1260961" y="222902"/>
                  </a:lnTo>
                  <a:lnTo>
                    <a:pt x="1310250" y="225003"/>
                  </a:lnTo>
                  <a:lnTo>
                    <a:pt x="1355091" y="226532"/>
                  </a:lnTo>
                  <a:lnTo>
                    <a:pt x="1389474" y="227492"/>
                  </a:lnTo>
                  <a:lnTo>
                    <a:pt x="1409589" y="227960"/>
                  </a:lnTo>
                  <a:lnTo>
                    <a:pt x="1416666" y="228099"/>
                  </a:lnTo>
                  <a:lnTo>
                    <a:pt x="1417199" y="228108"/>
                  </a:lnTo>
                  <a:lnTo>
                    <a:pt x="1417199" y="195521"/>
                  </a:lnTo>
                  <a:lnTo>
                    <a:pt x="1415430" y="195490"/>
                  </a:lnTo>
                  <a:lnTo>
                    <a:pt x="1404454" y="195262"/>
                  </a:lnTo>
                  <a:lnTo>
                    <a:pt x="1379389" y="194643"/>
                  </a:lnTo>
                  <a:lnTo>
                    <a:pt x="1340875" y="193495"/>
                  </a:lnTo>
                  <a:lnTo>
                    <a:pt x="1293861" y="191771"/>
                  </a:lnTo>
                  <a:lnTo>
                    <a:pt x="1244312" y="189483"/>
                  </a:lnTo>
                  <a:lnTo>
                    <a:pt x="1196440" y="186637"/>
                  </a:lnTo>
                  <a:lnTo>
                    <a:pt x="1151935" y="183189"/>
                  </a:lnTo>
                  <a:lnTo>
                    <a:pt x="1110528" y="179018"/>
                  </a:lnTo>
                  <a:lnTo>
                    <a:pt x="1070841" y="173943"/>
                  </a:lnTo>
                  <a:lnTo>
                    <a:pt x="1031077" y="167746"/>
                  </a:lnTo>
                  <a:lnTo>
                    <a:pt x="1003849" y="162934"/>
                  </a:lnTo>
                  <a:lnTo>
                    <a:pt x="968362" y="156124"/>
                  </a:lnTo>
                  <a:lnTo>
                    <a:pt x="930745" y="148394"/>
                  </a:lnTo>
                  <a:lnTo>
                    <a:pt x="890721" y="139746"/>
                  </a:lnTo>
                  <a:lnTo>
                    <a:pt x="848295" y="130246"/>
                  </a:lnTo>
                  <a:lnTo>
                    <a:pt x="803749" y="120023"/>
                  </a:lnTo>
                  <a:lnTo>
                    <a:pt x="757614" y="109271"/>
                  </a:lnTo>
                  <a:lnTo>
                    <a:pt x="710612" y="98234"/>
                  </a:lnTo>
                  <a:lnTo>
                    <a:pt x="663574" y="87185"/>
                  </a:lnTo>
                  <a:lnTo>
                    <a:pt x="617335" y="76398"/>
                  </a:lnTo>
                  <a:lnTo>
                    <a:pt x="572629" y="66122"/>
                  </a:lnTo>
                  <a:lnTo>
                    <a:pt x="530008" y="56553"/>
                  </a:lnTo>
                  <a:lnTo>
                    <a:pt x="489774" y="47830"/>
                  </a:lnTo>
                  <a:lnTo>
                    <a:pt x="451959" y="40020"/>
                  </a:lnTo>
                  <a:lnTo>
                    <a:pt x="416308" y="33133"/>
                  </a:lnTo>
                  <a:lnTo>
                    <a:pt x="413349" y="32586"/>
                  </a:lnTo>
                  <a:lnTo>
                    <a:pt x="372617" y="25551"/>
                  </a:lnTo>
                  <a:lnTo>
                    <a:pt x="333081" y="19755"/>
                  </a:lnTo>
                  <a:lnTo>
                    <a:pt x="293007" y="15008"/>
                  </a:lnTo>
                  <a:lnTo>
                    <a:pt x="250672" y="11098"/>
                  </a:lnTo>
                  <a:lnTo>
                    <a:pt x="204984" y="7862"/>
                  </a:lnTo>
                  <a:lnTo>
                    <a:pt x="156238" y="5206"/>
                  </a:lnTo>
                  <a:lnTo>
                    <a:pt x="106949" y="3105"/>
                  </a:lnTo>
                  <a:lnTo>
                    <a:pt x="62107" y="1575"/>
                  </a:lnTo>
                  <a:lnTo>
                    <a:pt x="27725" y="616"/>
                  </a:lnTo>
                  <a:lnTo>
                    <a:pt x="7610" y="148"/>
                  </a:lnTo>
                  <a:lnTo>
                    <a:pt x="533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1449239" y="3581269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1449239" y="3613856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1449239" y="3646443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1449239" y="3679030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1449239" y="3711617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1449239" y="3744204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1449239" y="3776791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1449239" y="3809378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1449239" y="3841965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1449239" y="3874552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1449239" y="6220815"/>
              <a:ext cx="1417199" cy="228108"/>
            </a:xfrm>
            <a:custGeom>
              <a:avLst/>
              <a:pathLst>
                <a:path w="1417199" h="228108">
                  <a:moveTo>
                    <a:pt x="0" y="32586"/>
                  </a:moveTo>
                  <a:lnTo>
                    <a:pt x="1769" y="32618"/>
                  </a:lnTo>
                  <a:lnTo>
                    <a:pt x="12745" y="32846"/>
                  </a:lnTo>
                  <a:lnTo>
                    <a:pt x="37810" y="33465"/>
                  </a:lnTo>
                  <a:lnTo>
                    <a:pt x="76324" y="34612"/>
                  </a:lnTo>
                  <a:lnTo>
                    <a:pt x="123337" y="36337"/>
                  </a:lnTo>
                  <a:lnTo>
                    <a:pt x="172886" y="38625"/>
                  </a:lnTo>
                  <a:lnTo>
                    <a:pt x="220758" y="41470"/>
                  </a:lnTo>
                  <a:lnTo>
                    <a:pt x="265264" y="44919"/>
                  </a:lnTo>
                  <a:lnTo>
                    <a:pt x="306671" y="49089"/>
                  </a:lnTo>
                  <a:lnTo>
                    <a:pt x="346358" y="54165"/>
                  </a:lnTo>
                  <a:lnTo>
                    <a:pt x="386121" y="60362"/>
                  </a:lnTo>
                  <a:lnTo>
                    <a:pt x="413349" y="65173"/>
                  </a:lnTo>
                  <a:lnTo>
                    <a:pt x="448836" y="71984"/>
                  </a:lnTo>
                  <a:lnTo>
                    <a:pt x="486453" y="79714"/>
                  </a:lnTo>
                  <a:lnTo>
                    <a:pt x="526478" y="88361"/>
                  </a:lnTo>
                  <a:lnTo>
                    <a:pt x="568904" y="97862"/>
                  </a:lnTo>
                  <a:lnTo>
                    <a:pt x="613449" y="108085"/>
                  </a:lnTo>
                  <a:lnTo>
                    <a:pt x="659584" y="118837"/>
                  </a:lnTo>
                  <a:lnTo>
                    <a:pt x="706586" y="129874"/>
                  </a:lnTo>
                  <a:lnTo>
                    <a:pt x="753625" y="140923"/>
                  </a:lnTo>
                  <a:lnTo>
                    <a:pt x="799864" y="151710"/>
                  </a:lnTo>
                  <a:lnTo>
                    <a:pt x="844569" y="161986"/>
                  </a:lnTo>
                  <a:lnTo>
                    <a:pt x="887191" y="171554"/>
                  </a:lnTo>
                  <a:lnTo>
                    <a:pt x="927424" y="180278"/>
                  </a:lnTo>
                  <a:lnTo>
                    <a:pt x="965240" y="188088"/>
                  </a:lnTo>
                  <a:lnTo>
                    <a:pt x="1000891" y="194975"/>
                  </a:lnTo>
                  <a:lnTo>
                    <a:pt x="1003849" y="195521"/>
                  </a:lnTo>
                  <a:lnTo>
                    <a:pt x="1044582" y="202556"/>
                  </a:lnTo>
                  <a:lnTo>
                    <a:pt x="1084117" y="208353"/>
                  </a:lnTo>
                  <a:lnTo>
                    <a:pt x="1124191" y="213100"/>
                  </a:lnTo>
                  <a:lnTo>
                    <a:pt x="1166527" y="217010"/>
                  </a:lnTo>
                  <a:lnTo>
                    <a:pt x="1212215" y="220246"/>
                  </a:lnTo>
                  <a:lnTo>
                    <a:pt x="1260961" y="222902"/>
                  </a:lnTo>
                  <a:lnTo>
                    <a:pt x="1310250" y="225003"/>
                  </a:lnTo>
                  <a:lnTo>
                    <a:pt x="1355091" y="226532"/>
                  </a:lnTo>
                  <a:lnTo>
                    <a:pt x="1389474" y="227492"/>
                  </a:lnTo>
                  <a:lnTo>
                    <a:pt x="1409589" y="227960"/>
                  </a:lnTo>
                  <a:lnTo>
                    <a:pt x="1416666" y="228099"/>
                  </a:lnTo>
                  <a:lnTo>
                    <a:pt x="1417199" y="228108"/>
                  </a:lnTo>
                  <a:lnTo>
                    <a:pt x="1417199" y="195521"/>
                  </a:lnTo>
                  <a:lnTo>
                    <a:pt x="1415430" y="195490"/>
                  </a:lnTo>
                  <a:lnTo>
                    <a:pt x="1404454" y="195262"/>
                  </a:lnTo>
                  <a:lnTo>
                    <a:pt x="1379389" y="194643"/>
                  </a:lnTo>
                  <a:lnTo>
                    <a:pt x="1340875" y="193495"/>
                  </a:lnTo>
                  <a:lnTo>
                    <a:pt x="1293861" y="191771"/>
                  </a:lnTo>
                  <a:lnTo>
                    <a:pt x="1244312" y="189483"/>
                  </a:lnTo>
                  <a:lnTo>
                    <a:pt x="1196440" y="186637"/>
                  </a:lnTo>
                  <a:lnTo>
                    <a:pt x="1151935" y="183189"/>
                  </a:lnTo>
                  <a:lnTo>
                    <a:pt x="1110528" y="179018"/>
                  </a:lnTo>
                  <a:lnTo>
                    <a:pt x="1070841" y="173943"/>
                  </a:lnTo>
                  <a:lnTo>
                    <a:pt x="1031077" y="167746"/>
                  </a:lnTo>
                  <a:lnTo>
                    <a:pt x="1003849" y="162934"/>
                  </a:lnTo>
                  <a:lnTo>
                    <a:pt x="968362" y="156124"/>
                  </a:lnTo>
                  <a:lnTo>
                    <a:pt x="930745" y="148394"/>
                  </a:lnTo>
                  <a:lnTo>
                    <a:pt x="890721" y="139746"/>
                  </a:lnTo>
                  <a:lnTo>
                    <a:pt x="848295" y="130246"/>
                  </a:lnTo>
                  <a:lnTo>
                    <a:pt x="803749" y="120023"/>
                  </a:lnTo>
                  <a:lnTo>
                    <a:pt x="757614" y="109271"/>
                  </a:lnTo>
                  <a:lnTo>
                    <a:pt x="710612" y="98234"/>
                  </a:lnTo>
                  <a:lnTo>
                    <a:pt x="663574" y="87185"/>
                  </a:lnTo>
                  <a:lnTo>
                    <a:pt x="617335" y="76398"/>
                  </a:lnTo>
                  <a:lnTo>
                    <a:pt x="572629" y="66122"/>
                  </a:lnTo>
                  <a:lnTo>
                    <a:pt x="530008" y="56553"/>
                  </a:lnTo>
                  <a:lnTo>
                    <a:pt x="489774" y="47830"/>
                  </a:lnTo>
                  <a:lnTo>
                    <a:pt x="451959" y="40020"/>
                  </a:lnTo>
                  <a:lnTo>
                    <a:pt x="416308" y="33133"/>
                  </a:lnTo>
                  <a:lnTo>
                    <a:pt x="413349" y="32586"/>
                  </a:lnTo>
                  <a:lnTo>
                    <a:pt x="372617" y="25551"/>
                  </a:lnTo>
                  <a:lnTo>
                    <a:pt x="333081" y="19755"/>
                  </a:lnTo>
                  <a:lnTo>
                    <a:pt x="293007" y="15008"/>
                  </a:lnTo>
                  <a:lnTo>
                    <a:pt x="250672" y="11098"/>
                  </a:lnTo>
                  <a:lnTo>
                    <a:pt x="204984" y="7862"/>
                  </a:lnTo>
                  <a:lnTo>
                    <a:pt x="156238" y="5206"/>
                  </a:lnTo>
                  <a:lnTo>
                    <a:pt x="106949" y="3105"/>
                  </a:lnTo>
                  <a:lnTo>
                    <a:pt x="62107" y="1575"/>
                  </a:lnTo>
                  <a:lnTo>
                    <a:pt x="27725" y="616"/>
                  </a:lnTo>
                  <a:lnTo>
                    <a:pt x="7610" y="148"/>
                  </a:lnTo>
                  <a:lnTo>
                    <a:pt x="533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1449239" y="3907139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1449239" y="5471314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1449239" y="3939726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449239" y="3972313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1449239" y="6481510"/>
              <a:ext cx="1417199" cy="228108"/>
            </a:xfrm>
            <a:custGeom>
              <a:avLst/>
              <a:pathLst>
                <a:path w="1417199" h="228108">
                  <a:moveTo>
                    <a:pt x="0" y="32586"/>
                  </a:moveTo>
                  <a:lnTo>
                    <a:pt x="1769" y="32618"/>
                  </a:lnTo>
                  <a:lnTo>
                    <a:pt x="12745" y="32846"/>
                  </a:lnTo>
                  <a:lnTo>
                    <a:pt x="37810" y="33465"/>
                  </a:lnTo>
                  <a:lnTo>
                    <a:pt x="76324" y="34612"/>
                  </a:lnTo>
                  <a:lnTo>
                    <a:pt x="123337" y="36337"/>
                  </a:lnTo>
                  <a:lnTo>
                    <a:pt x="172886" y="38625"/>
                  </a:lnTo>
                  <a:lnTo>
                    <a:pt x="220758" y="41470"/>
                  </a:lnTo>
                  <a:lnTo>
                    <a:pt x="265264" y="44919"/>
                  </a:lnTo>
                  <a:lnTo>
                    <a:pt x="306671" y="49089"/>
                  </a:lnTo>
                  <a:lnTo>
                    <a:pt x="346358" y="54165"/>
                  </a:lnTo>
                  <a:lnTo>
                    <a:pt x="386121" y="60362"/>
                  </a:lnTo>
                  <a:lnTo>
                    <a:pt x="413349" y="65173"/>
                  </a:lnTo>
                  <a:lnTo>
                    <a:pt x="448836" y="71984"/>
                  </a:lnTo>
                  <a:lnTo>
                    <a:pt x="486453" y="79714"/>
                  </a:lnTo>
                  <a:lnTo>
                    <a:pt x="526478" y="88361"/>
                  </a:lnTo>
                  <a:lnTo>
                    <a:pt x="568904" y="97862"/>
                  </a:lnTo>
                  <a:lnTo>
                    <a:pt x="613449" y="108085"/>
                  </a:lnTo>
                  <a:lnTo>
                    <a:pt x="659584" y="118837"/>
                  </a:lnTo>
                  <a:lnTo>
                    <a:pt x="706586" y="129874"/>
                  </a:lnTo>
                  <a:lnTo>
                    <a:pt x="753625" y="140923"/>
                  </a:lnTo>
                  <a:lnTo>
                    <a:pt x="799864" y="151710"/>
                  </a:lnTo>
                  <a:lnTo>
                    <a:pt x="844569" y="161986"/>
                  </a:lnTo>
                  <a:lnTo>
                    <a:pt x="887191" y="171554"/>
                  </a:lnTo>
                  <a:lnTo>
                    <a:pt x="927424" y="180278"/>
                  </a:lnTo>
                  <a:lnTo>
                    <a:pt x="965240" y="188088"/>
                  </a:lnTo>
                  <a:lnTo>
                    <a:pt x="1000891" y="194975"/>
                  </a:lnTo>
                  <a:lnTo>
                    <a:pt x="1003849" y="195521"/>
                  </a:lnTo>
                  <a:lnTo>
                    <a:pt x="1044582" y="202556"/>
                  </a:lnTo>
                  <a:lnTo>
                    <a:pt x="1084117" y="208353"/>
                  </a:lnTo>
                  <a:lnTo>
                    <a:pt x="1124191" y="213100"/>
                  </a:lnTo>
                  <a:lnTo>
                    <a:pt x="1166527" y="217010"/>
                  </a:lnTo>
                  <a:lnTo>
                    <a:pt x="1212215" y="220246"/>
                  </a:lnTo>
                  <a:lnTo>
                    <a:pt x="1260961" y="222902"/>
                  </a:lnTo>
                  <a:lnTo>
                    <a:pt x="1310250" y="225003"/>
                  </a:lnTo>
                  <a:lnTo>
                    <a:pt x="1355091" y="226532"/>
                  </a:lnTo>
                  <a:lnTo>
                    <a:pt x="1389474" y="227492"/>
                  </a:lnTo>
                  <a:lnTo>
                    <a:pt x="1409589" y="227960"/>
                  </a:lnTo>
                  <a:lnTo>
                    <a:pt x="1416666" y="228099"/>
                  </a:lnTo>
                  <a:lnTo>
                    <a:pt x="1417199" y="228108"/>
                  </a:lnTo>
                  <a:lnTo>
                    <a:pt x="1417199" y="195521"/>
                  </a:lnTo>
                  <a:lnTo>
                    <a:pt x="1415430" y="195490"/>
                  </a:lnTo>
                  <a:lnTo>
                    <a:pt x="1404454" y="195262"/>
                  </a:lnTo>
                  <a:lnTo>
                    <a:pt x="1379389" y="194643"/>
                  </a:lnTo>
                  <a:lnTo>
                    <a:pt x="1340875" y="193495"/>
                  </a:lnTo>
                  <a:lnTo>
                    <a:pt x="1293861" y="191771"/>
                  </a:lnTo>
                  <a:lnTo>
                    <a:pt x="1244312" y="189483"/>
                  </a:lnTo>
                  <a:lnTo>
                    <a:pt x="1196440" y="186637"/>
                  </a:lnTo>
                  <a:lnTo>
                    <a:pt x="1151935" y="183189"/>
                  </a:lnTo>
                  <a:lnTo>
                    <a:pt x="1110528" y="179018"/>
                  </a:lnTo>
                  <a:lnTo>
                    <a:pt x="1070841" y="173943"/>
                  </a:lnTo>
                  <a:lnTo>
                    <a:pt x="1031077" y="167746"/>
                  </a:lnTo>
                  <a:lnTo>
                    <a:pt x="1003849" y="162934"/>
                  </a:lnTo>
                  <a:lnTo>
                    <a:pt x="968362" y="156124"/>
                  </a:lnTo>
                  <a:lnTo>
                    <a:pt x="930745" y="148394"/>
                  </a:lnTo>
                  <a:lnTo>
                    <a:pt x="890721" y="139746"/>
                  </a:lnTo>
                  <a:lnTo>
                    <a:pt x="848295" y="130246"/>
                  </a:lnTo>
                  <a:lnTo>
                    <a:pt x="803749" y="120023"/>
                  </a:lnTo>
                  <a:lnTo>
                    <a:pt x="757614" y="109271"/>
                  </a:lnTo>
                  <a:lnTo>
                    <a:pt x="710612" y="98234"/>
                  </a:lnTo>
                  <a:lnTo>
                    <a:pt x="663574" y="87185"/>
                  </a:lnTo>
                  <a:lnTo>
                    <a:pt x="617335" y="76398"/>
                  </a:lnTo>
                  <a:lnTo>
                    <a:pt x="572629" y="66122"/>
                  </a:lnTo>
                  <a:lnTo>
                    <a:pt x="530008" y="56553"/>
                  </a:lnTo>
                  <a:lnTo>
                    <a:pt x="489774" y="47830"/>
                  </a:lnTo>
                  <a:lnTo>
                    <a:pt x="451959" y="40020"/>
                  </a:lnTo>
                  <a:lnTo>
                    <a:pt x="416308" y="33133"/>
                  </a:lnTo>
                  <a:lnTo>
                    <a:pt x="413349" y="32586"/>
                  </a:lnTo>
                  <a:lnTo>
                    <a:pt x="372617" y="25551"/>
                  </a:lnTo>
                  <a:lnTo>
                    <a:pt x="333081" y="19755"/>
                  </a:lnTo>
                  <a:lnTo>
                    <a:pt x="293007" y="15008"/>
                  </a:lnTo>
                  <a:lnTo>
                    <a:pt x="250672" y="11098"/>
                  </a:lnTo>
                  <a:lnTo>
                    <a:pt x="204984" y="7862"/>
                  </a:lnTo>
                  <a:lnTo>
                    <a:pt x="156238" y="5206"/>
                  </a:lnTo>
                  <a:lnTo>
                    <a:pt x="106949" y="3105"/>
                  </a:lnTo>
                  <a:lnTo>
                    <a:pt x="62107" y="1575"/>
                  </a:lnTo>
                  <a:lnTo>
                    <a:pt x="27725" y="616"/>
                  </a:lnTo>
                  <a:lnTo>
                    <a:pt x="7610" y="148"/>
                  </a:lnTo>
                  <a:lnTo>
                    <a:pt x="533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1449239" y="5503901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1449239" y="5536488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1449239" y="5569075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1449239" y="4004900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1449239" y="4037487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1449239" y="4070074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1449239" y="4102661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1449239" y="4135248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1449239" y="5601662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1449239" y="5634249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1449239" y="4167835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1449239" y="4200422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1449239" y="4233009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1449239" y="4265596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1449239" y="4298183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1449239" y="5666836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1449239" y="4330770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1449239" y="5699423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1449239" y="5732010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1449239" y="6253402"/>
              <a:ext cx="1417199" cy="228108"/>
            </a:xfrm>
            <a:custGeom>
              <a:avLst/>
              <a:pathLst>
                <a:path w="1417199" h="228108">
                  <a:moveTo>
                    <a:pt x="0" y="32586"/>
                  </a:moveTo>
                  <a:lnTo>
                    <a:pt x="1769" y="32618"/>
                  </a:lnTo>
                  <a:lnTo>
                    <a:pt x="12745" y="32846"/>
                  </a:lnTo>
                  <a:lnTo>
                    <a:pt x="37810" y="33465"/>
                  </a:lnTo>
                  <a:lnTo>
                    <a:pt x="76324" y="34612"/>
                  </a:lnTo>
                  <a:lnTo>
                    <a:pt x="123337" y="36337"/>
                  </a:lnTo>
                  <a:lnTo>
                    <a:pt x="172886" y="38625"/>
                  </a:lnTo>
                  <a:lnTo>
                    <a:pt x="220758" y="41470"/>
                  </a:lnTo>
                  <a:lnTo>
                    <a:pt x="265264" y="44919"/>
                  </a:lnTo>
                  <a:lnTo>
                    <a:pt x="306671" y="49089"/>
                  </a:lnTo>
                  <a:lnTo>
                    <a:pt x="346358" y="54165"/>
                  </a:lnTo>
                  <a:lnTo>
                    <a:pt x="386121" y="60362"/>
                  </a:lnTo>
                  <a:lnTo>
                    <a:pt x="413349" y="65173"/>
                  </a:lnTo>
                  <a:lnTo>
                    <a:pt x="448836" y="71984"/>
                  </a:lnTo>
                  <a:lnTo>
                    <a:pt x="486453" y="79714"/>
                  </a:lnTo>
                  <a:lnTo>
                    <a:pt x="526478" y="88361"/>
                  </a:lnTo>
                  <a:lnTo>
                    <a:pt x="568904" y="97862"/>
                  </a:lnTo>
                  <a:lnTo>
                    <a:pt x="613449" y="108085"/>
                  </a:lnTo>
                  <a:lnTo>
                    <a:pt x="659584" y="118837"/>
                  </a:lnTo>
                  <a:lnTo>
                    <a:pt x="706586" y="129874"/>
                  </a:lnTo>
                  <a:lnTo>
                    <a:pt x="753625" y="140923"/>
                  </a:lnTo>
                  <a:lnTo>
                    <a:pt x="799864" y="151710"/>
                  </a:lnTo>
                  <a:lnTo>
                    <a:pt x="844569" y="161986"/>
                  </a:lnTo>
                  <a:lnTo>
                    <a:pt x="887191" y="171554"/>
                  </a:lnTo>
                  <a:lnTo>
                    <a:pt x="927424" y="180278"/>
                  </a:lnTo>
                  <a:lnTo>
                    <a:pt x="965240" y="188088"/>
                  </a:lnTo>
                  <a:lnTo>
                    <a:pt x="1000891" y="194975"/>
                  </a:lnTo>
                  <a:lnTo>
                    <a:pt x="1003849" y="195521"/>
                  </a:lnTo>
                  <a:lnTo>
                    <a:pt x="1044582" y="202556"/>
                  </a:lnTo>
                  <a:lnTo>
                    <a:pt x="1084117" y="208353"/>
                  </a:lnTo>
                  <a:lnTo>
                    <a:pt x="1124191" y="213100"/>
                  </a:lnTo>
                  <a:lnTo>
                    <a:pt x="1166527" y="217010"/>
                  </a:lnTo>
                  <a:lnTo>
                    <a:pt x="1212215" y="220246"/>
                  </a:lnTo>
                  <a:lnTo>
                    <a:pt x="1260961" y="222902"/>
                  </a:lnTo>
                  <a:lnTo>
                    <a:pt x="1310250" y="225003"/>
                  </a:lnTo>
                  <a:lnTo>
                    <a:pt x="1355091" y="226532"/>
                  </a:lnTo>
                  <a:lnTo>
                    <a:pt x="1389474" y="227492"/>
                  </a:lnTo>
                  <a:lnTo>
                    <a:pt x="1409589" y="227960"/>
                  </a:lnTo>
                  <a:lnTo>
                    <a:pt x="1416666" y="228099"/>
                  </a:lnTo>
                  <a:lnTo>
                    <a:pt x="1417199" y="228108"/>
                  </a:lnTo>
                  <a:lnTo>
                    <a:pt x="1417199" y="195521"/>
                  </a:lnTo>
                  <a:lnTo>
                    <a:pt x="1415430" y="195490"/>
                  </a:lnTo>
                  <a:lnTo>
                    <a:pt x="1404454" y="195262"/>
                  </a:lnTo>
                  <a:lnTo>
                    <a:pt x="1379389" y="194643"/>
                  </a:lnTo>
                  <a:lnTo>
                    <a:pt x="1340875" y="193495"/>
                  </a:lnTo>
                  <a:lnTo>
                    <a:pt x="1293861" y="191771"/>
                  </a:lnTo>
                  <a:lnTo>
                    <a:pt x="1244312" y="189483"/>
                  </a:lnTo>
                  <a:lnTo>
                    <a:pt x="1196440" y="186637"/>
                  </a:lnTo>
                  <a:lnTo>
                    <a:pt x="1151935" y="183189"/>
                  </a:lnTo>
                  <a:lnTo>
                    <a:pt x="1110528" y="179018"/>
                  </a:lnTo>
                  <a:lnTo>
                    <a:pt x="1070841" y="173943"/>
                  </a:lnTo>
                  <a:lnTo>
                    <a:pt x="1031077" y="167746"/>
                  </a:lnTo>
                  <a:lnTo>
                    <a:pt x="1003849" y="162934"/>
                  </a:lnTo>
                  <a:lnTo>
                    <a:pt x="968362" y="156124"/>
                  </a:lnTo>
                  <a:lnTo>
                    <a:pt x="930745" y="148394"/>
                  </a:lnTo>
                  <a:lnTo>
                    <a:pt x="890721" y="139746"/>
                  </a:lnTo>
                  <a:lnTo>
                    <a:pt x="848295" y="130246"/>
                  </a:lnTo>
                  <a:lnTo>
                    <a:pt x="803749" y="120023"/>
                  </a:lnTo>
                  <a:lnTo>
                    <a:pt x="757614" y="109271"/>
                  </a:lnTo>
                  <a:lnTo>
                    <a:pt x="710612" y="98234"/>
                  </a:lnTo>
                  <a:lnTo>
                    <a:pt x="663574" y="87185"/>
                  </a:lnTo>
                  <a:lnTo>
                    <a:pt x="617335" y="76398"/>
                  </a:lnTo>
                  <a:lnTo>
                    <a:pt x="572629" y="66122"/>
                  </a:lnTo>
                  <a:lnTo>
                    <a:pt x="530008" y="56553"/>
                  </a:lnTo>
                  <a:lnTo>
                    <a:pt x="489774" y="47830"/>
                  </a:lnTo>
                  <a:lnTo>
                    <a:pt x="451959" y="40020"/>
                  </a:lnTo>
                  <a:lnTo>
                    <a:pt x="416308" y="33133"/>
                  </a:lnTo>
                  <a:lnTo>
                    <a:pt x="413349" y="32586"/>
                  </a:lnTo>
                  <a:lnTo>
                    <a:pt x="372617" y="25551"/>
                  </a:lnTo>
                  <a:lnTo>
                    <a:pt x="333081" y="19755"/>
                  </a:lnTo>
                  <a:lnTo>
                    <a:pt x="293007" y="15008"/>
                  </a:lnTo>
                  <a:lnTo>
                    <a:pt x="250672" y="11098"/>
                  </a:lnTo>
                  <a:lnTo>
                    <a:pt x="204984" y="7862"/>
                  </a:lnTo>
                  <a:lnTo>
                    <a:pt x="156238" y="5206"/>
                  </a:lnTo>
                  <a:lnTo>
                    <a:pt x="106949" y="3105"/>
                  </a:lnTo>
                  <a:lnTo>
                    <a:pt x="62107" y="1575"/>
                  </a:lnTo>
                  <a:lnTo>
                    <a:pt x="27725" y="616"/>
                  </a:lnTo>
                  <a:lnTo>
                    <a:pt x="7610" y="148"/>
                  </a:lnTo>
                  <a:lnTo>
                    <a:pt x="533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1449239" y="6514097"/>
              <a:ext cx="1417199" cy="228108"/>
            </a:xfrm>
            <a:custGeom>
              <a:avLst/>
              <a:pathLst>
                <a:path w="1417199" h="228108">
                  <a:moveTo>
                    <a:pt x="0" y="32586"/>
                  </a:moveTo>
                  <a:lnTo>
                    <a:pt x="1769" y="32618"/>
                  </a:lnTo>
                  <a:lnTo>
                    <a:pt x="12745" y="32846"/>
                  </a:lnTo>
                  <a:lnTo>
                    <a:pt x="37810" y="33465"/>
                  </a:lnTo>
                  <a:lnTo>
                    <a:pt x="76324" y="34612"/>
                  </a:lnTo>
                  <a:lnTo>
                    <a:pt x="123337" y="36337"/>
                  </a:lnTo>
                  <a:lnTo>
                    <a:pt x="172886" y="38625"/>
                  </a:lnTo>
                  <a:lnTo>
                    <a:pt x="220758" y="41470"/>
                  </a:lnTo>
                  <a:lnTo>
                    <a:pt x="265264" y="44919"/>
                  </a:lnTo>
                  <a:lnTo>
                    <a:pt x="306671" y="49089"/>
                  </a:lnTo>
                  <a:lnTo>
                    <a:pt x="346358" y="54165"/>
                  </a:lnTo>
                  <a:lnTo>
                    <a:pt x="386121" y="60362"/>
                  </a:lnTo>
                  <a:lnTo>
                    <a:pt x="413349" y="65173"/>
                  </a:lnTo>
                  <a:lnTo>
                    <a:pt x="448836" y="71984"/>
                  </a:lnTo>
                  <a:lnTo>
                    <a:pt x="486453" y="79714"/>
                  </a:lnTo>
                  <a:lnTo>
                    <a:pt x="526478" y="88361"/>
                  </a:lnTo>
                  <a:lnTo>
                    <a:pt x="568904" y="97862"/>
                  </a:lnTo>
                  <a:lnTo>
                    <a:pt x="613449" y="108085"/>
                  </a:lnTo>
                  <a:lnTo>
                    <a:pt x="659584" y="118837"/>
                  </a:lnTo>
                  <a:lnTo>
                    <a:pt x="706586" y="129874"/>
                  </a:lnTo>
                  <a:lnTo>
                    <a:pt x="753625" y="140923"/>
                  </a:lnTo>
                  <a:lnTo>
                    <a:pt x="799864" y="151710"/>
                  </a:lnTo>
                  <a:lnTo>
                    <a:pt x="844569" y="161986"/>
                  </a:lnTo>
                  <a:lnTo>
                    <a:pt x="887191" y="171554"/>
                  </a:lnTo>
                  <a:lnTo>
                    <a:pt x="927424" y="180278"/>
                  </a:lnTo>
                  <a:lnTo>
                    <a:pt x="965240" y="188088"/>
                  </a:lnTo>
                  <a:lnTo>
                    <a:pt x="1000891" y="194975"/>
                  </a:lnTo>
                  <a:lnTo>
                    <a:pt x="1003849" y="195521"/>
                  </a:lnTo>
                  <a:lnTo>
                    <a:pt x="1044582" y="202556"/>
                  </a:lnTo>
                  <a:lnTo>
                    <a:pt x="1084117" y="208353"/>
                  </a:lnTo>
                  <a:lnTo>
                    <a:pt x="1124191" y="213100"/>
                  </a:lnTo>
                  <a:lnTo>
                    <a:pt x="1166527" y="217010"/>
                  </a:lnTo>
                  <a:lnTo>
                    <a:pt x="1212215" y="220246"/>
                  </a:lnTo>
                  <a:lnTo>
                    <a:pt x="1260961" y="222902"/>
                  </a:lnTo>
                  <a:lnTo>
                    <a:pt x="1310250" y="225003"/>
                  </a:lnTo>
                  <a:lnTo>
                    <a:pt x="1355091" y="226532"/>
                  </a:lnTo>
                  <a:lnTo>
                    <a:pt x="1389474" y="227492"/>
                  </a:lnTo>
                  <a:lnTo>
                    <a:pt x="1409589" y="227960"/>
                  </a:lnTo>
                  <a:lnTo>
                    <a:pt x="1416666" y="228099"/>
                  </a:lnTo>
                  <a:lnTo>
                    <a:pt x="1417199" y="228108"/>
                  </a:lnTo>
                  <a:lnTo>
                    <a:pt x="1417199" y="195521"/>
                  </a:lnTo>
                  <a:lnTo>
                    <a:pt x="1415430" y="195490"/>
                  </a:lnTo>
                  <a:lnTo>
                    <a:pt x="1404454" y="195262"/>
                  </a:lnTo>
                  <a:lnTo>
                    <a:pt x="1379389" y="194643"/>
                  </a:lnTo>
                  <a:lnTo>
                    <a:pt x="1340875" y="193495"/>
                  </a:lnTo>
                  <a:lnTo>
                    <a:pt x="1293861" y="191771"/>
                  </a:lnTo>
                  <a:lnTo>
                    <a:pt x="1244312" y="189483"/>
                  </a:lnTo>
                  <a:lnTo>
                    <a:pt x="1196440" y="186637"/>
                  </a:lnTo>
                  <a:lnTo>
                    <a:pt x="1151935" y="183189"/>
                  </a:lnTo>
                  <a:lnTo>
                    <a:pt x="1110528" y="179018"/>
                  </a:lnTo>
                  <a:lnTo>
                    <a:pt x="1070841" y="173943"/>
                  </a:lnTo>
                  <a:lnTo>
                    <a:pt x="1031077" y="167746"/>
                  </a:lnTo>
                  <a:lnTo>
                    <a:pt x="1003849" y="162934"/>
                  </a:lnTo>
                  <a:lnTo>
                    <a:pt x="968362" y="156124"/>
                  </a:lnTo>
                  <a:lnTo>
                    <a:pt x="930745" y="148394"/>
                  </a:lnTo>
                  <a:lnTo>
                    <a:pt x="890721" y="139746"/>
                  </a:lnTo>
                  <a:lnTo>
                    <a:pt x="848295" y="130246"/>
                  </a:lnTo>
                  <a:lnTo>
                    <a:pt x="803749" y="120023"/>
                  </a:lnTo>
                  <a:lnTo>
                    <a:pt x="757614" y="109271"/>
                  </a:lnTo>
                  <a:lnTo>
                    <a:pt x="710612" y="98234"/>
                  </a:lnTo>
                  <a:lnTo>
                    <a:pt x="663574" y="87185"/>
                  </a:lnTo>
                  <a:lnTo>
                    <a:pt x="617335" y="76398"/>
                  </a:lnTo>
                  <a:lnTo>
                    <a:pt x="572629" y="66122"/>
                  </a:lnTo>
                  <a:lnTo>
                    <a:pt x="530008" y="56553"/>
                  </a:lnTo>
                  <a:lnTo>
                    <a:pt x="489774" y="47830"/>
                  </a:lnTo>
                  <a:lnTo>
                    <a:pt x="451959" y="40020"/>
                  </a:lnTo>
                  <a:lnTo>
                    <a:pt x="416308" y="33133"/>
                  </a:lnTo>
                  <a:lnTo>
                    <a:pt x="413349" y="32586"/>
                  </a:lnTo>
                  <a:lnTo>
                    <a:pt x="372617" y="25551"/>
                  </a:lnTo>
                  <a:lnTo>
                    <a:pt x="333081" y="19755"/>
                  </a:lnTo>
                  <a:lnTo>
                    <a:pt x="293007" y="15008"/>
                  </a:lnTo>
                  <a:lnTo>
                    <a:pt x="250672" y="11098"/>
                  </a:lnTo>
                  <a:lnTo>
                    <a:pt x="204984" y="7862"/>
                  </a:lnTo>
                  <a:lnTo>
                    <a:pt x="156238" y="5206"/>
                  </a:lnTo>
                  <a:lnTo>
                    <a:pt x="106949" y="3105"/>
                  </a:lnTo>
                  <a:lnTo>
                    <a:pt x="62107" y="1575"/>
                  </a:lnTo>
                  <a:lnTo>
                    <a:pt x="27725" y="616"/>
                  </a:lnTo>
                  <a:lnTo>
                    <a:pt x="7610" y="148"/>
                  </a:lnTo>
                  <a:lnTo>
                    <a:pt x="533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1449239" y="5764597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1449239" y="4363357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1449239" y="4395944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449239" y="4428531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1449239" y="4461118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449239" y="4493705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1449239" y="5797184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1449239" y="4526292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1449239" y="4558879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1449239" y="4591466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1449239" y="6546684"/>
              <a:ext cx="1417199" cy="228108"/>
            </a:xfrm>
            <a:custGeom>
              <a:avLst/>
              <a:pathLst>
                <a:path w="1417199" h="228108">
                  <a:moveTo>
                    <a:pt x="0" y="32586"/>
                  </a:moveTo>
                  <a:lnTo>
                    <a:pt x="1769" y="32618"/>
                  </a:lnTo>
                  <a:lnTo>
                    <a:pt x="12745" y="32846"/>
                  </a:lnTo>
                  <a:lnTo>
                    <a:pt x="37810" y="33465"/>
                  </a:lnTo>
                  <a:lnTo>
                    <a:pt x="76324" y="34612"/>
                  </a:lnTo>
                  <a:lnTo>
                    <a:pt x="123337" y="36337"/>
                  </a:lnTo>
                  <a:lnTo>
                    <a:pt x="172886" y="38625"/>
                  </a:lnTo>
                  <a:lnTo>
                    <a:pt x="220758" y="41470"/>
                  </a:lnTo>
                  <a:lnTo>
                    <a:pt x="265264" y="44919"/>
                  </a:lnTo>
                  <a:lnTo>
                    <a:pt x="306671" y="49089"/>
                  </a:lnTo>
                  <a:lnTo>
                    <a:pt x="346358" y="54165"/>
                  </a:lnTo>
                  <a:lnTo>
                    <a:pt x="386121" y="60362"/>
                  </a:lnTo>
                  <a:lnTo>
                    <a:pt x="413349" y="65173"/>
                  </a:lnTo>
                  <a:lnTo>
                    <a:pt x="448836" y="71984"/>
                  </a:lnTo>
                  <a:lnTo>
                    <a:pt x="486453" y="79714"/>
                  </a:lnTo>
                  <a:lnTo>
                    <a:pt x="526478" y="88361"/>
                  </a:lnTo>
                  <a:lnTo>
                    <a:pt x="568904" y="97862"/>
                  </a:lnTo>
                  <a:lnTo>
                    <a:pt x="613449" y="108085"/>
                  </a:lnTo>
                  <a:lnTo>
                    <a:pt x="659584" y="118837"/>
                  </a:lnTo>
                  <a:lnTo>
                    <a:pt x="706586" y="129874"/>
                  </a:lnTo>
                  <a:lnTo>
                    <a:pt x="753625" y="140923"/>
                  </a:lnTo>
                  <a:lnTo>
                    <a:pt x="799864" y="151710"/>
                  </a:lnTo>
                  <a:lnTo>
                    <a:pt x="844569" y="161986"/>
                  </a:lnTo>
                  <a:lnTo>
                    <a:pt x="887191" y="171554"/>
                  </a:lnTo>
                  <a:lnTo>
                    <a:pt x="927424" y="180278"/>
                  </a:lnTo>
                  <a:lnTo>
                    <a:pt x="965240" y="188088"/>
                  </a:lnTo>
                  <a:lnTo>
                    <a:pt x="1000891" y="194975"/>
                  </a:lnTo>
                  <a:lnTo>
                    <a:pt x="1003849" y="195521"/>
                  </a:lnTo>
                  <a:lnTo>
                    <a:pt x="1044582" y="202556"/>
                  </a:lnTo>
                  <a:lnTo>
                    <a:pt x="1084117" y="208353"/>
                  </a:lnTo>
                  <a:lnTo>
                    <a:pt x="1124191" y="213100"/>
                  </a:lnTo>
                  <a:lnTo>
                    <a:pt x="1166527" y="217010"/>
                  </a:lnTo>
                  <a:lnTo>
                    <a:pt x="1212215" y="220246"/>
                  </a:lnTo>
                  <a:lnTo>
                    <a:pt x="1260961" y="222902"/>
                  </a:lnTo>
                  <a:lnTo>
                    <a:pt x="1310250" y="225003"/>
                  </a:lnTo>
                  <a:lnTo>
                    <a:pt x="1355091" y="226532"/>
                  </a:lnTo>
                  <a:lnTo>
                    <a:pt x="1389474" y="227492"/>
                  </a:lnTo>
                  <a:lnTo>
                    <a:pt x="1409589" y="227960"/>
                  </a:lnTo>
                  <a:lnTo>
                    <a:pt x="1416666" y="228099"/>
                  </a:lnTo>
                  <a:lnTo>
                    <a:pt x="1417199" y="228108"/>
                  </a:lnTo>
                  <a:lnTo>
                    <a:pt x="1417199" y="195521"/>
                  </a:lnTo>
                  <a:lnTo>
                    <a:pt x="1415430" y="195490"/>
                  </a:lnTo>
                  <a:lnTo>
                    <a:pt x="1404454" y="195262"/>
                  </a:lnTo>
                  <a:lnTo>
                    <a:pt x="1379389" y="194643"/>
                  </a:lnTo>
                  <a:lnTo>
                    <a:pt x="1340875" y="193495"/>
                  </a:lnTo>
                  <a:lnTo>
                    <a:pt x="1293861" y="191771"/>
                  </a:lnTo>
                  <a:lnTo>
                    <a:pt x="1244312" y="189483"/>
                  </a:lnTo>
                  <a:lnTo>
                    <a:pt x="1196440" y="186637"/>
                  </a:lnTo>
                  <a:lnTo>
                    <a:pt x="1151935" y="183189"/>
                  </a:lnTo>
                  <a:lnTo>
                    <a:pt x="1110528" y="179018"/>
                  </a:lnTo>
                  <a:lnTo>
                    <a:pt x="1070841" y="173943"/>
                  </a:lnTo>
                  <a:lnTo>
                    <a:pt x="1031077" y="167746"/>
                  </a:lnTo>
                  <a:lnTo>
                    <a:pt x="1003849" y="162934"/>
                  </a:lnTo>
                  <a:lnTo>
                    <a:pt x="968362" y="156124"/>
                  </a:lnTo>
                  <a:lnTo>
                    <a:pt x="930745" y="148394"/>
                  </a:lnTo>
                  <a:lnTo>
                    <a:pt x="890721" y="139746"/>
                  </a:lnTo>
                  <a:lnTo>
                    <a:pt x="848295" y="130246"/>
                  </a:lnTo>
                  <a:lnTo>
                    <a:pt x="803749" y="120023"/>
                  </a:lnTo>
                  <a:lnTo>
                    <a:pt x="757614" y="109271"/>
                  </a:lnTo>
                  <a:lnTo>
                    <a:pt x="710612" y="98234"/>
                  </a:lnTo>
                  <a:lnTo>
                    <a:pt x="663574" y="87185"/>
                  </a:lnTo>
                  <a:lnTo>
                    <a:pt x="617335" y="76398"/>
                  </a:lnTo>
                  <a:lnTo>
                    <a:pt x="572629" y="66122"/>
                  </a:lnTo>
                  <a:lnTo>
                    <a:pt x="530008" y="56553"/>
                  </a:lnTo>
                  <a:lnTo>
                    <a:pt x="489774" y="47830"/>
                  </a:lnTo>
                  <a:lnTo>
                    <a:pt x="451959" y="40020"/>
                  </a:lnTo>
                  <a:lnTo>
                    <a:pt x="416308" y="33133"/>
                  </a:lnTo>
                  <a:lnTo>
                    <a:pt x="413349" y="32586"/>
                  </a:lnTo>
                  <a:lnTo>
                    <a:pt x="372617" y="25551"/>
                  </a:lnTo>
                  <a:lnTo>
                    <a:pt x="333081" y="19755"/>
                  </a:lnTo>
                  <a:lnTo>
                    <a:pt x="293007" y="15008"/>
                  </a:lnTo>
                  <a:lnTo>
                    <a:pt x="250672" y="11098"/>
                  </a:lnTo>
                  <a:lnTo>
                    <a:pt x="204984" y="7862"/>
                  </a:lnTo>
                  <a:lnTo>
                    <a:pt x="156238" y="5206"/>
                  </a:lnTo>
                  <a:lnTo>
                    <a:pt x="106949" y="3105"/>
                  </a:lnTo>
                  <a:lnTo>
                    <a:pt x="62107" y="1575"/>
                  </a:lnTo>
                  <a:lnTo>
                    <a:pt x="27725" y="616"/>
                  </a:lnTo>
                  <a:lnTo>
                    <a:pt x="7610" y="148"/>
                  </a:lnTo>
                  <a:lnTo>
                    <a:pt x="533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1449239" y="5829771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1449239" y="5862358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1449239" y="6579271"/>
              <a:ext cx="1417199" cy="260695"/>
            </a:xfrm>
            <a:custGeom>
              <a:avLst/>
              <a:pathLst>
                <a:path w="1417199" h="260695">
                  <a:moveTo>
                    <a:pt x="0" y="32586"/>
                  </a:moveTo>
                  <a:lnTo>
                    <a:pt x="1766" y="32623"/>
                  </a:lnTo>
                  <a:lnTo>
                    <a:pt x="12725" y="32889"/>
                  </a:lnTo>
                  <a:lnTo>
                    <a:pt x="37756" y="33610"/>
                  </a:lnTo>
                  <a:lnTo>
                    <a:pt x="76227" y="34946"/>
                  </a:lnTo>
                  <a:lnTo>
                    <a:pt x="123200" y="36955"/>
                  </a:lnTo>
                  <a:lnTo>
                    <a:pt x="172722" y="39621"/>
                  </a:lnTo>
                  <a:lnTo>
                    <a:pt x="220578" y="42937"/>
                  </a:lnTo>
                  <a:lnTo>
                    <a:pt x="265073" y="46955"/>
                  </a:lnTo>
                  <a:lnTo>
                    <a:pt x="306469" y="51813"/>
                  </a:lnTo>
                  <a:lnTo>
                    <a:pt x="346139" y="57725"/>
                  </a:lnTo>
                  <a:lnTo>
                    <a:pt x="385874" y="64942"/>
                  </a:lnTo>
                  <a:lnTo>
                    <a:pt x="413349" y="70605"/>
                  </a:lnTo>
                  <a:lnTo>
                    <a:pt x="448685" y="78515"/>
                  </a:lnTo>
                  <a:lnTo>
                    <a:pt x="486131" y="87489"/>
                  </a:lnTo>
                  <a:lnTo>
                    <a:pt x="525964" y="97525"/>
                  </a:lnTo>
                  <a:lnTo>
                    <a:pt x="568181" y="108549"/>
                  </a:lnTo>
                  <a:lnTo>
                    <a:pt x="612506" y="120413"/>
                  </a:lnTo>
                  <a:lnTo>
                    <a:pt x="658422" y="132894"/>
                  </a:lnTo>
                  <a:lnTo>
                    <a:pt x="705216" y="145713"/>
                  </a:lnTo>
                  <a:lnTo>
                    <a:pt x="752071" y="158554"/>
                  </a:lnTo>
                  <a:lnTo>
                    <a:pt x="798160" y="171102"/>
                  </a:lnTo>
                  <a:lnTo>
                    <a:pt x="842752" y="183070"/>
                  </a:lnTo>
                  <a:lnTo>
                    <a:pt x="885295" y="194227"/>
                  </a:lnTo>
                  <a:lnTo>
                    <a:pt x="925478" y="204411"/>
                  </a:lnTo>
                  <a:lnTo>
                    <a:pt x="963258" y="213540"/>
                  </a:lnTo>
                  <a:lnTo>
                    <a:pt x="998870" y="221602"/>
                  </a:lnTo>
                  <a:lnTo>
                    <a:pt x="1003849" y="222677"/>
                  </a:lnTo>
                  <a:lnTo>
                    <a:pt x="1044560" y="230881"/>
                  </a:lnTo>
                  <a:lnTo>
                    <a:pt x="1084073" y="237640"/>
                  </a:lnTo>
                  <a:lnTo>
                    <a:pt x="1124123" y="243177"/>
                  </a:lnTo>
                  <a:lnTo>
                    <a:pt x="1166429" y="247738"/>
                  </a:lnTo>
                  <a:lnTo>
                    <a:pt x="1212083" y="251513"/>
                  </a:lnTo>
                  <a:lnTo>
                    <a:pt x="1260795" y="254612"/>
                  </a:lnTo>
                  <a:lnTo>
                    <a:pt x="1310062" y="257064"/>
                  </a:lnTo>
                  <a:lnTo>
                    <a:pt x="1354911" y="258850"/>
                  </a:lnTo>
                  <a:lnTo>
                    <a:pt x="1389336" y="259972"/>
                  </a:lnTo>
                  <a:lnTo>
                    <a:pt x="1409517" y="260520"/>
                  </a:lnTo>
                  <a:lnTo>
                    <a:pt x="1416651" y="260684"/>
                  </a:lnTo>
                  <a:lnTo>
                    <a:pt x="1417199" y="260695"/>
                  </a:lnTo>
                  <a:lnTo>
                    <a:pt x="1417199" y="228108"/>
                  </a:lnTo>
                  <a:lnTo>
                    <a:pt x="1415433" y="228071"/>
                  </a:lnTo>
                  <a:lnTo>
                    <a:pt x="1404473" y="227806"/>
                  </a:lnTo>
                  <a:lnTo>
                    <a:pt x="1379443" y="227085"/>
                  </a:lnTo>
                  <a:lnTo>
                    <a:pt x="1340972" y="225748"/>
                  </a:lnTo>
                  <a:lnTo>
                    <a:pt x="1293998" y="223740"/>
                  </a:lnTo>
                  <a:lnTo>
                    <a:pt x="1244477" y="221073"/>
                  </a:lnTo>
                  <a:lnTo>
                    <a:pt x="1196621" y="217758"/>
                  </a:lnTo>
                  <a:lnTo>
                    <a:pt x="1152126" y="213740"/>
                  </a:lnTo>
                  <a:lnTo>
                    <a:pt x="1110729" y="208882"/>
                  </a:lnTo>
                  <a:lnTo>
                    <a:pt x="1071060" y="202969"/>
                  </a:lnTo>
                  <a:lnTo>
                    <a:pt x="1031325" y="195752"/>
                  </a:lnTo>
                  <a:lnTo>
                    <a:pt x="1003849" y="190090"/>
                  </a:lnTo>
                  <a:lnTo>
                    <a:pt x="968514" y="182180"/>
                  </a:lnTo>
                  <a:lnTo>
                    <a:pt x="931067" y="173206"/>
                  </a:lnTo>
                  <a:lnTo>
                    <a:pt x="891234" y="163170"/>
                  </a:lnTo>
                  <a:lnTo>
                    <a:pt x="849018" y="152145"/>
                  </a:lnTo>
                  <a:lnTo>
                    <a:pt x="804692" y="140282"/>
                  </a:lnTo>
                  <a:lnTo>
                    <a:pt x="758777" y="127801"/>
                  </a:lnTo>
                  <a:lnTo>
                    <a:pt x="711983" y="114982"/>
                  </a:lnTo>
                  <a:lnTo>
                    <a:pt x="665128" y="102141"/>
                  </a:lnTo>
                  <a:lnTo>
                    <a:pt x="619039" y="89592"/>
                  </a:lnTo>
                  <a:lnTo>
                    <a:pt x="574447" y="77624"/>
                  </a:lnTo>
                  <a:lnTo>
                    <a:pt x="531903" y="66468"/>
                  </a:lnTo>
                  <a:lnTo>
                    <a:pt x="491720" y="56284"/>
                  </a:lnTo>
                  <a:lnTo>
                    <a:pt x="453940" y="47154"/>
                  </a:lnTo>
                  <a:lnTo>
                    <a:pt x="418329" y="39093"/>
                  </a:lnTo>
                  <a:lnTo>
                    <a:pt x="413349" y="38018"/>
                  </a:lnTo>
                  <a:lnTo>
                    <a:pt x="372639" y="29814"/>
                  </a:lnTo>
                  <a:lnTo>
                    <a:pt x="333125" y="23055"/>
                  </a:lnTo>
                  <a:lnTo>
                    <a:pt x="293076" y="17518"/>
                  </a:lnTo>
                  <a:lnTo>
                    <a:pt x="250770" y="12957"/>
                  </a:lnTo>
                  <a:lnTo>
                    <a:pt x="205116" y="9182"/>
                  </a:lnTo>
                  <a:lnTo>
                    <a:pt x="156403" y="6083"/>
                  </a:lnTo>
                  <a:lnTo>
                    <a:pt x="107137" y="3631"/>
                  </a:lnTo>
                  <a:lnTo>
                    <a:pt x="62288" y="1845"/>
                  </a:lnTo>
                  <a:lnTo>
                    <a:pt x="27863" y="723"/>
                  </a:lnTo>
                  <a:lnTo>
                    <a:pt x="7682" y="175"/>
                  </a:lnTo>
                  <a:lnTo>
                    <a:pt x="548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1449239" y="4624053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1449239" y="6285989"/>
              <a:ext cx="1417199" cy="228108"/>
            </a:xfrm>
            <a:custGeom>
              <a:avLst/>
              <a:pathLst>
                <a:path w="1417199" h="228108">
                  <a:moveTo>
                    <a:pt x="0" y="32586"/>
                  </a:moveTo>
                  <a:lnTo>
                    <a:pt x="1769" y="32618"/>
                  </a:lnTo>
                  <a:lnTo>
                    <a:pt x="12745" y="32846"/>
                  </a:lnTo>
                  <a:lnTo>
                    <a:pt x="37810" y="33465"/>
                  </a:lnTo>
                  <a:lnTo>
                    <a:pt x="76324" y="34612"/>
                  </a:lnTo>
                  <a:lnTo>
                    <a:pt x="123337" y="36337"/>
                  </a:lnTo>
                  <a:lnTo>
                    <a:pt x="172886" y="38625"/>
                  </a:lnTo>
                  <a:lnTo>
                    <a:pt x="220758" y="41470"/>
                  </a:lnTo>
                  <a:lnTo>
                    <a:pt x="265264" y="44919"/>
                  </a:lnTo>
                  <a:lnTo>
                    <a:pt x="306671" y="49089"/>
                  </a:lnTo>
                  <a:lnTo>
                    <a:pt x="346358" y="54165"/>
                  </a:lnTo>
                  <a:lnTo>
                    <a:pt x="386121" y="60362"/>
                  </a:lnTo>
                  <a:lnTo>
                    <a:pt x="413349" y="65173"/>
                  </a:lnTo>
                  <a:lnTo>
                    <a:pt x="448836" y="71984"/>
                  </a:lnTo>
                  <a:lnTo>
                    <a:pt x="486453" y="79714"/>
                  </a:lnTo>
                  <a:lnTo>
                    <a:pt x="526478" y="88361"/>
                  </a:lnTo>
                  <a:lnTo>
                    <a:pt x="568904" y="97862"/>
                  </a:lnTo>
                  <a:lnTo>
                    <a:pt x="613449" y="108085"/>
                  </a:lnTo>
                  <a:lnTo>
                    <a:pt x="659584" y="118837"/>
                  </a:lnTo>
                  <a:lnTo>
                    <a:pt x="706586" y="129874"/>
                  </a:lnTo>
                  <a:lnTo>
                    <a:pt x="753625" y="140923"/>
                  </a:lnTo>
                  <a:lnTo>
                    <a:pt x="799864" y="151710"/>
                  </a:lnTo>
                  <a:lnTo>
                    <a:pt x="844569" y="161986"/>
                  </a:lnTo>
                  <a:lnTo>
                    <a:pt x="887191" y="171554"/>
                  </a:lnTo>
                  <a:lnTo>
                    <a:pt x="927424" y="180278"/>
                  </a:lnTo>
                  <a:lnTo>
                    <a:pt x="965240" y="188088"/>
                  </a:lnTo>
                  <a:lnTo>
                    <a:pt x="1000891" y="194975"/>
                  </a:lnTo>
                  <a:lnTo>
                    <a:pt x="1003849" y="195521"/>
                  </a:lnTo>
                  <a:lnTo>
                    <a:pt x="1044582" y="202556"/>
                  </a:lnTo>
                  <a:lnTo>
                    <a:pt x="1084117" y="208353"/>
                  </a:lnTo>
                  <a:lnTo>
                    <a:pt x="1124191" y="213100"/>
                  </a:lnTo>
                  <a:lnTo>
                    <a:pt x="1166527" y="217010"/>
                  </a:lnTo>
                  <a:lnTo>
                    <a:pt x="1212215" y="220246"/>
                  </a:lnTo>
                  <a:lnTo>
                    <a:pt x="1260961" y="222902"/>
                  </a:lnTo>
                  <a:lnTo>
                    <a:pt x="1310250" y="225003"/>
                  </a:lnTo>
                  <a:lnTo>
                    <a:pt x="1355091" y="226532"/>
                  </a:lnTo>
                  <a:lnTo>
                    <a:pt x="1389474" y="227492"/>
                  </a:lnTo>
                  <a:lnTo>
                    <a:pt x="1409589" y="227960"/>
                  </a:lnTo>
                  <a:lnTo>
                    <a:pt x="1416666" y="228099"/>
                  </a:lnTo>
                  <a:lnTo>
                    <a:pt x="1417199" y="228108"/>
                  </a:lnTo>
                  <a:lnTo>
                    <a:pt x="1417199" y="195521"/>
                  </a:lnTo>
                  <a:lnTo>
                    <a:pt x="1415430" y="195490"/>
                  </a:lnTo>
                  <a:lnTo>
                    <a:pt x="1404454" y="195262"/>
                  </a:lnTo>
                  <a:lnTo>
                    <a:pt x="1379389" y="194643"/>
                  </a:lnTo>
                  <a:lnTo>
                    <a:pt x="1340875" y="193495"/>
                  </a:lnTo>
                  <a:lnTo>
                    <a:pt x="1293861" y="191771"/>
                  </a:lnTo>
                  <a:lnTo>
                    <a:pt x="1244312" y="189483"/>
                  </a:lnTo>
                  <a:lnTo>
                    <a:pt x="1196440" y="186637"/>
                  </a:lnTo>
                  <a:lnTo>
                    <a:pt x="1151935" y="183189"/>
                  </a:lnTo>
                  <a:lnTo>
                    <a:pt x="1110528" y="179018"/>
                  </a:lnTo>
                  <a:lnTo>
                    <a:pt x="1070841" y="173943"/>
                  </a:lnTo>
                  <a:lnTo>
                    <a:pt x="1031077" y="167746"/>
                  </a:lnTo>
                  <a:lnTo>
                    <a:pt x="1003849" y="162934"/>
                  </a:lnTo>
                  <a:lnTo>
                    <a:pt x="968362" y="156124"/>
                  </a:lnTo>
                  <a:lnTo>
                    <a:pt x="930745" y="148394"/>
                  </a:lnTo>
                  <a:lnTo>
                    <a:pt x="890721" y="139746"/>
                  </a:lnTo>
                  <a:lnTo>
                    <a:pt x="848295" y="130246"/>
                  </a:lnTo>
                  <a:lnTo>
                    <a:pt x="803749" y="120023"/>
                  </a:lnTo>
                  <a:lnTo>
                    <a:pt x="757614" y="109271"/>
                  </a:lnTo>
                  <a:lnTo>
                    <a:pt x="710612" y="98234"/>
                  </a:lnTo>
                  <a:lnTo>
                    <a:pt x="663574" y="87185"/>
                  </a:lnTo>
                  <a:lnTo>
                    <a:pt x="617335" y="76398"/>
                  </a:lnTo>
                  <a:lnTo>
                    <a:pt x="572629" y="66122"/>
                  </a:lnTo>
                  <a:lnTo>
                    <a:pt x="530008" y="56553"/>
                  </a:lnTo>
                  <a:lnTo>
                    <a:pt x="489774" y="47830"/>
                  </a:lnTo>
                  <a:lnTo>
                    <a:pt x="451959" y="40020"/>
                  </a:lnTo>
                  <a:lnTo>
                    <a:pt x="416308" y="33133"/>
                  </a:lnTo>
                  <a:lnTo>
                    <a:pt x="413349" y="32586"/>
                  </a:lnTo>
                  <a:lnTo>
                    <a:pt x="372617" y="25551"/>
                  </a:lnTo>
                  <a:lnTo>
                    <a:pt x="333081" y="19755"/>
                  </a:lnTo>
                  <a:lnTo>
                    <a:pt x="293007" y="15008"/>
                  </a:lnTo>
                  <a:lnTo>
                    <a:pt x="250672" y="11098"/>
                  </a:lnTo>
                  <a:lnTo>
                    <a:pt x="204984" y="7862"/>
                  </a:lnTo>
                  <a:lnTo>
                    <a:pt x="156238" y="5206"/>
                  </a:lnTo>
                  <a:lnTo>
                    <a:pt x="106949" y="3105"/>
                  </a:lnTo>
                  <a:lnTo>
                    <a:pt x="62107" y="1575"/>
                  </a:lnTo>
                  <a:lnTo>
                    <a:pt x="27725" y="616"/>
                  </a:lnTo>
                  <a:lnTo>
                    <a:pt x="7610" y="148"/>
                  </a:lnTo>
                  <a:lnTo>
                    <a:pt x="533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1449239" y="5894945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1449239" y="5927532"/>
              <a:ext cx="1417199" cy="65173"/>
            </a:xfrm>
            <a:custGeom>
              <a:avLst/>
              <a:pathLst>
                <a:path w="1417199" h="65173">
                  <a:moveTo>
                    <a:pt x="0" y="32586"/>
                  </a:moveTo>
                  <a:lnTo>
                    <a:pt x="1776" y="32592"/>
                  </a:lnTo>
                  <a:lnTo>
                    <a:pt x="12798" y="32630"/>
                  </a:lnTo>
                  <a:lnTo>
                    <a:pt x="37956" y="32734"/>
                  </a:lnTo>
                  <a:lnTo>
                    <a:pt x="76588" y="32926"/>
                  </a:lnTo>
                  <a:lnTo>
                    <a:pt x="123708" y="33214"/>
                  </a:lnTo>
                  <a:lnTo>
                    <a:pt x="173331" y="33597"/>
                  </a:lnTo>
                  <a:lnTo>
                    <a:pt x="221246" y="34073"/>
                  </a:lnTo>
                  <a:lnTo>
                    <a:pt x="265779" y="34650"/>
                  </a:lnTo>
                  <a:lnTo>
                    <a:pt x="307217" y="35347"/>
                  </a:lnTo>
                  <a:lnTo>
                    <a:pt x="346952" y="36197"/>
                  </a:lnTo>
                  <a:lnTo>
                    <a:pt x="386791" y="37235"/>
                  </a:lnTo>
                  <a:lnTo>
                    <a:pt x="413349" y="38018"/>
                  </a:lnTo>
                  <a:lnTo>
                    <a:pt x="449261" y="39167"/>
                  </a:lnTo>
                  <a:lnTo>
                    <a:pt x="487356" y="40473"/>
                  </a:lnTo>
                  <a:lnTo>
                    <a:pt x="527918" y="41935"/>
                  </a:lnTo>
                  <a:lnTo>
                    <a:pt x="570931" y="43542"/>
                  </a:lnTo>
                  <a:lnTo>
                    <a:pt x="616093" y="45272"/>
                  </a:lnTo>
                  <a:lnTo>
                    <a:pt x="662843" y="47089"/>
                  </a:lnTo>
                  <a:lnTo>
                    <a:pt x="710424" y="48951"/>
                  </a:lnTo>
                  <a:lnTo>
                    <a:pt x="757970" y="50812"/>
                  </a:lnTo>
                  <a:lnTo>
                    <a:pt x="804624" y="52624"/>
                  </a:lnTo>
                  <a:lnTo>
                    <a:pt x="849638" y="54345"/>
                  </a:lnTo>
                  <a:lnTo>
                    <a:pt x="892471" y="55942"/>
                  </a:lnTo>
                  <a:lnTo>
                    <a:pt x="932841" y="57393"/>
                  </a:lnTo>
                  <a:lnTo>
                    <a:pt x="970756" y="58687"/>
                  </a:lnTo>
                  <a:lnTo>
                    <a:pt x="1003849" y="59742"/>
                  </a:lnTo>
                  <a:lnTo>
                    <a:pt x="1044642" y="60916"/>
                  </a:lnTo>
                  <a:lnTo>
                    <a:pt x="1084236" y="61883"/>
                  </a:lnTo>
                  <a:lnTo>
                    <a:pt x="1124377" y="62675"/>
                  </a:lnTo>
                  <a:lnTo>
                    <a:pt x="1166792" y="63327"/>
                  </a:lnTo>
                  <a:lnTo>
                    <a:pt x="1212572" y="63867"/>
                  </a:lnTo>
                  <a:lnTo>
                    <a:pt x="1261410" y="64309"/>
                  </a:lnTo>
                  <a:lnTo>
                    <a:pt x="1310756" y="64659"/>
                  </a:lnTo>
                  <a:lnTo>
                    <a:pt x="1355579" y="64913"/>
                  </a:lnTo>
                  <a:lnTo>
                    <a:pt x="1389846" y="65072"/>
                  </a:lnTo>
                  <a:lnTo>
                    <a:pt x="1409782" y="65149"/>
                  </a:lnTo>
                  <a:lnTo>
                    <a:pt x="1416704" y="65172"/>
                  </a:lnTo>
                  <a:lnTo>
                    <a:pt x="1417199" y="65173"/>
                  </a:lnTo>
                  <a:lnTo>
                    <a:pt x="1417199" y="32586"/>
                  </a:lnTo>
                  <a:lnTo>
                    <a:pt x="1415422" y="32581"/>
                  </a:lnTo>
                  <a:lnTo>
                    <a:pt x="1404401" y="32543"/>
                  </a:lnTo>
                  <a:lnTo>
                    <a:pt x="1379243" y="32439"/>
                  </a:lnTo>
                  <a:lnTo>
                    <a:pt x="1340611" y="32247"/>
                  </a:lnTo>
                  <a:lnTo>
                    <a:pt x="1293491" y="31959"/>
                  </a:lnTo>
                  <a:lnTo>
                    <a:pt x="1243868" y="31576"/>
                  </a:lnTo>
                  <a:lnTo>
                    <a:pt x="1195952" y="31100"/>
                  </a:lnTo>
                  <a:lnTo>
                    <a:pt x="1151419" y="30523"/>
                  </a:lnTo>
                  <a:lnTo>
                    <a:pt x="1109982" y="29826"/>
                  </a:lnTo>
                  <a:lnTo>
                    <a:pt x="1070247" y="28976"/>
                  </a:lnTo>
                  <a:lnTo>
                    <a:pt x="1030408" y="27938"/>
                  </a:lnTo>
                  <a:lnTo>
                    <a:pt x="1003849" y="27155"/>
                  </a:lnTo>
                  <a:lnTo>
                    <a:pt x="967938" y="26006"/>
                  </a:lnTo>
                  <a:lnTo>
                    <a:pt x="929843" y="24700"/>
                  </a:lnTo>
                  <a:lnTo>
                    <a:pt x="889281" y="23238"/>
                  </a:lnTo>
                  <a:lnTo>
                    <a:pt x="846268" y="21631"/>
                  </a:lnTo>
                  <a:lnTo>
                    <a:pt x="801106" y="19901"/>
                  </a:lnTo>
                  <a:lnTo>
                    <a:pt x="754355" y="18084"/>
                  </a:lnTo>
                  <a:lnTo>
                    <a:pt x="706775" y="16221"/>
                  </a:lnTo>
                  <a:lnTo>
                    <a:pt x="659228" y="14361"/>
                  </a:lnTo>
                  <a:lnTo>
                    <a:pt x="612575" y="12549"/>
                  </a:lnTo>
                  <a:lnTo>
                    <a:pt x="567560" y="10828"/>
                  </a:lnTo>
                  <a:lnTo>
                    <a:pt x="524727" y="9231"/>
                  </a:lnTo>
                  <a:lnTo>
                    <a:pt x="484357" y="7780"/>
                  </a:lnTo>
                  <a:lnTo>
                    <a:pt x="446443" y="6486"/>
                  </a:lnTo>
                  <a:lnTo>
                    <a:pt x="413349" y="5431"/>
                  </a:lnTo>
                  <a:lnTo>
                    <a:pt x="372557" y="4257"/>
                  </a:lnTo>
                  <a:lnTo>
                    <a:pt x="332962" y="3289"/>
                  </a:lnTo>
                  <a:lnTo>
                    <a:pt x="292822" y="2498"/>
                  </a:lnTo>
                  <a:lnTo>
                    <a:pt x="250407" y="1846"/>
                  </a:lnTo>
                  <a:lnTo>
                    <a:pt x="204627" y="1306"/>
                  </a:lnTo>
                  <a:lnTo>
                    <a:pt x="155789" y="864"/>
                  </a:lnTo>
                  <a:lnTo>
                    <a:pt x="106442" y="514"/>
                  </a:lnTo>
                  <a:lnTo>
                    <a:pt x="61619" y="260"/>
                  </a:lnTo>
                  <a:lnTo>
                    <a:pt x="27353" y="101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1449239" y="4656640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1449239" y="4689227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1449239" y="4721814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1449239" y="4754401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1449239" y="4786988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1449239" y="4819575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1449239" y="6318576"/>
              <a:ext cx="1417199" cy="228108"/>
            </a:xfrm>
            <a:custGeom>
              <a:avLst/>
              <a:pathLst>
                <a:path w="1417199" h="228108">
                  <a:moveTo>
                    <a:pt x="0" y="32586"/>
                  </a:moveTo>
                  <a:lnTo>
                    <a:pt x="1769" y="32618"/>
                  </a:lnTo>
                  <a:lnTo>
                    <a:pt x="12745" y="32846"/>
                  </a:lnTo>
                  <a:lnTo>
                    <a:pt x="37810" y="33465"/>
                  </a:lnTo>
                  <a:lnTo>
                    <a:pt x="76324" y="34612"/>
                  </a:lnTo>
                  <a:lnTo>
                    <a:pt x="123337" y="36337"/>
                  </a:lnTo>
                  <a:lnTo>
                    <a:pt x="172886" y="38625"/>
                  </a:lnTo>
                  <a:lnTo>
                    <a:pt x="220758" y="41470"/>
                  </a:lnTo>
                  <a:lnTo>
                    <a:pt x="265264" y="44919"/>
                  </a:lnTo>
                  <a:lnTo>
                    <a:pt x="306671" y="49089"/>
                  </a:lnTo>
                  <a:lnTo>
                    <a:pt x="346358" y="54165"/>
                  </a:lnTo>
                  <a:lnTo>
                    <a:pt x="386121" y="60362"/>
                  </a:lnTo>
                  <a:lnTo>
                    <a:pt x="413349" y="65173"/>
                  </a:lnTo>
                  <a:lnTo>
                    <a:pt x="448836" y="71984"/>
                  </a:lnTo>
                  <a:lnTo>
                    <a:pt x="486453" y="79714"/>
                  </a:lnTo>
                  <a:lnTo>
                    <a:pt x="526478" y="88361"/>
                  </a:lnTo>
                  <a:lnTo>
                    <a:pt x="568904" y="97862"/>
                  </a:lnTo>
                  <a:lnTo>
                    <a:pt x="613449" y="108085"/>
                  </a:lnTo>
                  <a:lnTo>
                    <a:pt x="659584" y="118837"/>
                  </a:lnTo>
                  <a:lnTo>
                    <a:pt x="706586" y="129874"/>
                  </a:lnTo>
                  <a:lnTo>
                    <a:pt x="753625" y="140923"/>
                  </a:lnTo>
                  <a:lnTo>
                    <a:pt x="799864" y="151710"/>
                  </a:lnTo>
                  <a:lnTo>
                    <a:pt x="844569" y="161986"/>
                  </a:lnTo>
                  <a:lnTo>
                    <a:pt x="887191" y="171554"/>
                  </a:lnTo>
                  <a:lnTo>
                    <a:pt x="927424" y="180278"/>
                  </a:lnTo>
                  <a:lnTo>
                    <a:pt x="965240" y="188088"/>
                  </a:lnTo>
                  <a:lnTo>
                    <a:pt x="1000891" y="194975"/>
                  </a:lnTo>
                  <a:lnTo>
                    <a:pt x="1003849" y="195521"/>
                  </a:lnTo>
                  <a:lnTo>
                    <a:pt x="1044582" y="202556"/>
                  </a:lnTo>
                  <a:lnTo>
                    <a:pt x="1084117" y="208353"/>
                  </a:lnTo>
                  <a:lnTo>
                    <a:pt x="1124191" y="213100"/>
                  </a:lnTo>
                  <a:lnTo>
                    <a:pt x="1166527" y="217010"/>
                  </a:lnTo>
                  <a:lnTo>
                    <a:pt x="1212215" y="220246"/>
                  </a:lnTo>
                  <a:lnTo>
                    <a:pt x="1260961" y="222902"/>
                  </a:lnTo>
                  <a:lnTo>
                    <a:pt x="1310250" y="225003"/>
                  </a:lnTo>
                  <a:lnTo>
                    <a:pt x="1355091" y="226532"/>
                  </a:lnTo>
                  <a:lnTo>
                    <a:pt x="1389474" y="227492"/>
                  </a:lnTo>
                  <a:lnTo>
                    <a:pt x="1409589" y="227960"/>
                  </a:lnTo>
                  <a:lnTo>
                    <a:pt x="1416666" y="228099"/>
                  </a:lnTo>
                  <a:lnTo>
                    <a:pt x="1417199" y="228108"/>
                  </a:lnTo>
                  <a:lnTo>
                    <a:pt x="1417199" y="195521"/>
                  </a:lnTo>
                  <a:lnTo>
                    <a:pt x="1415430" y="195490"/>
                  </a:lnTo>
                  <a:lnTo>
                    <a:pt x="1404454" y="195262"/>
                  </a:lnTo>
                  <a:lnTo>
                    <a:pt x="1379389" y="194643"/>
                  </a:lnTo>
                  <a:lnTo>
                    <a:pt x="1340875" y="193495"/>
                  </a:lnTo>
                  <a:lnTo>
                    <a:pt x="1293861" y="191771"/>
                  </a:lnTo>
                  <a:lnTo>
                    <a:pt x="1244312" y="189483"/>
                  </a:lnTo>
                  <a:lnTo>
                    <a:pt x="1196440" y="186637"/>
                  </a:lnTo>
                  <a:lnTo>
                    <a:pt x="1151935" y="183189"/>
                  </a:lnTo>
                  <a:lnTo>
                    <a:pt x="1110528" y="179018"/>
                  </a:lnTo>
                  <a:lnTo>
                    <a:pt x="1070841" y="173943"/>
                  </a:lnTo>
                  <a:lnTo>
                    <a:pt x="1031077" y="167746"/>
                  </a:lnTo>
                  <a:lnTo>
                    <a:pt x="1003849" y="162934"/>
                  </a:lnTo>
                  <a:lnTo>
                    <a:pt x="968362" y="156124"/>
                  </a:lnTo>
                  <a:lnTo>
                    <a:pt x="930745" y="148394"/>
                  </a:lnTo>
                  <a:lnTo>
                    <a:pt x="890721" y="139746"/>
                  </a:lnTo>
                  <a:lnTo>
                    <a:pt x="848295" y="130246"/>
                  </a:lnTo>
                  <a:lnTo>
                    <a:pt x="803749" y="120023"/>
                  </a:lnTo>
                  <a:lnTo>
                    <a:pt x="757614" y="109271"/>
                  </a:lnTo>
                  <a:lnTo>
                    <a:pt x="710612" y="98234"/>
                  </a:lnTo>
                  <a:lnTo>
                    <a:pt x="663574" y="87185"/>
                  </a:lnTo>
                  <a:lnTo>
                    <a:pt x="617335" y="76398"/>
                  </a:lnTo>
                  <a:lnTo>
                    <a:pt x="572629" y="66122"/>
                  </a:lnTo>
                  <a:lnTo>
                    <a:pt x="530008" y="56553"/>
                  </a:lnTo>
                  <a:lnTo>
                    <a:pt x="489774" y="47830"/>
                  </a:lnTo>
                  <a:lnTo>
                    <a:pt x="451959" y="40020"/>
                  </a:lnTo>
                  <a:lnTo>
                    <a:pt x="416308" y="33133"/>
                  </a:lnTo>
                  <a:lnTo>
                    <a:pt x="413349" y="32586"/>
                  </a:lnTo>
                  <a:lnTo>
                    <a:pt x="372617" y="25551"/>
                  </a:lnTo>
                  <a:lnTo>
                    <a:pt x="333081" y="19755"/>
                  </a:lnTo>
                  <a:lnTo>
                    <a:pt x="293007" y="15008"/>
                  </a:lnTo>
                  <a:lnTo>
                    <a:pt x="250672" y="11098"/>
                  </a:lnTo>
                  <a:lnTo>
                    <a:pt x="204984" y="7862"/>
                  </a:lnTo>
                  <a:lnTo>
                    <a:pt x="156238" y="5206"/>
                  </a:lnTo>
                  <a:lnTo>
                    <a:pt x="106949" y="3105"/>
                  </a:lnTo>
                  <a:lnTo>
                    <a:pt x="62107" y="1575"/>
                  </a:lnTo>
                  <a:lnTo>
                    <a:pt x="27725" y="616"/>
                  </a:lnTo>
                  <a:lnTo>
                    <a:pt x="7610" y="148"/>
                  </a:lnTo>
                  <a:lnTo>
                    <a:pt x="533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1449239" y="4852162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1449239" y="4884749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1449239" y="4917335"/>
              <a:ext cx="1417199" cy="65173"/>
            </a:xfrm>
            <a:custGeom>
              <a:avLst/>
              <a:pathLst>
                <a:path w="1417199" h="65173">
                  <a:moveTo>
                    <a:pt x="0" y="65173"/>
                  </a:moveTo>
                  <a:lnTo>
                    <a:pt x="1776" y="65168"/>
                  </a:lnTo>
                  <a:lnTo>
                    <a:pt x="12798" y="65130"/>
                  </a:lnTo>
                  <a:lnTo>
                    <a:pt x="37956" y="65026"/>
                  </a:lnTo>
                  <a:lnTo>
                    <a:pt x="76588" y="64834"/>
                  </a:lnTo>
                  <a:lnTo>
                    <a:pt x="123708" y="64546"/>
                  </a:lnTo>
                  <a:lnTo>
                    <a:pt x="173331" y="64163"/>
                  </a:lnTo>
                  <a:lnTo>
                    <a:pt x="221246" y="63687"/>
                  </a:lnTo>
                  <a:lnTo>
                    <a:pt x="265779" y="63110"/>
                  </a:lnTo>
                  <a:lnTo>
                    <a:pt x="307217" y="62413"/>
                  </a:lnTo>
                  <a:lnTo>
                    <a:pt x="346952" y="61563"/>
                  </a:lnTo>
                  <a:lnTo>
                    <a:pt x="386791" y="60525"/>
                  </a:lnTo>
                  <a:lnTo>
                    <a:pt x="413349" y="59742"/>
                  </a:lnTo>
                  <a:lnTo>
                    <a:pt x="449261" y="58593"/>
                  </a:lnTo>
                  <a:lnTo>
                    <a:pt x="487356" y="57287"/>
                  </a:lnTo>
                  <a:lnTo>
                    <a:pt x="527918" y="55825"/>
                  </a:lnTo>
                  <a:lnTo>
                    <a:pt x="570931" y="54217"/>
                  </a:lnTo>
                  <a:lnTo>
                    <a:pt x="616093" y="52488"/>
                  </a:lnTo>
                  <a:lnTo>
                    <a:pt x="662843" y="50671"/>
                  </a:lnTo>
                  <a:lnTo>
                    <a:pt x="710424" y="48808"/>
                  </a:lnTo>
                  <a:lnTo>
                    <a:pt x="757970" y="46948"/>
                  </a:lnTo>
                  <a:lnTo>
                    <a:pt x="804624" y="45136"/>
                  </a:lnTo>
                  <a:lnTo>
                    <a:pt x="849638" y="43415"/>
                  </a:lnTo>
                  <a:lnTo>
                    <a:pt x="892471" y="41818"/>
                  </a:lnTo>
                  <a:lnTo>
                    <a:pt x="932841" y="40367"/>
                  </a:lnTo>
                  <a:lnTo>
                    <a:pt x="970756" y="39073"/>
                  </a:lnTo>
                  <a:lnTo>
                    <a:pt x="1003849" y="38018"/>
                  </a:lnTo>
                  <a:lnTo>
                    <a:pt x="1044642" y="36844"/>
                  </a:lnTo>
                  <a:lnTo>
                    <a:pt x="1084236" y="35876"/>
                  </a:lnTo>
                  <a:lnTo>
                    <a:pt x="1124377" y="35085"/>
                  </a:lnTo>
                  <a:lnTo>
                    <a:pt x="1166792" y="34433"/>
                  </a:lnTo>
                  <a:lnTo>
                    <a:pt x="1212572" y="33893"/>
                  </a:lnTo>
                  <a:lnTo>
                    <a:pt x="1261410" y="33451"/>
                  </a:lnTo>
                  <a:lnTo>
                    <a:pt x="1310756" y="33101"/>
                  </a:lnTo>
                  <a:lnTo>
                    <a:pt x="1355579" y="32847"/>
                  </a:lnTo>
                  <a:lnTo>
                    <a:pt x="1389846" y="32688"/>
                  </a:lnTo>
                  <a:lnTo>
                    <a:pt x="1409782" y="32611"/>
                  </a:lnTo>
                  <a:lnTo>
                    <a:pt x="1416704" y="32588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5"/>
                  </a:lnTo>
                  <a:lnTo>
                    <a:pt x="1404401" y="43"/>
                  </a:lnTo>
                  <a:lnTo>
                    <a:pt x="1379243" y="147"/>
                  </a:lnTo>
                  <a:lnTo>
                    <a:pt x="1340611" y="339"/>
                  </a:lnTo>
                  <a:lnTo>
                    <a:pt x="1293491" y="627"/>
                  </a:lnTo>
                  <a:lnTo>
                    <a:pt x="1243868" y="1010"/>
                  </a:lnTo>
                  <a:lnTo>
                    <a:pt x="1195952" y="1486"/>
                  </a:lnTo>
                  <a:lnTo>
                    <a:pt x="1151419" y="2063"/>
                  </a:lnTo>
                  <a:lnTo>
                    <a:pt x="1109982" y="2760"/>
                  </a:lnTo>
                  <a:lnTo>
                    <a:pt x="1070247" y="3610"/>
                  </a:lnTo>
                  <a:lnTo>
                    <a:pt x="1030408" y="4648"/>
                  </a:lnTo>
                  <a:lnTo>
                    <a:pt x="1003849" y="5431"/>
                  </a:lnTo>
                  <a:lnTo>
                    <a:pt x="967938" y="6580"/>
                  </a:lnTo>
                  <a:lnTo>
                    <a:pt x="929843" y="7886"/>
                  </a:lnTo>
                  <a:lnTo>
                    <a:pt x="889281" y="9348"/>
                  </a:lnTo>
                  <a:lnTo>
                    <a:pt x="846268" y="10955"/>
                  </a:lnTo>
                  <a:lnTo>
                    <a:pt x="801106" y="12685"/>
                  </a:lnTo>
                  <a:lnTo>
                    <a:pt x="754355" y="14502"/>
                  </a:lnTo>
                  <a:lnTo>
                    <a:pt x="706775" y="16364"/>
                  </a:lnTo>
                  <a:lnTo>
                    <a:pt x="659228" y="18225"/>
                  </a:lnTo>
                  <a:lnTo>
                    <a:pt x="612575" y="20037"/>
                  </a:lnTo>
                  <a:lnTo>
                    <a:pt x="567560" y="21758"/>
                  </a:lnTo>
                  <a:lnTo>
                    <a:pt x="524727" y="23355"/>
                  </a:lnTo>
                  <a:lnTo>
                    <a:pt x="484357" y="24806"/>
                  </a:lnTo>
                  <a:lnTo>
                    <a:pt x="446443" y="26100"/>
                  </a:lnTo>
                  <a:lnTo>
                    <a:pt x="413349" y="27155"/>
                  </a:lnTo>
                  <a:lnTo>
                    <a:pt x="372557" y="28329"/>
                  </a:lnTo>
                  <a:lnTo>
                    <a:pt x="332962" y="29296"/>
                  </a:lnTo>
                  <a:lnTo>
                    <a:pt x="292822" y="30088"/>
                  </a:lnTo>
                  <a:lnTo>
                    <a:pt x="250407" y="30740"/>
                  </a:lnTo>
                  <a:lnTo>
                    <a:pt x="204627" y="31280"/>
                  </a:lnTo>
                  <a:lnTo>
                    <a:pt x="155789" y="31722"/>
                  </a:lnTo>
                  <a:lnTo>
                    <a:pt x="106442" y="32072"/>
                  </a:lnTo>
                  <a:lnTo>
                    <a:pt x="61619" y="32326"/>
                  </a:lnTo>
                  <a:lnTo>
                    <a:pt x="27353" y="32485"/>
                  </a:lnTo>
                  <a:lnTo>
                    <a:pt x="7417" y="32562"/>
                  </a:lnTo>
                  <a:lnTo>
                    <a:pt x="495" y="32585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1449239" y="5992706"/>
              <a:ext cx="1417199" cy="684326"/>
            </a:xfrm>
            <a:custGeom>
              <a:avLst/>
              <a:pathLst>
                <a:path w="1417199" h="684326">
                  <a:moveTo>
                    <a:pt x="0" y="684326"/>
                  </a:moveTo>
                  <a:lnTo>
                    <a:pt x="1692" y="684225"/>
                  </a:lnTo>
                  <a:lnTo>
                    <a:pt x="12221" y="683499"/>
                  </a:lnTo>
                  <a:lnTo>
                    <a:pt x="36365" y="681526"/>
                  </a:lnTo>
                  <a:lnTo>
                    <a:pt x="73707" y="677857"/>
                  </a:lnTo>
                  <a:lnTo>
                    <a:pt x="119648" y="672324"/>
                  </a:lnTo>
                  <a:lnTo>
                    <a:pt x="168442" y="664961"/>
                  </a:lnTo>
                  <a:lnTo>
                    <a:pt x="215870" y="655801"/>
                  </a:lnTo>
                  <a:lnTo>
                    <a:pt x="260094" y="644717"/>
                  </a:lnTo>
                  <a:lnTo>
                    <a:pt x="301208" y="631358"/>
                  </a:lnTo>
                  <a:lnTo>
                    <a:pt x="340433" y="615161"/>
                  </a:lnTo>
                  <a:lnTo>
                    <a:pt x="379467" y="595442"/>
                  </a:lnTo>
                  <a:lnTo>
                    <a:pt x="413349" y="575703"/>
                  </a:lnTo>
                  <a:lnTo>
                    <a:pt x="445497" y="555213"/>
                  </a:lnTo>
                  <a:lnTo>
                    <a:pt x="479372" y="532197"/>
                  </a:lnTo>
                  <a:lnTo>
                    <a:pt x="515211" y="506644"/>
                  </a:lnTo>
                  <a:lnTo>
                    <a:pt x="553060" y="478677"/>
                  </a:lnTo>
                  <a:lnTo>
                    <a:pt x="592770" y="448567"/>
                  </a:lnTo>
                  <a:lnTo>
                    <a:pt x="634019" y="416736"/>
                  </a:lnTo>
                  <a:lnTo>
                    <a:pt x="676328" y="383736"/>
                  </a:lnTo>
                  <a:lnTo>
                    <a:pt x="719115" y="350215"/>
                  </a:lnTo>
                  <a:lnTo>
                    <a:pt x="761745" y="316864"/>
                  </a:lnTo>
                  <a:lnTo>
                    <a:pt x="803601" y="284362"/>
                  </a:lnTo>
                  <a:lnTo>
                    <a:pt x="844145" y="253315"/>
                  </a:lnTo>
                  <a:lnTo>
                    <a:pt x="882971" y="224214"/>
                  </a:lnTo>
                  <a:lnTo>
                    <a:pt x="919840" y="197408"/>
                  </a:lnTo>
                  <a:lnTo>
                    <a:pt x="954697" y="173094"/>
                  </a:lnTo>
                  <a:lnTo>
                    <a:pt x="987682" y="151328"/>
                  </a:lnTo>
                  <a:lnTo>
                    <a:pt x="1003849" y="141210"/>
                  </a:lnTo>
                  <a:lnTo>
                    <a:pt x="1043982" y="118080"/>
                  </a:lnTo>
                  <a:lnTo>
                    <a:pt x="1082930" y="98965"/>
                  </a:lnTo>
                  <a:lnTo>
                    <a:pt x="1122347" y="83263"/>
                  </a:lnTo>
                  <a:lnTo>
                    <a:pt x="1163893" y="70297"/>
                  </a:lnTo>
                  <a:lnTo>
                    <a:pt x="1208660" y="59536"/>
                  </a:lnTo>
                  <a:lnTo>
                    <a:pt x="1256486" y="50664"/>
                  </a:lnTo>
                  <a:lnTo>
                    <a:pt x="1305169" y="43587"/>
                  </a:lnTo>
                  <a:lnTo>
                    <a:pt x="1350139" y="38350"/>
                  </a:lnTo>
                  <a:lnTo>
                    <a:pt x="1385617" y="34969"/>
                  </a:lnTo>
                  <a:lnTo>
                    <a:pt x="1407493" y="33230"/>
                  </a:lnTo>
                  <a:lnTo>
                    <a:pt x="1416175" y="3264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506" y="100"/>
                  </a:lnTo>
                  <a:lnTo>
                    <a:pt x="1404978" y="827"/>
                  </a:lnTo>
                  <a:lnTo>
                    <a:pt x="1380834" y="2799"/>
                  </a:lnTo>
                  <a:lnTo>
                    <a:pt x="1343492" y="6469"/>
                  </a:lnTo>
                  <a:lnTo>
                    <a:pt x="1297551" y="12001"/>
                  </a:lnTo>
                  <a:lnTo>
                    <a:pt x="1248757" y="19364"/>
                  </a:lnTo>
                  <a:lnTo>
                    <a:pt x="1201329" y="28525"/>
                  </a:lnTo>
                  <a:lnTo>
                    <a:pt x="1157104" y="39609"/>
                  </a:lnTo>
                  <a:lnTo>
                    <a:pt x="1115991" y="52968"/>
                  </a:lnTo>
                  <a:lnTo>
                    <a:pt x="1076766" y="69165"/>
                  </a:lnTo>
                  <a:lnTo>
                    <a:pt x="1037732" y="88884"/>
                  </a:lnTo>
                  <a:lnTo>
                    <a:pt x="1003849" y="108623"/>
                  </a:lnTo>
                  <a:lnTo>
                    <a:pt x="971702" y="129113"/>
                  </a:lnTo>
                  <a:lnTo>
                    <a:pt x="937827" y="152129"/>
                  </a:lnTo>
                  <a:lnTo>
                    <a:pt x="901987" y="177682"/>
                  </a:lnTo>
                  <a:lnTo>
                    <a:pt x="864139" y="205649"/>
                  </a:lnTo>
                  <a:lnTo>
                    <a:pt x="824428" y="235758"/>
                  </a:lnTo>
                  <a:lnTo>
                    <a:pt x="783180" y="267589"/>
                  </a:lnTo>
                  <a:lnTo>
                    <a:pt x="740870" y="300590"/>
                  </a:lnTo>
                  <a:lnTo>
                    <a:pt x="698084" y="334111"/>
                  </a:lnTo>
                  <a:lnTo>
                    <a:pt x="655454" y="367461"/>
                  </a:lnTo>
                  <a:lnTo>
                    <a:pt x="613598" y="399963"/>
                  </a:lnTo>
                  <a:lnTo>
                    <a:pt x="573054" y="431011"/>
                  </a:lnTo>
                  <a:lnTo>
                    <a:pt x="534227" y="460112"/>
                  </a:lnTo>
                  <a:lnTo>
                    <a:pt x="497359" y="486918"/>
                  </a:lnTo>
                  <a:lnTo>
                    <a:pt x="462502" y="511231"/>
                  </a:lnTo>
                  <a:lnTo>
                    <a:pt x="429517" y="532998"/>
                  </a:lnTo>
                  <a:lnTo>
                    <a:pt x="413349" y="543116"/>
                  </a:lnTo>
                  <a:lnTo>
                    <a:pt x="373217" y="566245"/>
                  </a:lnTo>
                  <a:lnTo>
                    <a:pt x="334269" y="585361"/>
                  </a:lnTo>
                  <a:lnTo>
                    <a:pt x="294852" y="601063"/>
                  </a:lnTo>
                  <a:lnTo>
                    <a:pt x="253306" y="614028"/>
                  </a:lnTo>
                  <a:lnTo>
                    <a:pt x="208539" y="624790"/>
                  </a:lnTo>
                  <a:lnTo>
                    <a:pt x="160712" y="633662"/>
                  </a:lnTo>
                  <a:lnTo>
                    <a:pt x="112030" y="640739"/>
                  </a:lnTo>
                  <a:lnTo>
                    <a:pt x="67059" y="645975"/>
                  </a:lnTo>
                  <a:lnTo>
                    <a:pt x="31582" y="649357"/>
                  </a:lnTo>
                  <a:lnTo>
                    <a:pt x="9706" y="651095"/>
                  </a:lnTo>
                  <a:lnTo>
                    <a:pt x="1023" y="651679"/>
                  </a:lnTo>
                  <a:lnTo>
                    <a:pt x="0" y="651739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1449239" y="4949922"/>
              <a:ext cx="1417199" cy="1694522"/>
            </a:xfrm>
            <a:custGeom>
              <a:avLst/>
              <a:pathLst>
                <a:path w="1417199" h="1694522">
                  <a:moveTo>
                    <a:pt x="0" y="1694522"/>
                  </a:moveTo>
                  <a:lnTo>
                    <a:pt x="1089" y="1694360"/>
                  </a:lnTo>
                  <a:lnTo>
                    <a:pt x="8001" y="1693190"/>
                  </a:lnTo>
                  <a:lnTo>
                    <a:pt x="24436" y="1689979"/>
                  </a:lnTo>
                  <a:lnTo>
                    <a:pt x="51303" y="1683858"/>
                  </a:lnTo>
                  <a:lnTo>
                    <a:pt x="86746" y="1674326"/>
                  </a:lnTo>
                  <a:lnTo>
                    <a:pt x="127258" y="1661272"/>
                  </a:lnTo>
                  <a:lnTo>
                    <a:pt x="169249" y="1644792"/>
                  </a:lnTo>
                  <a:lnTo>
                    <a:pt x="210152" y="1624931"/>
                  </a:lnTo>
                  <a:lnTo>
                    <a:pt x="248736" y="1601507"/>
                  </a:lnTo>
                  <a:lnTo>
                    <a:pt x="284876" y="1574024"/>
                  </a:lnTo>
                  <a:lnTo>
                    <a:pt x="319179" y="1541674"/>
                  </a:lnTo>
                  <a:lnTo>
                    <a:pt x="352634" y="1503404"/>
                  </a:lnTo>
                  <a:lnTo>
                    <a:pt x="386353" y="1458098"/>
                  </a:lnTo>
                  <a:lnTo>
                    <a:pt x="413349" y="1417533"/>
                  </a:lnTo>
                  <a:lnTo>
                    <a:pt x="437772" y="1378179"/>
                  </a:lnTo>
                  <a:lnTo>
                    <a:pt x="463159" y="1335088"/>
                  </a:lnTo>
                  <a:lnTo>
                    <a:pt x="489645" y="1288198"/>
                  </a:lnTo>
                  <a:lnTo>
                    <a:pt x="517301" y="1237554"/>
                  </a:lnTo>
                  <a:lnTo>
                    <a:pt x="546133" y="1183325"/>
                  </a:lnTo>
                  <a:lnTo>
                    <a:pt x="576079" y="1125808"/>
                  </a:lnTo>
                  <a:lnTo>
                    <a:pt x="607017" y="1065435"/>
                  </a:lnTo>
                  <a:lnTo>
                    <a:pt x="638767" y="1002758"/>
                  </a:lnTo>
                  <a:lnTo>
                    <a:pt x="671104" y="938440"/>
                  </a:lnTo>
                  <a:lnTo>
                    <a:pt x="703764" y="873219"/>
                  </a:lnTo>
                  <a:lnTo>
                    <a:pt x="736466" y="807881"/>
                  </a:lnTo>
                  <a:lnTo>
                    <a:pt x="768926" y="743217"/>
                  </a:lnTo>
                  <a:lnTo>
                    <a:pt x="800875" y="679982"/>
                  </a:lnTo>
                  <a:lnTo>
                    <a:pt x="832074" y="618866"/>
                  </a:lnTo>
                  <a:lnTo>
                    <a:pt x="862329" y="560454"/>
                  </a:lnTo>
                  <a:lnTo>
                    <a:pt x="891499" y="505216"/>
                  </a:lnTo>
                  <a:lnTo>
                    <a:pt x="919505" y="453490"/>
                  </a:lnTo>
                  <a:lnTo>
                    <a:pt x="946333" y="405481"/>
                  </a:lnTo>
                  <a:lnTo>
                    <a:pt x="972033" y="361269"/>
                  </a:lnTo>
                  <a:lnTo>
                    <a:pt x="996722" y="320823"/>
                  </a:lnTo>
                  <a:lnTo>
                    <a:pt x="1003849" y="309576"/>
                  </a:lnTo>
                  <a:lnTo>
                    <a:pt x="1038449" y="258238"/>
                  </a:lnTo>
                  <a:lnTo>
                    <a:pt x="1072016" y="214591"/>
                  </a:lnTo>
                  <a:lnTo>
                    <a:pt x="1105565" y="177741"/>
                  </a:lnTo>
                  <a:lnTo>
                    <a:pt x="1140200" y="146561"/>
                  </a:lnTo>
                  <a:lnTo>
                    <a:pt x="1176854" y="120044"/>
                  </a:lnTo>
                  <a:lnTo>
                    <a:pt x="1215999" y="97447"/>
                  </a:lnTo>
                  <a:lnTo>
                    <a:pt x="1257297" y="78347"/>
                  </a:lnTo>
                  <a:lnTo>
                    <a:pt x="1299227" y="62622"/>
                  </a:lnTo>
                  <a:lnTo>
                    <a:pt x="1338939" y="50349"/>
                  </a:lnTo>
                  <a:lnTo>
                    <a:pt x="1372739" y="41600"/>
                  </a:lnTo>
                  <a:lnTo>
                    <a:pt x="1397350" y="36187"/>
                  </a:lnTo>
                  <a:lnTo>
                    <a:pt x="1411476" y="33517"/>
                  </a:lnTo>
                  <a:lnTo>
                    <a:pt x="1416679" y="32662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6110" y="162"/>
                  </a:lnTo>
                  <a:lnTo>
                    <a:pt x="1409198" y="1332"/>
                  </a:lnTo>
                  <a:lnTo>
                    <a:pt x="1392762" y="4543"/>
                  </a:lnTo>
                  <a:lnTo>
                    <a:pt x="1365896" y="10664"/>
                  </a:lnTo>
                  <a:lnTo>
                    <a:pt x="1330452" y="20196"/>
                  </a:lnTo>
                  <a:lnTo>
                    <a:pt x="1289940" y="33250"/>
                  </a:lnTo>
                  <a:lnTo>
                    <a:pt x="1247950" y="49730"/>
                  </a:lnTo>
                  <a:lnTo>
                    <a:pt x="1207046" y="69591"/>
                  </a:lnTo>
                  <a:lnTo>
                    <a:pt x="1168463" y="93014"/>
                  </a:lnTo>
                  <a:lnTo>
                    <a:pt x="1132322" y="120497"/>
                  </a:lnTo>
                  <a:lnTo>
                    <a:pt x="1098020" y="152848"/>
                  </a:lnTo>
                  <a:lnTo>
                    <a:pt x="1064565" y="191118"/>
                  </a:lnTo>
                  <a:lnTo>
                    <a:pt x="1030845" y="236424"/>
                  </a:lnTo>
                  <a:lnTo>
                    <a:pt x="1003849" y="276989"/>
                  </a:lnTo>
                  <a:lnTo>
                    <a:pt x="979427" y="316343"/>
                  </a:lnTo>
                  <a:lnTo>
                    <a:pt x="954040" y="359434"/>
                  </a:lnTo>
                  <a:lnTo>
                    <a:pt x="927554" y="406324"/>
                  </a:lnTo>
                  <a:lnTo>
                    <a:pt x="899897" y="456968"/>
                  </a:lnTo>
                  <a:lnTo>
                    <a:pt x="871066" y="511197"/>
                  </a:lnTo>
                  <a:lnTo>
                    <a:pt x="841120" y="568714"/>
                  </a:lnTo>
                  <a:lnTo>
                    <a:pt x="810182" y="629087"/>
                  </a:lnTo>
                  <a:lnTo>
                    <a:pt x="778431" y="691764"/>
                  </a:lnTo>
                  <a:lnTo>
                    <a:pt x="746095" y="756082"/>
                  </a:lnTo>
                  <a:lnTo>
                    <a:pt x="713435" y="821302"/>
                  </a:lnTo>
                  <a:lnTo>
                    <a:pt x="680733" y="886640"/>
                  </a:lnTo>
                  <a:lnTo>
                    <a:pt x="648272" y="951305"/>
                  </a:lnTo>
                  <a:lnTo>
                    <a:pt x="616323" y="1014539"/>
                  </a:lnTo>
                  <a:lnTo>
                    <a:pt x="585124" y="1075656"/>
                  </a:lnTo>
                  <a:lnTo>
                    <a:pt x="554870" y="1134068"/>
                  </a:lnTo>
                  <a:lnTo>
                    <a:pt x="525700" y="1189305"/>
                  </a:lnTo>
                  <a:lnTo>
                    <a:pt x="497694" y="1241032"/>
                  </a:lnTo>
                  <a:lnTo>
                    <a:pt x="470866" y="1289041"/>
                  </a:lnTo>
                  <a:lnTo>
                    <a:pt x="445166" y="1333253"/>
                  </a:lnTo>
                  <a:lnTo>
                    <a:pt x="420476" y="1373699"/>
                  </a:lnTo>
                  <a:lnTo>
                    <a:pt x="413349" y="1384946"/>
                  </a:lnTo>
                  <a:lnTo>
                    <a:pt x="378750" y="1436284"/>
                  </a:lnTo>
                  <a:lnTo>
                    <a:pt x="345183" y="1479931"/>
                  </a:lnTo>
                  <a:lnTo>
                    <a:pt x="311634" y="1516781"/>
                  </a:lnTo>
                  <a:lnTo>
                    <a:pt x="276998" y="1547961"/>
                  </a:lnTo>
                  <a:lnTo>
                    <a:pt x="240345" y="1574478"/>
                  </a:lnTo>
                  <a:lnTo>
                    <a:pt x="201200" y="1597075"/>
                  </a:lnTo>
                  <a:lnTo>
                    <a:pt x="159901" y="1616175"/>
                  </a:lnTo>
                  <a:lnTo>
                    <a:pt x="117972" y="1631900"/>
                  </a:lnTo>
                  <a:lnTo>
                    <a:pt x="78260" y="1644173"/>
                  </a:lnTo>
                  <a:lnTo>
                    <a:pt x="44460" y="1652922"/>
                  </a:lnTo>
                  <a:lnTo>
                    <a:pt x="19849" y="1658335"/>
                  </a:lnTo>
                  <a:lnTo>
                    <a:pt x="5723" y="1661005"/>
                  </a:lnTo>
                  <a:lnTo>
                    <a:pt x="520" y="1661860"/>
                  </a:lnTo>
                  <a:lnTo>
                    <a:pt x="0" y="166193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1449239" y="6025293"/>
              <a:ext cx="1417199" cy="684326"/>
            </a:xfrm>
            <a:custGeom>
              <a:avLst/>
              <a:pathLst>
                <a:path w="1417199" h="684326">
                  <a:moveTo>
                    <a:pt x="0" y="684326"/>
                  </a:moveTo>
                  <a:lnTo>
                    <a:pt x="1692" y="684225"/>
                  </a:lnTo>
                  <a:lnTo>
                    <a:pt x="12221" y="683499"/>
                  </a:lnTo>
                  <a:lnTo>
                    <a:pt x="36365" y="681526"/>
                  </a:lnTo>
                  <a:lnTo>
                    <a:pt x="73707" y="677857"/>
                  </a:lnTo>
                  <a:lnTo>
                    <a:pt x="119648" y="672324"/>
                  </a:lnTo>
                  <a:lnTo>
                    <a:pt x="168442" y="664961"/>
                  </a:lnTo>
                  <a:lnTo>
                    <a:pt x="215870" y="655801"/>
                  </a:lnTo>
                  <a:lnTo>
                    <a:pt x="260094" y="644717"/>
                  </a:lnTo>
                  <a:lnTo>
                    <a:pt x="301208" y="631358"/>
                  </a:lnTo>
                  <a:lnTo>
                    <a:pt x="340433" y="615161"/>
                  </a:lnTo>
                  <a:lnTo>
                    <a:pt x="379467" y="595442"/>
                  </a:lnTo>
                  <a:lnTo>
                    <a:pt x="413349" y="575703"/>
                  </a:lnTo>
                  <a:lnTo>
                    <a:pt x="445497" y="555213"/>
                  </a:lnTo>
                  <a:lnTo>
                    <a:pt x="479372" y="532197"/>
                  </a:lnTo>
                  <a:lnTo>
                    <a:pt x="515211" y="506644"/>
                  </a:lnTo>
                  <a:lnTo>
                    <a:pt x="553060" y="478677"/>
                  </a:lnTo>
                  <a:lnTo>
                    <a:pt x="592770" y="448567"/>
                  </a:lnTo>
                  <a:lnTo>
                    <a:pt x="634019" y="416736"/>
                  </a:lnTo>
                  <a:lnTo>
                    <a:pt x="676328" y="383736"/>
                  </a:lnTo>
                  <a:lnTo>
                    <a:pt x="719115" y="350215"/>
                  </a:lnTo>
                  <a:lnTo>
                    <a:pt x="761745" y="316864"/>
                  </a:lnTo>
                  <a:lnTo>
                    <a:pt x="803601" y="284362"/>
                  </a:lnTo>
                  <a:lnTo>
                    <a:pt x="844145" y="253315"/>
                  </a:lnTo>
                  <a:lnTo>
                    <a:pt x="882971" y="224214"/>
                  </a:lnTo>
                  <a:lnTo>
                    <a:pt x="919840" y="197408"/>
                  </a:lnTo>
                  <a:lnTo>
                    <a:pt x="954697" y="173094"/>
                  </a:lnTo>
                  <a:lnTo>
                    <a:pt x="987682" y="151328"/>
                  </a:lnTo>
                  <a:lnTo>
                    <a:pt x="1003849" y="141210"/>
                  </a:lnTo>
                  <a:lnTo>
                    <a:pt x="1043982" y="118080"/>
                  </a:lnTo>
                  <a:lnTo>
                    <a:pt x="1082930" y="98965"/>
                  </a:lnTo>
                  <a:lnTo>
                    <a:pt x="1122347" y="83263"/>
                  </a:lnTo>
                  <a:lnTo>
                    <a:pt x="1163893" y="70297"/>
                  </a:lnTo>
                  <a:lnTo>
                    <a:pt x="1208660" y="59536"/>
                  </a:lnTo>
                  <a:lnTo>
                    <a:pt x="1256486" y="50664"/>
                  </a:lnTo>
                  <a:lnTo>
                    <a:pt x="1305169" y="43587"/>
                  </a:lnTo>
                  <a:lnTo>
                    <a:pt x="1350139" y="38350"/>
                  </a:lnTo>
                  <a:lnTo>
                    <a:pt x="1385617" y="34969"/>
                  </a:lnTo>
                  <a:lnTo>
                    <a:pt x="1407493" y="33230"/>
                  </a:lnTo>
                  <a:lnTo>
                    <a:pt x="1416175" y="3264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506" y="100"/>
                  </a:lnTo>
                  <a:lnTo>
                    <a:pt x="1404978" y="827"/>
                  </a:lnTo>
                  <a:lnTo>
                    <a:pt x="1380834" y="2799"/>
                  </a:lnTo>
                  <a:lnTo>
                    <a:pt x="1343492" y="6469"/>
                  </a:lnTo>
                  <a:lnTo>
                    <a:pt x="1297551" y="12001"/>
                  </a:lnTo>
                  <a:lnTo>
                    <a:pt x="1248757" y="19364"/>
                  </a:lnTo>
                  <a:lnTo>
                    <a:pt x="1201329" y="28525"/>
                  </a:lnTo>
                  <a:lnTo>
                    <a:pt x="1157104" y="39609"/>
                  </a:lnTo>
                  <a:lnTo>
                    <a:pt x="1115991" y="52968"/>
                  </a:lnTo>
                  <a:lnTo>
                    <a:pt x="1076766" y="69165"/>
                  </a:lnTo>
                  <a:lnTo>
                    <a:pt x="1037732" y="88884"/>
                  </a:lnTo>
                  <a:lnTo>
                    <a:pt x="1003849" y="108623"/>
                  </a:lnTo>
                  <a:lnTo>
                    <a:pt x="971702" y="129113"/>
                  </a:lnTo>
                  <a:lnTo>
                    <a:pt x="937827" y="152129"/>
                  </a:lnTo>
                  <a:lnTo>
                    <a:pt x="901987" y="177682"/>
                  </a:lnTo>
                  <a:lnTo>
                    <a:pt x="864139" y="205649"/>
                  </a:lnTo>
                  <a:lnTo>
                    <a:pt x="824428" y="235758"/>
                  </a:lnTo>
                  <a:lnTo>
                    <a:pt x="783180" y="267589"/>
                  </a:lnTo>
                  <a:lnTo>
                    <a:pt x="740870" y="300590"/>
                  </a:lnTo>
                  <a:lnTo>
                    <a:pt x="698084" y="334111"/>
                  </a:lnTo>
                  <a:lnTo>
                    <a:pt x="655454" y="367461"/>
                  </a:lnTo>
                  <a:lnTo>
                    <a:pt x="613598" y="399963"/>
                  </a:lnTo>
                  <a:lnTo>
                    <a:pt x="573054" y="431011"/>
                  </a:lnTo>
                  <a:lnTo>
                    <a:pt x="534227" y="460112"/>
                  </a:lnTo>
                  <a:lnTo>
                    <a:pt x="497359" y="486918"/>
                  </a:lnTo>
                  <a:lnTo>
                    <a:pt x="462502" y="511231"/>
                  </a:lnTo>
                  <a:lnTo>
                    <a:pt x="429517" y="532998"/>
                  </a:lnTo>
                  <a:lnTo>
                    <a:pt x="413349" y="543116"/>
                  </a:lnTo>
                  <a:lnTo>
                    <a:pt x="373217" y="566245"/>
                  </a:lnTo>
                  <a:lnTo>
                    <a:pt x="334269" y="585361"/>
                  </a:lnTo>
                  <a:lnTo>
                    <a:pt x="294852" y="601063"/>
                  </a:lnTo>
                  <a:lnTo>
                    <a:pt x="253306" y="614028"/>
                  </a:lnTo>
                  <a:lnTo>
                    <a:pt x="208539" y="624790"/>
                  </a:lnTo>
                  <a:lnTo>
                    <a:pt x="160712" y="633662"/>
                  </a:lnTo>
                  <a:lnTo>
                    <a:pt x="112030" y="640739"/>
                  </a:lnTo>
                  <a:lnTo>
                    <a:pt x="67059" y="645975"/>
                  </a:lnTo>
                  <a:lnTo>
                    <a:pt x="31582" y="649357"/>
                  </a:lnTo>
                  <a:lnTo>
                    <a:pt x="9706" y="651095"/>
                  </a:lnTo>
                  <a:lnTo>
                    <a:pt x="1023" y="651679"/>
                  </a:lnTo>
                  <a:lnTo>
                    <a:pt x="0" y="651739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449239" y="6057880"/>
              <a:ext cx="1417199" cy="684326"/>
            </a:xfrm>
            <a:custGeom>
              <a:avLst/>
              <a:pathLst>
                <a:path w="1417199" h="684326">
                  <a:moveTo>
                    <a:pt x="0" y="684326"/>
                  </a:moveTo>
                  <a:lnTo>
                    <a:pt x="1692" y="684225"/>
                  </a:lnTo>
                  <a:lnTo>
                    <a:pt x="12221" y="683499"/>
                  </a:lnTo>
                  <a:lnTo>
                    <a:pt x="36365" y="681526"/>
                  </a:lnTo>
                  <a:lnTo>
                    <a:pt x="73707" y="677857"/>
                  </a:lnTo>
                  <a:lnTo>
                    <a:pt x="119648" y="672324"/>
                  </a:lnTo>
                  <a:lnTo>
                    <a:pt x="168442" y="664961"/>
                  </a:lnTo>
                  <a:lnTo>
                    <a:pt x="215870" y="655801"/>
                  </a:lnTo>
                  <a:lnTo>
                    <a:pt x="260094" y="644717"/>
                  </a:lnTo>
                  <a:lnTo>
                    <a:pt x="301208" y="631358"/>
                  </a:lnTo>
                  <a:lnTo>
                    <a:pt x="340433" y="615161"/>
                  </a:lnTo>
                  <a:lnTo>
                    <a:pt x="379467" y="595442"/>
                  </a:lnTo>
                  <a:lnTo>
                    <a:pt x="413349" y="575703"/>
                  </a:lnTo>
                  <a:lnTo>
                    <a:pt x="445497" y="555213"/>
                  </a:lnTo>
                  <a:lnTo>
                    <a:pt x="479372" y="532197"/>
                  </a:lnTo>
                  <a:lnTo>
                    <a:pt x="515211" y="506644"/>
                  </a:lnTo>
                  <a:lnTo>
                    <a:pt x="553060" y="478677"/>
                  </a:lnTo>
                  <a:lnTo>
                    <a:pt x="592770" y="448567"/>
                  </a:lnTo>
                  <a:lnTo>
                    <a:pt x="634019" y="416736"/>
                  </a:lnTo>
                  <a:lnTo>
                    <a:pt x="676328" y="383736"/>
                  </a:lnTo>
                  <a:lnTo>
                    <a:pt x="719115" y="350215"/>
                  </a:lnTo>
                  <a:lnTo>
                    <a:pt x="761745" y="316864"/>
                  </a:lnTo>
                  <a:lnTo>
                    <a:pt x="803601" y="284362"/>
                  </a:lnTo>
                  <a:lnTo>
                    <a:pt x="844145" y="253315"/>
                  </a:lnTo>
                  <a:lnTo>
                    <a:pt x="882971" y="224214"/>
                  </a:lnTo>
                  <a:lnTo>
                    <a:pt x="919840" y="197408"/>
                  </a:lnTo>
                  <a:lnTo>
                    <a:pt x="954697" y="173094"/>
                  </a:lnTo>
                  <a:lnTo>
                    <a:pt x="987682" y="151328"/>
                  </a:lnTo>
                  <a:lnTo>
                    <a:pt x="1003849" y="141210"/>
                  </a:lnTo>
                  <a:lnTo>
                    <a:pt x="1043982" y="118080"/>
                  </a:lnTo>
                  <a:lnTo>
                    <a:pt x="1082930" y="98965"/>
                  </a:lnTo>
                  <a:lnTo>
                    <a:pt x="1122347" y="83263"/>
                  </a:lnTo>
                  <a:lnTo>
                    <a:pt x="1163893" y="70297"/>
                  </a:lnTo>
                  <a:lnTo>
                    <a:pt x="1208660" y="59536"/>
                  </a:lnTo>
                  <a:lnTo>
                    <a:pt x="1256486" y="50664"/>
                  </a:lnTo>
                  <a:lnTo>
                    <a:pt x="1305169" y="43587"/>
                  </a:lnTo>
                  <a:lnTo>
                    <a:pt x="1350139" y="38350"/>
                  </a:lnTo>
                  <a:lnTo>
                    <a:pt x="1385617" y="34969"/>
                  </a:lnTo>
                  <a:lnTo>
                    <a:pt x="1407493" y="33230"/>
                  </a:lnTo>
                  <a:lnTo>
                    <a:pt x="1416175" y="3264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506" y="100"/>
                  </a:lnTo>
                  <a:lnTo>
                    <a:pt x="1404978" y="827"/>
                  </a:lnTo>
                  <a:lnTo>
                    <a:pt x="1380834" y="2799"/>
                  </a:lnTo>
                  <a:lnTo>
                    <a:pt x="1343492" y="6469"/>
                  </a:lnTo>
                  <a:lnTo>
                    <a:pt x="1297551" y="12001"/>
                  </a:lnTo>
                  <a:lnTo>
                    <a:pt x="1248757" y="19364"/>
                  </a:lnTo>
                  <a:lnTo>
                    <a:pt x="1201329" y="28525"/>
                  </a:lnTo>
                  <a:lnTo>
                    <a:pt x="1157104" y="39609"/>
                  </a:lnTo>
                  <a:lnTo>
                    <a:pt x="1115991" y="52968"/>
                  </a:lnTo>
                  <a:lnTo>
                    <a:pt x="1076766" y="69165"/>
                  </a:lnTo>
                  <a:lnTo>
                    <a:pt x="1037732" y="88884"/>
                  </a:lnTo>
                  <a:lnTo>
                    <a:pt x="1003849" y="108623"/>
                  </a:lnTo>
                  <a:lnTo>
                    <a:pt x="971702" y="129113"/>
                  </a:lnTo>
                  <a:lnTo>
                    <a:pt x="937827" y="152129"/>
                  </a:lnTo>
                  <a:lnTo>
                    <a:pt x="901987" y="177682"/>
                  </a:lnTo>
                  <a:lnTo>
                    <a:pt x="864139" y="205649"/>
                  </a:lnTo>
                  <a:lnTo>
                    <a:pt x="824428" y="235758"/>
                  </a:lnTo>
                  <a:lnTo>
                    <a:pt x="783180" y="267589"/>
                  </a:lnTo>
                  <a:lnTo>
                    <a:pt x="740870" y="300590"/>
                  </a:lnTo>
                  <a:lnTo>
                    <a:pt x="698084" y="334111"/>
                  </a:lnTo>
                  <a:lnTo>
                    <a:pt x="655454" y="367461"/>
                  </a:lnTo>
                  <a:lnTo>
                    <a:pt x="613598" y="399963"/>
                  </a:lnTo>
                  <a:lnTo>
                    <a:pt x="573054" y="431011"/>
                  </a:lnTo>
                  <a:lnTo>
                    <a:pt x="534227" y="460112"/>
                  </a:lnTo>
                  <a:lnTo>
                    <a:pt x="497359" y="486918"/>
                  </a:lnTo>
                  <a:lnTo>
                    <a:pt x="462502" y="511231"/>
                  </a:lnTo>
                  <a:lnTo>
                    <a:pt x="429517" y="532998"/>
                  </a:lnTo>
                  <a:lnTo>
                    <a:pt x="413349" y="543116"/>
                  </a:lnTo>
                  <a:lnTo>
                    <a:pt x="373217" y="566245"/>
                  </a:lnTo>
                  <a:lnTo>
                    <a:pt x="334269" y="585361"/>
                  </a:lnTo>
                  <a:lnTo>
                    <a:pt x="294852" y="601063"/>
                  </a:lnTo>
                  <a:lnTo>
                    <a:pt x="253306" y="614028"/>
                  </a:lnTo>
                  <a:lnTo>
                    <a:pt x="208539" y="624790"/>
                  </a:lnTo>
                  <a:lnTo>
                    <a:pt x="160712" y="633662"/>
                  </a:lnTo>
                  <a:lnTo>
                    <a:pt x="112030" y="640739"/>
                  </a:lnTo>
                  <a:lnTo>
                    <a:pt x="67059" y="645975"/>
                  </a:lnTo>
                  <a:lnTo>
                    <a:pt x="31582" y="649357"/>
                  </a:lnTo>
                  <a:lnTo>
                    <a:pt x="9706" y="651095"/>
                  </a:lnTo>
                  <a:lnTo>
                    <a:pt x="1023" y="651679"/>
                  </a:lnTo>
                  <a:lnTo>
                    <a:pt x="0" y="651739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449239" y="6774793"/>
              <a:ext cx="1417199" cy="32586"/>
            </a:xfrm>
            <a:custGeom>
              <a:avLst/>
              <a:pathLst>
                <a:path w="1417199" h="32586">
                  <a:moveTo>
                    <a:pt x="0" y="32586"/>
                  </a:moveTo>
                  <a:lnTo>
                    <a:pt x="1777" y="32586"/>
                  </a:lnTo>
                  <a:lnTo>
                    <a:pt x="12800" y="32586"/>
                  </a:lnTo>
                  <a:lnTo>
                    <a:pt x="37960" y="32586"/>
                  </a:lnTo>
                  <a:lnTo>
                    <a:pt x="76596" y="32586"/>
                  </a:lnTo>
                  <a:lnTo>
                    <a:pt x="123719" y="32586"/>
                  </a:lnTo>
                  <a:lnTo>
                    <a:pt x="173344" y="32586"/>
                  </a:lnTo>
                  <a:lnTo>
                    <a:pt x="221260" y="32586"/>
                  </a:lnTo>
                  <a:lnTo>
                    <a:pt x="265794" y="32586"/>
                  </a:lnTo>
                  <a:lnTo>
                    <a:pt x="307233" y="32586"/>
                  </a:lnTo>
                  <a:lnTo>
                    <a:pt x="346969" y="32586"/>
                  </a:lnTo>
                  <a:lnTo>
                    <a:pt x="386810" y="32586"/>
                  </a:lnTo>
                  <a:lnTo>
                    <a:pt x="413349" y="32586"/>
                  </a:lnTo>
                  <a:lnTo>
                    <a:pt x="449273" y="32586"/>
                  </a:lnTo>
                  <a:lnTo>
                    <a:pt x="487383" y="32586"/>
                  </a:lnTo>
                  <a:lnTo>
                    <a:pt x="527960" y="32586"/>
                  </a:lnTo>
                  <a:lnTo>
                    <a:pt x="570991" y="32586"/>
                  </a:lnTo>
                  <a:lnTo>
                    <a:pt x="616171" y="32586"/>
                  </a:lnTo>
                  <a:lnTo>
                    <a:pt x="662939" y="32586"/>
                  </a:lnTo>
                  <a:lnTo>
                    <a:pt x="710537" y="32586"/>
                  </a:lnTo>
                  <a:lnTo>
                    <a:pt x="758098" y="32586"/>
                  </a:lnTo>
                  <a:lnTo>
                    <a:pt x="804764" y="32586"/>
                  </a:lnTo>
                  <a:lnTo>
                    <a:pt x="849787" y="32586"/>
                  </a:lnTo>
                  <a:lnTo>
                    <a:pt x="892626" y="32586"/>
                  </a:lnTo>
                  <a:lnTo>
                    <a:pt x="933000" y="32586"/>
                  </a:lnTo>
                  <a:lnTo>
                    <a:pt x="970918" y="32586"/>
                  </a:lnTo>
                  <a:lnTo>
                    <a:pt x="1003849" y="32586"/>
                  </a:lnTo>
                  <a:lnTo>
                    <a:pt x="1044644" y="32586"/>
                  </a:lnTo>
                  <a:lnTo>
                    <a:pt x="1084240" y="32586"/>
                  </a:lnTo>
                  <a:lnTo>
                    <a:pt x="1124382" y="32586"/>
                  </a:lnTo>
                  <a:lnTo>
                    <a:pt x="1166799" y="32586"/>
                  </a:lnTo>
                  <a:lnTo>
                    <a:pt x="1212582" y="32586"/>
                  </a:lnTo>
                  <a:lnTo>
                    <a:pt x="1261423" y="32586"/>
                  </a:lnTo>
                  <a:lnTo>
                    <a:pt x="1310771" y="32586"/>
                  </a:lnTo>
                  <a:lnTo>
                    <a:pt x="1355593" y="32586"/>
                  </a:lnTo>
                  <a:lnTo>
                    <a:pt x="1389857" y="32586"/>
                  </a:lnTo>
                  <a:lnTo>
                    <a:pt x="1409787" y="32586"/>
                  </a:lnTo>
                  <a:lnTo>
                    <a:pt x="1416705" y="3258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1449239" y="6090467"/>
              <a:ext cx="1417199" cy="684326"/>
            </a:xfrm>
            <a:custGeom>
              <a:avLst/>
              <a:pathLst>
                <a:path w="1417199" h="684326">
                  <a:moveTo>
                    <a:pt x="0" y="684326"/>
                  </a:moveTo>
                  <a:lnTo>
                    <a:pt x="1692" y="684225"/>
                  </a:lnTo>
                  <a:lnTo>
                    <a:pt x="12221" y="683499"/>
                  </a:lnTo>
                  <a:lnTo>
                    <a:pt x="36365" y="681526"/>
                  </a:lnTo>
                  <a:lnTo>
                    <a:pt x="73707" y="677857"/>
                  </a:lnTo>
                  <a:lnTo>
                    <a:pt x="119648" y="672324"/>
                  </a:lnTo>
                  <a:lnTo>
                    <a:pt x="168442" y="664961"/>
                  </a:lnTo>
                  <a:lnTo>
                    <a:pt x="215870" y="655801"/>
                  </a:lnTo>
                  <a:lnTo>
                    <a:pt x="260094" y="644717"/>
                  </a:lnTo>
                  <a:lnTo>
                    <a:pt x="301208" y="631358"/>
                  </a:lnTo>
                  <a:lnTo>
                    <a:pt x="340433" y="615161"/>
                  </a:lnTo>
                  <a:lnTo>
                    <a:pt x="379467" y="595442"/>
                  </a:lnTo>
                  <a:lnTo>
                    <a:pt x="413349" y="575703"/>
                  </a:lnTo>
                  <a:lnTo>
                    <a:pt x="445497" y="555213"/>
                  </a:lnTo>
                  <a:lnTo>
                    <a:pt x="479372" y="532197"/>
                  </a:lnTo>
                  <a:lnTo>
                    <a:pt x="515211" y="506644"/>
                  </a:lnTo>
                  <a:lnTo>
                    <a:pt x="553060" y="478677"/>
                  </a:lnTo>
                  <a:lnTo>
                    <a:pt x="592770" y="448567"/>
                  </a:lnTo>
                  <a:lnTo>
                    <a:pt x="634019" y="416736"/>
                  </a:lnTo>
                  <a:lnTo>
                    <a:pt x="676328" y="383736"/>
                  </a:lnTo>
                  <a:lnTo>
                    <a:pt x="719115" y="350215"/>
                  </a:lnTo>
                  <a:lnTo>
                    <a:pt x="761745" y="316864"/>
                  </a:lnTo>
                  <a:lnTo>
                    <a:pt x="803601" y="284362"/>
                  </a:lnTo>
                  <a:lnTo>
                    <a:pt x="844145" y="253315"/>
                  </a:lnTo>
                  <a:lnTo>
                    <a:pt x="882971" y="224214"/>
                  </a:lnTo>
                  <a:lnTo>
                    <a:pt x="919840" y="197408"/>
                  </a:lnTo>
                  <a:lnTo>
                    <a:pt x="954697" y="173094"/>
                  </a:lnTo>
                  <a:lnTo>
                    <a:pt x="987682" y="151328"/>
                  </a:lnTo>
                  <a:lnTo>
                    <a:pt x="1003849" y="141210"/>
                  </a:lnTo>
                  <a:lnTo>
                    <a:pt x="1043982" y="118080"/>
                  </a:lnTo>
                  <a:lnTo>
                    <a:pt x="1082930" y="98965"/>
                  </a:lnTo>
                  <a:lnTo>
                    <a:pt x="1122347" y="83263"/>
                  </a:lnTo>
                  <a:lnTo>
                    <a:pt x="1163893" y="70297"/>
                  </a:lnTo>
                  <a:lnTo>
                    <a:pt x="1208660" y="59536"/>
                  </a:lnTo>
                  <a:lnTo>
                    <a:pt x="1256486" y="50664"/>
                  </a:lnTo>
                  <a:lnTo>
                    <a:pt x="1305169" y="43587"/>
                  </a:lnTo>
                  <a:lnTo>
                    <a:pt x="1350139" y="38350"/>
                  </a:lnTo>
                  <a:lnTo>
                    <a:pt x="1385617" y="34969"/>
                  </a:lnTo>
                  <a:lnTo>
                    <a:pt x="1407493" y="33230"/>
                  </a:lnTo>
                  <a:lnTo>
                    <a:pt x="1416175" y="32646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506" y="100"/>
                  </a:lnTo>
                  <a:lnTo>
                    <a:pt x="1404978" y="827"/>
                  </a:lnTo>
                  <a:lnTo>
                    <a:pt x="1380834" y="2799"/>
                  </a:lnTo>
                  <a:lnTo>
                    <a:pt x="1343492" y="6469"/>
                  </a:lnTo>
                  <a:lnTo>
                    <a:pt x="1297551" y="12001"/>
                  </a:lnTo>
                  <a:lnTo>
                    <a:pt x="1248757" y="19364"/>
                  </a:lnTo>
                  <a:lnTo>
                    <a:pt x="1201329" y="28525"/>
                  </a:lnTo>
                  <a:lnTo>
                    <a:pt x="1157104" y="39609"/>
                  </a:lnTo>
                  <a:lnTo>
                    <a:pt x="1115991" y="52968"/>
                  </a:lnTo>
                  <a:lnTo>
                    <a:pt x="1076766" y="69165"/>
                  </a:lnTo>
                  <a:lnTo>
                    <a:pt x="1037732" y="88884"/>
                  </a:lnTo>
                  <a:lnTo>
                    <a:pt x="1003849" y="108623"/>
                  </a:lnTo>
                  <a:lnTo>
                    <a:pt x="971702" y="129113"/>
                  </a:lnTo>
                  <a:lnTo>
                    <a:pt x="937827" y="152129"/>
                  </a:lnTo>
                  <a:lnTo>
                    <a:pt x="901987" y="177682"/>
                  </a:lnTo>
                  <a:lnTo>
                    <a:pt x="864139" y="205649"/>
                  </a:lnTo>
                  <a:lnTo>
                    <a:pt x="824428" y="235758"/>
                  </a:lnTo>
                  <a:lnTo>
                    <a:pt x="783180" y="267589"/>
                  </a:lnTo>
                  <a:lnTo>
                    <a:pt x="740870" y="300590"/>
                  </a:lnTo>
                  <a:lnTo>
                    <a:pt x="698084" y="334111"/>
                  </a:lnTo>
                  <a:lnTo>
                    <a:pt x="655454" y="367461"/>
                  </a:lnTo>
                  <a:lnTo>
                    <a:pt x="613598" y="399963"/>
                  </a:lnTo>
                  <a:lnTo>
                    <a:pt x="573054" y="431011"/>
                  </a:lnTo>
                  <a:lnTo>
                    <a:pt x="534227" y="460112"/>
                  </a:lnTo>
                  <a:lnTo>
                    <a:pt x="497359" y="486918"/>
                  </a:lnTo>
                  <a:lnTo>
                    <a:pt x="462502" y="511231"/>
                  </a:lnTo>
                  <a:lnTo>
                    <a:pt x="429517" y="532998"/>
                  </a:lnTo>
                  <a:lnTo>
                    <a:pt x="413349" y="543116"/>
                  </a:lnTo>
                  <a:lnTo>
                    <a:pt x="373217" y="566245"/>
                  </a:lnTo>
                  <a:lnTo>
                    <a:pt x="334269" y="585361"/>
                  </a:lnTo>
                  <a:lnTo>
                    <a:pt x="294852" y="601063"/>
                  </a:lnTo>
                  <a:lnTo>
                    <a:pt x="253306" y="614028"/>
                  </a:lnTo>
                  <a:lnTo>
                    <a:pt x="208539" y="624790"/>
                  </a:lnTo>
                  <a:lnTo>
                    <a:pt x="160712" y="633662"/>
                  </a:lnTo>
                  <a:lnTo>
                    <a:pt x="112030" y="640739"/>
                  </a:lnTo>
                  <a:lnTo>
                    <a:pt x="67059" y="645975"/>
                  </a:lnTo>
                  <a:lnTo>
                    <a:pt x="31582" y="649357"/>
                  </a:lnTo>
                  <a:lnTo>
                    <a:pt x="9706" y="651095"/>
                  </a:lnTo>
                  <a:lnTo>
                    <a:pt x="1023" y="651679"/>
                  </a:lnTo>
                  <a:lnTo>
                    <a:pt x="0" y="651739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1449239" y="6123054"/>
              <a:ext cx="1417199" cy="716913"/>
            </a:xfrm>
            <a:custGeom>
              <a:avLst/>
              <a:pathLst>
                <a:path w="1417199" h="716913">
                  <a:moveTo>
                    <a:pt x="0" y="716913"/>
                  </a:moveTo>
                  <a:lnTo>
                    <a:pt x="1684" y="716808"/>
                  </a:lnTo>
                  <a:lnTo>
                    <a:pt x="12165" y="716049"/>
                  </a:lnTo>
                  <a:lnTo>
                    <a:pt x="36211" y="713987"/>
                  </a:lnTo>
                  <a:lnTo>
                    <a:pt x="73426" y="710152"/>
                  </a:lnTo>
                  <a:lnTo>
                    <a:pt x="119250" y="704367"/>
                  </a:lnTo>
                  <a:lnTo>
                    <a:pt x="167961" y="696666"/>
                  </a:lnTo>
                  <a:lnTo>
                    <a:pt x="215339" y="687084"/>
                  </a:lnTo>
                  <a:lnTo>
                    <a:pt x="259533" y="675491"/>
                  </a:lnTo>
                  <a:lnTo>
                    <a:pt x="300615" y="661524"/>
                  </a:lnTo>
                  <a:lnTo>
                    <a:pt x="339793" y="644598"/>
                  </a:lnTo>
                  <a:lnTo>
                    <a:pt x="378751" y="623997"/>
                  </a:lnTo>
                  <a:lnTo>
                    <a:pt x="413349" y="602859"/>
                  </a:lnTo>
                  <a:lnTo>
                    <a:pt x="445207" y="581545"/>
                  </a:lnTo>
                  <a:lnTo>
                    <a:pt x="478759" y="557626"/>
                  </a:lnTo>
                  <a:lnTo>
                    <a:pt x="514239" y="531089"/>
                  </a:lnTo>
                  <a:lnTo>
                    <a:pt x="551694" y="502056"/>
                  </a:lnTo>
                  <a:lnTo>
                    <a:pt x="590987" y="470800"/>
                  </a:lnTo>
                  <a:lnTo>
                    <a:pt x="631809" y="437745"/>
                  </a:lnTo>
                  <a:lnTo>
                    <a:pt x="673701" y="403452"/>
                  </a:lnTo>
                  <a:lnTo>
                    <a:pt x="716099" y="368578"/>
                  </a:lnTo>
                  <a:lnTo>
                    <a:pt x="758388" y="333829"/>
                  </a:lnTo>
                  <a:lnTo>
                    <a:pt x="799962" y="299902"/>
                  </a:lnTo>
                  <a:lnTo>
                    <a:pt x="840289" y="267426"/>
                  </a:lnTo>
                  <a:lnTo>
                    <a:pt x="878959" y="236914"/>
                  </a:lnTo>
                  <a:lnTo>
                    <a:pt x="915723" y="208740"/>
                  </a:lnTo>
                  <a:lnTo>
                    <a:pt x="950507" y="183121"/>
                  </a:lnTo>
                  <a:lnTo>
                    <a:pt x="983424" y="160131"/>
                  </a:lnTo>
                  <a:lnTo>
                    <a:pt x="1003849" y="146641"/>
                  </a:lnTo>
                  <a:lnTo>
                    <a:pt x="1043917" y="122391"/>
                  </a:lnTo>
                  <a:lnTo>
                    <a:pt x="1082802" y="102344"/>
                  </a:lnTo>
                  <a:lnTo>
                    <a:pt x="1122148" y="85871"/>
                  </a:lnTo>
                  <a:lnTo>
                    <a:pt x="1163609" y="72265"/>
                  </a:lnTo>
                  <a:lnTo>
                    <a:pt x="1208277" y="60968"/>
                  </a:lnTo>
                  <a:lnTo>
                    <a:pt x="1256004" y="51651"/>
                  </a:lnTo>
                  <a:lnTo>
                    <a:pt x="1304618" y="44212"/>
                  </a:lnTo>
                  <a:lnTo>
                    <a:pt x="1349596" y="38698"/>
                  </a:lnTo>
                  <a:lnTo>
                    <a:pt x="1385184" y="35127"/>
                  </a:lnTo>
                  <a:lnTo>
                    <a:pt x="1407248" y="33281"/>
                  </a:lnTo>
                  <a:lnTo>
                    <a:pt x="1416110" y="32653"/>
                  </a:lnTo>
                  <a:lnTo>
                    <a:pt x="1417199" y="32586"/>
                  </a:lnTo>
                  <a:lnTo>
                    <a:pt x="1417199" y="0"/>
                  </a:lnTo>
                  <a:lnTo>
                    <a:pt x="1415514" y="105"/>
                  </a:lnTo>
                  <a:lnTo>
                    <a:pt x="1405034" y="864"/>
                  </a:lnTo>
                  <a:lnTo>
                    <a:pt x="1380988" y="2925"/>
                  </a:lnTo>
                  <a:lnTo>
                    <a:pt x="1343773" y="6760"/>
                  </a:lnTo>
                  <a:lnTo>
                    <a:pt x="1297949" y="12546"/>
                  </a:lnTo>
                  <a:lnTo>
                    <a:pt x="1249238" y="20247"/>
                  </a:lnTo>
                  <a:lnTo>
                    <a:pt x="1201860" y="29829"/>
                  </a:lnTo>
                  <a:lnTo>
                    <a:pt x="1157665" y="41421"/>
                  </a:lnTo>
                  <a:lnTo>
                    <a:pt x="1116584" y="55388"/>
                  </a:lnTo>
                  <a:lnTo>
                    <a:pt x="1077406" y="72314"/>
                  </a:lnTo>
                  <a:lnTo>
                    <a:pt x="1038448" y="92915"/>
                  </a:lnTo>
                  <a:lnTo>
                    <a:pt x="1003849" y="114054"/>
                  </a:lnTo>
                  <a:lnTo>
                    <a:pt x="971992" y="135368"/>
                  </a:lnTo>
                  <a:lnTo>
                    <a:pt x="938440" y="159287"/>
                  </a:lnTo>
                  <a:lnTo>
                    <a:pt x="902960" y="185824"/>
                  </a:lnTo>
                  <a:lnTo>
                    <a:pt x="865505" y="214857"/>
                  </a:lnTo>
                  <a:lnTo>
                    <a:pt x="826212" y="246113"/>
                  </a:lnTo>
                  <a:lnTo>
                    <a:pt x="785390" y="279167"/>
                  </a:lnTo>
                  <a:lnTo>
                    <a:pt x="743498" y="313461"/>
                  </a:lnTo>
                  <a:lnTo>
                    <a:pt x="701099" y="348335"/>
                  </a:lnTo>
                  <a:lnTo>
                    <a:pt x="658811" y="383083"/>
                  </a:lnTo>
                  <a:lnTo>
                    <a:pt x="617237" y="417010"/>
                  </a:lnTo>
                  <a:lnTo>
                    <a:pt x="576910" y="449487"/>
                  </a:lnTo>
                  <a:lnTo>
                    <a:pt x="538239" y="479998"/>
                  </a:lnTo>
                  <a:lnTo>
                    <a:pt x="501476" y="508173"/>
                  </a:lnTo>
                  <a:lnTo>
                    <a:pt x="466692" y="533791"/>
                  </a:lnTo>
                  <a:lnTo>
                    <a:pt x="433775" y="556782"/>
                  </a:lnTo>
                  <a:lnTo>
                    <a:pt x="413349" y="570272"/>
                  </a:lnTo>
                  <a:lnTo>
                    <a:pt x="373281" y="594521"/>
                  </a:lnTo>
                  <a:lnTo>
                    <a:pt x="334397" y="614569"/>
                  </a:lnTo>
                  <a:lnTo>
                    <a:pt x="295050" y="631042"/>
                  </a:lnTo>
                  <a:lnTo>
                    <a:pt x="253590" y="644648"/>
                  </a:lnTo>
                  <a:lnTo>
                    <a:pt x="208922" y="655944"/>
                  </a:lnTo>
                  <a:lnTo>
                    <a:pt x="161195" y="665262"/>
                  </a:lnTo>
                  <a:lnTo>
                    <a:pt x="112581" y="672701"/>
                  </a:lnTo>
                  <a:lnTo>
                    <a:pt x="67603" y="678214"/>
                  </a:lnTo>
                  <a:lnTo>
                    <a:pt x="32014" y="681786"/>
                  </a:lnTo>
                  <a:lnTo>
                    <a:pt x="9951" y="683632"/>
                  </a:lnTo>
                  <a:lnTo>
                    <a:pt x="1089" y="684259"/>
                  </a:lnTo>
                  <a:lnTo>
                    <a:pt x="0" y="68432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740639" y="6807380"/>
              <a:ext cx="708599" cy="32586"/>
            </a:xfrm>
            <a:custGeom>
              <a:avLst/>
              <a:pathLst>
                <a:path w="708599" h="32586">
                  <a:moveTo>
                    <a:pt x="0" y="0"/>
                  </a:moveTo>
                  <a:lnTo>
                    <a:pt x="708599" y="0"/>
                  </a:lnTo>
                  <a:lnTo>
                    <a:pt x="708599" y="32586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740639" y="6611858"/>
              <a:ext cx="708599" cy="195521"/>
            </a:xfrm>
            <a:custGeom>
              <a:avLst/>
              <a:pathLst>
                <a:path w="708599" h="195521">
                  <a:moveTo>
                    <a:pt x="0" y="0"/>
                  </a:moveTo>
                  <a:lnTo>
                    <a:pt x="708599" y="0"/>
                  </a:lnTo>
                  <a:lnTo>
                    <a:pt x="708599" y="195521"/>
                  </a:lnTo>
                  <a:lnTo>
                    <a:pt x="0" y="195521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740639" y="2245203"/>
              <a:ext cx="708599" cy="4366655"/>
            </a:xfrm>
            <a:custGeom>
              <a:avLst/>
              <a:pathLst>
                <a:path w="708599" h="4366655">
                  <a:moveTo>
                    <a:pt x="0" y="0"/>
                  </a:moveTo>
                  <a:lnTo>
                    <a:pt x="708599" y="0"/>
                  </a:lnTo>
                  <a:lnTo>
                    <a:pt x="708599" y="4366655"/>
                  </a:lnTo>
                  <a:lnTo>
                    <a:pt x="0" y="4366655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2866439" y="6807380"/>
              <a:ext cx="708599" cy="32586"/>
            </a:xfrm>
            <a:custGeom>
              <a:avLst/>
              <a:pathLst>
                <a:path w="708599" h="32586">
                  <a:moveTo>
                    <a:pt x="0" y="0"/>
                  </a:moveTo>
                  <a:lnTo>
                    <a:pt x="708599" y="0"/>
                  </a:lnTo>
                  <a:lnTo>
                    <a:pt x="708599" y="32586"/>
                  </a:lnTo>
                  <a:lnTo>
                    <a:pt x="0" y="32586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2866439" y="6546684"/>
              <a:ext cx="708599" cy="260695"/>
            </a:xfrm>
            <a:custGeom>
              <a:avLst/>
              <a:pathLst>
                <a:path w="708599" h="260695">
                  <a:moveTo>
                    <a:pt x="0" y="0"/>
                  </a:moveTo>
                  <a:lnTo>
                    <a:pt x="708599" y="0"/>
                  </a:lnTo>
                  <a:lnTo>
                    <a:pt x="708599" y="260695"/>
                  </a:lnTo>
                  <a:lnTo>
                    <a:pt x="0" y="260695"/>
                  </a:lnTo>
                  <a:close/>
                </a:path>
              </a:pathLst>
            </a:custGeom>
            <a:solidFill>
              <a:srgbClr val="9C27B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2866439" y="6155641"/>
              <a:ext cx="708599" cy="391043"/>
            </a:xfrm>
            <a:custGeom>
              <a:avLst/>
              <a:pathLst>
                <a:path w="708599" h="391043">
                  <a:moveTo>
                    <a:pt x="0" y="0"/>
                  </a:moveTo>
                  <a:lnTo>
                    <a:pt x="708599" y="0"/>
                  </a:lnTo>
                  <a:lnTo>
                    <a:pt x="708599" y="391043"/>
                  </a:lnTo>
                  <a:lnTo>
                    <a:pt x="0" y="391043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2866439" y="4982509"/>
              <a:ext cx="708599" cy="1173131"/>
            </a:xfrm>
            <a:custGeom>
              <a:avLst/>
              <a:pathLst>
                <a:path w="708599" h="1173131">
                  <a:moveTo>
                    <a:pt x="0" y="0"/>
                  </a:moveTo>
                  <a:lnTo>
                    <a:pt x="708599" y="0"/>
                  </a:lnTo>
                  <a:lnTo>
                    <a:pt x="708599" y="1173131"/>
                  </a:lnTo>
                  <a:lnTo>
                    <a:pt x="0" y="1173131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2866439" y="2147442"/>
              <a:ext cx="708599" cy="2835067"/>
            </a:xfrm>
            <a:custGeom>
              <a:avLst/>
              <a:pathLst>
                <a:path w="708599" h="2835067">
                  <a:moveTo>
                    <a:pt x="0" y="0"/>
                  </a:moveTo>
                  <a:lnTo>
                    <a:pt x="708599" y="0"/>
                  </a:lnTo>
                  <a:lnTo>
                    <a:pt x="708599" y="2835067"/>
                  </a:lnTo>
                  <a:lnTo>
                    <a:pt x="0" y="2835067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tx152"/>
            <p:cNvSpPr/>
            <p:nvPr/>
          </p:nvSpPr>
          <p:spPr>
            <a:xfrm>
              <a:off x="-105644" y="7091672"/>
              <a:ext cx="24011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973660" y="7093842"/>
              <a:ext cx="494158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3930479" y="3835061"/>
              <a:ext cx="425053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Level</a:t>
              </a:r>
            </a:p>
          </p:txBody>
        </p:sp>
        <p:sp>
          <p:nvSpPr>
            <p:cNvPr id="155" name="rc155"/>
            <p:cNvSpPr/>
            <p:nvPr/>
          </p:nvSpPr>
          <p:spPr>
            <a:xfrm>
              <a:off x="3939479" y="4080694"/>
              <a:ext cx="201456" cy="201456"/>
            </a:xfrm>
            <a:prstGeom prst="rect">
              <a:avLst/>
            </a:prstGeom>
            <a:solidFill>
              <a:srgbClr val="2196F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3939479" y="4080694"/>
              <a:ext cx="201456" cy="20145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3939479" y="4300150"/>
              <a:ext cx="201456" cy="201456"/>
            </a:xfrm>
            <a:prstGeom prst="rect">
              <a:avLst/>
            </a:prstGeom>
            <a:solidFill>
              <a:srgbClr val="4CAF5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3939479" y="4300150"/>
              <a:ext cx="201456" cy="20145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3939479" y="4519606"/>
              <a:ext cx="201456" cy="201456"/>
            </a:xfrm>
            <a:prstGeom prst="rect">
              <a:avLst/>
            </a:prstGeom>
            <a:solidFill>
              <a:srgbClr val="FFC107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3939479" y="4519606"/>
              <a:ext cx="201456" cy="20145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3939479" y="4739062"/>
              <a:ext cx="201456" cy="201456"/>
            </a:xfrm>
            <a:prstGeom prst="rect">
              <a:avLst/>
            </a:prstGeom>
            <a:solidFill>
              <a:srgbClr val="9C27B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3939479" y="4739062"/>
              <a:ext cx="201456" cy="201456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3939479" y="4958518"/>
              <a:ext cx="201456" cy="201456"/>
            </a:xfrm>
            <a:prstGeom prst="rect">
              <a:avLst/>
            </a:prstGeom>
            <a:solidFill>
              <a:srgbClr val="F44336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3939479" y="4958518"/>
              <a:ext cx="201456" cy="20145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tx165"/>
            <p:cNvSpPr/>
            <p:nvPr/>
          </p:nvSpPr>
          <p:spPr>
            <a:xfrm>
              <a:off x="4238503" y="4128846"/>
              <a:ext cx="340042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4238503" y="4318298"/>
              <a:ext cx="355808" cy="13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4238503" y="4567758"/>
              <a:ext cx="6009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4238503" y="4785408"/>
              <a:ext cx="450681" cy="1052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4238503" y="5006670"/>
              <a:ext cx="529580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520462" y="932419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520462" y="1151875"/>
              <a:ext cx="3804542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mobility of the EQ-5D-5L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520462" y="1371331"/>
              <a:ext cx="3996828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 and today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520462" y="1590787"/>
              <a:ext cx="73977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(N=145)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2025-09-15T11:14:02Z</dcterms:modified>
  <cp:category/>
</cp:coreProperties>
</file>