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12869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183010"/>
              <a:ext cx="1353158" cy="81465"/>
            </a:xfrm>
            <a:custGeom>
              <a:avLst/>
              <a:pathLst>
                <a:path w="1353158" h="81465">
                  <a:moveTo>
                    <a:pt x="0" y="27155"/>
                  </a:moveTo>
                  <a:lnTo>
                    <a:pt x="1813" y="27164"/>
                  </a:lnTo>
                  <a:lnTo>
                    <a:pt x="13024" y="27232"/>
                  </a:lnTo>
                  <a:lnTo>
                    <a:pt x="38439" y="27417"/>
                  </a:lnTo>
                  <a:lnTo>
                    <a:pt x="77070" y="27758"/>
                  </a:lnTo>
                  <a:lnTo>
                    <a:pt x="123613" y="28267"/>
                  </a:lnTo>
                  <a:lnTo>
                    <a:pt x="172054" y="28940"/>
                  </a:lnTo>
                  <a:lnTo>
                    <a:pt x="218415" y="29776"/>
                  </a:lnTo>
                  <a:lnTo>
                    <a:pt x="261338" y="30793"/>
                  </a:lnTo>
                  <a:lnTo>
                    <a:pt x="301369" y="32030"/>
                  </a:lnTo>
                  <a:lnTo>
                    <a:pt x="340064" y="33545"/>
                  </a:lnTo>
                  <a:lnTo>
                    <a:pt x="379276" y="35401"/>
                  </a:lnTo>
                  <a:lnTo>
                    <a:pt x="394671" y="36206"/>
                  </a:lnTo>
                  <a:lnTo>
                    <a:pt x="429759" y="38168"/>
                  </a:lnTo>
                  <a:lnTo>
                    <a:pt x="467038" y="40403"/>
                  </a:lnTo>
                  <a:lnTo>
                    <a:pt x="506784" y="42910"/>
                  </a:lnTo>
                  <a:lnTo>
                    <a:pt x="548966" y="45668"/>
                  </a:lnTo>
                  <a:lnTo>
                    <a:pt x="593251" y="48633"/>
                  </a:lnTo>
                  <a:lnTo>
                    <a:pt x="639045" y="51744"/>
                  </a:lnTo>
                  <a:lnTo>
                    <a:pt x="685553" y="54924"/>
                  </a:lnTo>
                  <a:lnTo>
                    <a:pt x="731888" y="58086"/>
                  </a:lnTo>
                  <a:lnTo>
                    <a:pt x="777186" y="61150"/>
                  </a:lnTo>
                  <a:lnTo>
                    <a:pt x="820718" y="64041"/>
                  </a:lnTo>
                  <a:lnTo>
                    <a:pt x="861984" y="66706"/>
                  </a:lnTo>
                  <a:lnTo>
                    <a:pt x="900767" y="69110"/>
                  </a:lnTo>
                  <a:lnTo>
                    <a:pt x="937151" y="71239"/>
                  </a:lnTo>
                  <a:lnTo>
                    <a:pt x="958487" y="72413"/>
                  </a:lnTo>
                  <a:lnTo>
                    <a:pt x="998324" y="74411"/>
                  </a:lnTo>
                  <a:lnTo>
                    <a:pt x="1037002" y="76049"/>
                  </a:lnTo>
                  <a:lnTo>
                    <a:pt x="1076311" y="77384"/>
                  </a:lnTo>
                  <a:lnTo>
                    <a:pt x="1117996" y="78479"/>
                  </a:lnTo>
                  <a:lnTo>
                    <a:pt x="1163084" y="79381"/>
                  </a:lnTo>
                  <a:lnTo>
                    <a:pt x="1211053" y="80116"/>
                  </a:lnTo>
                  <a:lnTo>
                    <a:pt x="1258954" y="80688"/>
                  </a:lnTo>
                  <a:lnTo>
                    <a:pt x="1301344" y="81092"/>
                  </a:lnTo>
                  <a:lnTo>
                    <a:pt x="1332207" y="81333"/>
                  </a:lnTo>
                  <a:lnTo>
                    <a:pt x="1348567" y="81440"/>
                  </a:lnTo>
                  <a:lnTo>
                    <a:pt x="1353158" y="81465"/>
                  </a:lnTo>
                  <a:lnTo>
                    <a:pt x="1353158" y="54310"/>
                  </a:lnTo>
                  <a:lnTo>
                    <a:pt x="1351344" y="54300"/>
                  </a:lnTo>
                  <a:lnTo>
                    <a:pt x="1340133" y="54232"/>
                  </a:lnTo>
                  <a:lnTo>
                    <a:pt x="1314718" y="54047"/>
                  </a:lnTo>
                  <a:lnTo>
                    <a:pt x="1276088" y="53707"/>
                  </a:lnTo>
                  <a:lnTo>
                    <a:pt x="1229544" y="53198"/>
                  </a:lnTo>
                  <a:lnTo>
                    <a:pt x="1181103" y="52525"/>
                  </a:lnTo>
                  <a:lnTo>
                    <a:pt x="1134742" y="51688"/>
                  </a:lnTo>
                  <a:lnTo>
                    <a:pt x="1091819" y="50671"/>
                  </a:lnTo>
                  <a:lnTo>
                    <a:pt x="1051788" y="49434"/>
                  </a:lnTo>
                  <a:lnTo>
                    <a:pt x="1013093" y="47920"/>
                  </a:lnTo>
                  <a:lnTo>
                    <a:pt x="973881" y="46063"/>
                  </a:lnTo>
                  <a:lnTo>
                    <a:pt x="958487" y="45258"/>
                  </a:lnTo>
                  <a:lnTo>
                    <a:pt x="923398" y="43296"/>
                  </a:lnTo>
                  <a:lnTo>
                    <a:pt x="886119" y="41061"/>
                  </a:lnTo>
                  <a:lnTo>
                    <a:pt x="846373" y="38554"/>
                  </a:lnTo>
                  <a:lnTo>
                    <a:pt x="804192" y="35796"/>
                  </a:lnTo>
                  <a:lnTo>
                    <a:pt x="759906" y="32831"/>
                  </a:lnTo>
                  <a:lnTo>
                    <a:pt x="714113" y="29720"/>
                  </a:lnTo>
                  <a:lnTo>
                    <a:pt x="667604" y="26541"/>
                  </a:lnTo>
                  <a:lnTo>
                    <a:pt x="621269" y="23378"/>
                  </a:lnTo>
                  <a:lnTo>
                    <a:pt x="575971" y="20315"/>
                  </a:lnTo>
                  <a:lnTo>
                    <a:pt x="532439" y="17423"/>
                  </a:lnTo>
                  <a:lnTo>
                    <a:pt x="491173" y="14758"/>
                  </a:lnTo>
                  <a:lnTo>
                    <a:pt x="452391" y="12354"/>
                  </a:lnTo>
                  <a:lnTo>
                    <a:pt x="416006" y="10225"/>
                  </a:lnTo>
                  <a:lnTo>
                    <a:pt x="394671" y="9051"/>
                  </a:lnTo>
                  <a:lnTo>
                    <a:pt x="354833" y="7053"/>
                  </a:lnTo>
                  <a:lnTo>
                    <a:pt x="316156" y="5415"/>
                  </a:lnTo>
                  <a:lnTo>
                    <a:pt x="276847" y="4080"/>
                  </a:lnTo>
                  <a:lnTo>
                    <a:pt x="235161" y="2985"/>
                  </a:lnTo>
                  <a:lnTo>
                    <a:pt x="190073" y="2083"/>
                  </a:lnTo>
                  <a:lnTo>
                    <a:pt x="142105" y="1349"/>
                  </a:lnTo>
                  <a:lnTo>
                    <a:pt x="94203" y="777"/>
                  </a:lnTo>
                  <a:lnTo>
                    <a:pt x="51813" y="372"/>
                  </a:lnTo>
                  <a:lnTo>
                    <a:pt x="20951" y="131"/>
                  </a:lnTo>
                  <a:lnTo>
                    <a:pt x="4590" y="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264475"/>
              <a:ext cx="1353158" cy="2389651"/>
            </a:xfrm>
            <a:custGeom>
              <a:avLst/>
              <a:pathLst>
                <a:path w="1353158" h="2389651">
                  <a:moveTo>
                    <a:pt x="0" y="27155"/>
                  </a:moveTo>
                  <a:lnTo>
                    <a:pt x="891" y="27352"/>
                  </a:lnTo>
                  <a:lnTo>
                    <a:pt x="6581" y="28768"/>
                  </a:lnTo>
                  <a:lnTo>
                    <a:pt x="20248" y="32664"/>
                  </a:lnTo>
                  <a:lnTo>
                    <a:pt x="42943" y="40141"/>
                  </a:lnTo>
                  <a:lnTo>
                    <a:pt x="73509" y="51898"/>
                  </a:lnTo>
                  <a:lnTo>
                    <a:pt x="109266" y="68163"/>
                  </a:lnTo>
                  <a:lnTo>
                    <a:pt x="147176" y="88856"/>
                  </a:lnTo>
                  <a:lnTo>
                    <a:pt x="184805" y="113868"/>
                  </a:lnTo>
                  <a:lnTo>
                    <a:pt x="220735" y="143292"/>
                  </a:lnTo>
                  <a:lnTo>
                    <a:pt x="254512" y="177558"/>
                  </a:lnTo>
                  <a:lnTo>
                    <a:pt x="286379" y="217468"/>
                  </a:lnTo>
                  <a:lnTo>
                    <a:pt x="317009" y="264156"/>
                  </a:lnTo>
                  <a:lnTo>
                    <a:pt x="347276" y="318972"/>
                  </a:lnTo>
                  <a:lnTo>
                    <a:pt x="378070" y="383203"/>
                  </a:lnTo>
                  <a:lnTo>
                    <a:pt x="394671" y="420904"/>
                  </a:lnTo>
                  <a:lnTo>
                    <a:pt x="414823" y="469065"/>
                  </a:lnTo>
                  <a:lnTo>
                    <a:pt x="435649" y="521197"/>
                  </a:lnTo>
                  <a:lnTo>
                    <a:pt x="457244" y="577378"/>
                  </a:lnTo>
                  <a:lnTo>
                    <a:pt x="479664" y="637600"/>
                  </a:lnTo>
                  <a:lnTo>
                    <a:pt x="502930" y="701763"/>
                  </a:lnTo>
                  <a:lnTo>
                    <a:pt x="527030" y="769664"/>
                  </a:lnTo>
                  <a:lnTo>
                    <a:pt x="551916" y="840996"/>
                  </a:lnTo>
                  <a:lnTo>
                    <a:pt x="577506" y="915344"/>
                  </a:lnTo>
                  <a:lnTo>
                    <a:pt x="603690" y="992197"/>
                  </a:lnTo>
                  <a:lnTo>
                    <a:pt x="630329" y="1070954"/>
                  </a:lnTo>
                  <a:lnTo>
                    <a:pt x="657266" y="1150948"/>
                  </a:lnTo>
                  <a:lnTo>
                    <a:pt x="684329" y="1231466"/>
                  </a:lnTo>
                  <a:lnTo>
                    <a:pt x="711342" y="1311773"/>
                  </a:lnTo>
                  <a:lnTo>
                    <a:pt x="738129" y="1391144"/>
                  </a:lnTo>
                  <a:lnTo>
                    <a:pt x="764525" y="1468888"/>
                  </a:lnTo>
                  <a:lnTo>
                    <a:pt x="790384" y="1544375"/>
                  </a:lnTo>
                  <a:lnTo>
                    <a:pt x="815583" y="1617052"/>
                  </a:lnTo>
                  <a:lnTo>
                    <a:pt x="840027" y="1686464"/>
                  </a:lnTo>
                  <a:lnTo>
                    <a:pt x="863653" y="1752256"/>
                  </a:lnTo>
                  <a:lnTo>
                    <a:pt x="886434" y="1814180"/>
                  </a:lnTo>
                  <a:lnTo>
                    <a:pt x="908376" y="1872094"/>
                  </a:lnTo>
                  <a:lnTo>
                    <a:pt x="929522" y="1925952"/>
                  </a:lnTo>
                  <a:lnTo>
                    <a:pt x="949949" y="1975796"/>
                  </a:lnTo>
                  <a:lnTo>
                    <a:pt x="958487" y="1995902"/>
                  </a:lnTo>
                  <a:lnTo>
                    <a:pt x="989853" y="2065398"/>
                  </a:lnTo>
                  <a:lnTo>
                    <a:pt x="1020293" y="2125012"/>
                  </a:lnTo>
                  <a:lnTo>
                    <a:pt x="1050618" y="2175788"/>
                  </a:lnTo>
                  <a:lnTo>
                    <a:pt x="1081735" y="2219092"/>
                  </a:lnTo>
                  <a:lnTo>
                    <a:pt x="1114448" y="2256195"/>
                  </a:lnTo>
                  <a:lnTo>
                    <a:pt x="1149254" y="2288081"/>
                  </a:lnTo>
                  <a:lnTo>
                    <a:pt x="1186103" y="2315374"/>
                  </a:lnTo>
                  <a:lnTo>
                    <a:pt x="1224108" y="2338337"/>
                  </a:lnTo>
                  <a:lnTo>
                    <a:pt x="1261351" y="2356942"/>
                  </a:lnTo>
                  <a:lnTo>
                    <a:pt x="1295023" y="2371059"/>
                  </a:lnTo>
                  <a:lnTo>
                    <a:pt x="1322110" y="2380724"/>
                  </a:lnTo>
                  <a:lnTo>
                    <a:pt x="1340527" y="2386381"/>
                  </a:lnTo>
                  <a:lnTo>
                    <a:pt x="1350128" y="2388944"/>
                  </a:lnTo>
                  <a:lnTo>
                    <a:pt x="1353024" y="2389623"/>
                  </a:lnTo>
                  <a:lnTo>
                    <a:pt x="1353158" y="2389651"/>
                  </a:lnTo>
                  <a:lnTo>
                    <a:pt x="1353158" y="2362496"/>
                  </a:lnTo>
                  <a:lnTo>
                    <a:pt x="1352266" y="2362299"/>
                  </a:lnTo>
                  <a:lnTo>
                    <a:pt x="1346577" y="2360883"/>
                  </a:lnTo>
                  <a:lnTo>
                    <a:pt x="1332910" y="2356987"/>
                  </a:lnTo>
                  <a:lnTo>
                    <a:pt x="1310214" y="2349510"/>
                  </a:lnTo>
                  <a:lnTo>
                    <a:pt x="1279649" y="2337753"/>
                  </a:lnTo>
                  <a:lnTo>
                    <a:pt x="1243891" y="2321488"/>
                  </a:lnTo>
                  <a:lnTo>
                    <a:pt x="1205981" y="2300794"/>
                  </a:lnTo>
                  <a:lnTo>
                    <a:pt x="1168352" y="2275783"/>
                  </a:lnTo>
                  <a:lnTo>
                    <a:pt x="1132422" y="2246359"/>
                  </a:lnTo>
                  <a:lnTo>
                    <a:pt x="1098646" y="2212092"/>
                  </a:lnTo>
                  <a:lnTo>
                    <a:pt x="1066778" y="2172182"/>
                  </a:lnTo>
                  <a:lnTo>
                    <a:pt x="1036148" y="2125494"/>
                  </a:lnTo>
                  <a:lnTo>
                    <a:pt x="1005881" y="2070679"/>
                  </a:lnTo>
                  <a:lnTo>
                    <a:pt x="975087" y="2006447"/>
                  </a:lnTo>
                  <a:lnTo>
                    <a:pt x="958487" y="1968747"/>
                  </a:lnTo>
                  <a:lnTo>
                    <a:pt x="938334" y="1920586"/>
                  </a:lnTo>
                  <a:lnTo>
                    <a:pt x="917508" y="1868454"/>
                  </a:lnTo>
                  <a:lnTo>
                    <a:pt x="895913" y="1812273"/>
                  </a:lnTo>
                  <a:lnTo>
                    <a:pt x="873494" y="1752051"/>
                  </a:lnTo>
                  <a:lnTo>
                    <a:pt x="850227" y="1687888"/>
                  </a:lnTo>
                  <a:lnTo>
                    <a:pt x="826127" y="1619986"/>
                  </a:lnTo>
                  <a:lnTo>
                    <a:pt x="801241" y="1548655"/>
                  </a:lnTo>
                  <a:lnTo>
                    <a:pt x="775651" y="1474307"/>
                  </a:lnTo>
                  <a:lnTo>
                    <a:pt x="749467" y="1397454"/>
                  </a:lnTo>
                  <a:lnTo>
                    <a:pt x="722828" y="1318697"/>
                  </a:lnTo>
                  <a:lnTo>
                    <a:pt x="695891" y="1238702"/>
                  </a:lnTo>
                  <a:lnTo>
                    <a:pt x="668828" y="1158185"/>
                  </a:lnTo>
                  <a:lnTo>
                    <a:pt x="641815" y="1077878"/>
                  </a:lnTo>
                  <a:lnTo>
                    <a:pt x="615029" y="998507"/>
                  </a:lnTo>
                  <a:lnTo>
                    <a:pt x="588632" y="920762"/>
                  </a:lnTo>
                  <a:lnTo>
                    <a:pt x="562773" y="845276"/>
                  </a:lnTo>
                  <a:lnTo>
                    <a:pt x="537574" y="772598"/>
                  </a:lnTo>
                  <a:lnTo>
                    <a:pt x="513131" y="703187"/>
                  </a:lnTo>
                  <a:lnTo>
                    <a:pt x="489504" y="637395"/>
                  </a:lnTo>
                  <a:lnTo>
                    <a:pt x="466723" y="575470"/>
                  </a:lnTo>
                  <a:lnTo>
                    <a:pt x="444781" y="517556"/>
                  </a:lnTo>
                  <a:lnTo>
                    <a:pt x="423635" y="463699"/>
                  </a:lnTo>
                  <a:lnTo>
                    <a:pt x="403209" y="413855"/>
                  </a:lnTo>
                  <a:lnTo>
                    <a:pt x="394671" y="393749"/>
                  </a:lnTo>
                  <a:lnTo>
                    <a:pt x="363304" y="324253"/>
                  </a:lnTo>
                  <a:lnTo>
                    <a:pt x="332864" y="264638"/>
                  </a:lnTo>
                  <a:lnTo>
                    <a:pt x="302539" y="213863"/>
                  </a:lnTo>
                  <a:lnTo>
                    <a:pt x="271422" y="170559"/>
                  </a:lnTo>
                  <a:lnTo>
                    <a:pt x="238710" y="133456"/>
                  </a:lnTo>
                  <a:lnTo>
                    <a:pt x="203903" y="101570"/>
                  </a:lnTo>
                  <a:lnTo>
                    <a:pt x="167054" y="74277"/>
                  </a:lnTo>
                  <a:lnTo>
                    <a:pt x="129049" y="51314"/>
                  </a:lnTo>
                  <a:lnTo>
                    <a:pt x="91806" y="32709"/>
                  </a:lnTo>
                  <a:lnTo>
                    <a:pt x="58134" y="18592"/>
                  </a:lnTo>
                  <a:lnTo>
                    <a:pt x="31047" y="8927"/>
                  </a:lnTo>
                  <a:lnTo>
                    <a:pt x="12630" y="3269"/>
                  </a:lnTo>
                  <a:lnTo>
                    <a:pt x="3029" y="707"/>
                  </a:lnTo>
                  <a:lnTo>
                    <a:pt x="133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1558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210165"/>
              <a:ext cx="1353158" cy="81465"/>
            </a:xfrm>
            <a:custGeom>
              <a:avLst/>
              <a:pathLst>
                <a:path w="1353158" h="81465">
                  <a:moveTo>
                    <a:pt x="0" y="27155"/>
                  </a:moveTo>
                  <a:lnTo>
                    <a:pt x="1813" y="27164"/>
                  </a:lnTo>
                  <a:lnTo>
                    <a:pt x="13024" y="27232"/>
                  </a:lnTo>
                  <a:lnTo>
                    <a:pt x="38439" y="27417"/>
                  </a:lnTo>
                  <a:lnTo>
                    <a:pt x="77070" y="27758"/>
                  </a:lnTo>
                  <a:lnTo>
                    <a:pt x="123613" y="28267"/>
                  </a:lnTo>
                  <a:lnTo>
                    <a:pt x="172054" y="28940"/>
                  </a:lnTo>
                  <a:lnTo>
                    <a:pt x="218415" y="29776"/>
                  </a:lnTo>
                  <a:lnTo>
                    <a:pt x="261338" y="30793"/>
                  </a:lnTo>
                  <a:lnTo>
                    <a:pt x="301369" y="32030"/>
                  </a:lnTo>
                  <a:lnTo>
                    <a:pt x="340064" y="33545"/>
                  </a:lnTo>
                  <a:lnTo>
                    <a:pt x="379276" y="35401"/>
                  </a:lnTo>
                  <a:lnTo>
                    <a:pt x="394671" y="36206"/>
                  </a:lnTo>
                  <a:lnTo>
                    <a:pt x="429759" y="38168"/>
                  </a:lnTo>
                  <a:lnTo>
                    <a:pt x="467038" y="40403"/>
                  </a:lnTo>
                  <a:lnTo>
                    <a:pt x="506784" y="42910"/>
                  </a:lnTo>
                  <a:lnTo>
                    <a:pt x="548966" y="45668"/>
                  </a:lnTo>
                  <a:lnTo>
                    <a:pt x="593251" y="48633"/>
                  </a:lnTo>
                  <a:lnTo>
                    <a:pt x="639045" y="51744"/>
                  </a:lnTo>
                  <a:lnTo>
                    <a:pt x="685553" y="54924"/>
                  </a:lnTo>
                  <a:lnTo>
                    <a:pt x="731888" y="58086"/>
                  </a:lnTo>
                  <a:lnTo>
                    <a:pt x="777186" y="61150"/>
                  </a:lnTo>
                  <a:lnTo>
                    <a:pt x="820718" y="64041"/>
                  </a:lnTo>
                  <a:lnTo>
                    <a:pt x="861984" y="66706"/>
                  </a:lnTo>
                  <a:lnTo>
                    <a:pt x="900767" y="69110"/>
                  </a:lnTo>
                  <a:lnTo>
                    <a:pt x="937151" y="71239"/>
                  </a:lnTo>
                  <a:lnTo>
                    <a:pt x="958487" y="72413"/>
                  </a:lnTo>
                  <a:lnTo>
                    <a:pt x="998324" y="74411"/>
                  </a:lnTo>
                  <a:lnTo>
                    <a:pt x="1037002" y="76049"/>
                  </a:lnTo>
                  <a:lnTo>
                    <a:pt x="1076311" y="77384"/>
                  </a:lnTo>
                  <a:lnTo>
                    <a:pt x="1117996" y="78479"/>
                  </a:lnTo>
                  <a:lnTo>
                    <a:pt x="1163084" y="79381"/>
                  </a:lnTo>
                  <a:lnTo>
                    <a:pt x="1211053" y="80116"/>
                  </a:lnTo>
                  <a:lnTo>
                    <a:pt x="1258954" y="80688"/>
                  </a:lnTo>
                  <a:lnTo>
                    <a:pt x="1301344" y="81092"/>
                  </a:lnTo>
                  <a:lnTo>
                    <a:pt x="1332207" y="81333"/>
                  </a:lnTo>
                  <a:lnTo>
                    <a:pt x="1348567" y="81440"/>
                  </a:lnTo>
                  <a:lnTo>
                    <a:pt x="1353158" y="81465"/>
                  </a:lnTo>
                  <a:lnTo>
                    <a:pt x="1353158" y="54310"/>
                  </a:lnTo>
                  <a:lnTo>
                    <a:pt x="1351344" y="54300"/>
                  </a:lnTo>
                  <a:lnTo>
                    <a:pt x="1340133" y="54232"/>
                  </a:lnTo>
                  <a:lnTo>
                    <a:pt x="1314718" y="54047"/>
                  </a:lnTo>
                  <a:lnTo>
                    <a:pt x="1276088" y="53707"/>
                  </a:lnTo>
                  <a:lnTo>
                    <a:pt x="1229544" y="53198"/>
                  </a:lnTo>
                  <a:lnTo>
                    <a:pt x="1181103" y="52525"/>
                  </a:lnTo>
                  <a:lnTo>
                    <a:pt x="1134742" y="51688"/>
                  </a:lnTo>
                  <a:lnTo>
                    <a:pt x="1091819" y="50671"/>
                  </a:lnTo>
                  <a:lnTo>
                    <a:pt x="1051788" y="49434"/>
                  </a:lnTo>
                  <a:lnTo>
                    <a:pt x="1013093" y="47920"/>
                  </a:lnTo>
                  <a:lnTo>
                    <a:pt x="973881" y="46063"/>
                  </a:lnTo>
                  <a:lnTo>
                    <a:pt x="958487" y="45258"/>
                  </a:lnTo>
                  <a:lnTo>
                    <a:pt x="923398" y="43296"/>
                  </a:lnTo>
                  <a:lnTo>
                    <a:pt x="886119" y="41061"/>
                  </a:lnTo>
                  <a:lnTo>
                    <a:pt x="846373" y="38554"/>
                  </a:lnTo>
                  <a:lnTo>
                    <a:pt x="804192" y="35796"/>
                  </a:lnTo>
                  <a:lnTo>
                    <a:pt x="759906" y="32831"/>
                  </a:lnTo>
                  <a:lnTo>
                    <a:pt x="714113" y="29720"/>
                  </a:lnTo>
                  <a:lnTo>
                    <a:pt x="667604" y="26541"/>
                  </a:lnTo>
                  <a:lnTo>
                    <a:pt x="621269" y="23378"/>
                  </a:lnTo>
                  <a:lnTo>
                    <a:pt x="575971" y="20315"/>
                  </a:lnTo>
                  <a:lnTo>
                    <a:pt x="532439" y="17423"/>
                  </a:lnTo>
                  <a:lnTo>
                    <a:pt x="491173" y="14758"/>
                  </a:lnTo>
                  <a:lnTo>
                    <a:pt x="452391" y="12354"/>
                  </a:lnTo>
                  <a:lnTo>
                    <a:pt x="416006" y="10225"/>
                  </a:lnTo>
                  <a:lnTo>
                    <a:pt x="394671" y="9051"/>
                  </a:lnTo>
                  <a:lnTo>
                    <a:pt x="354833" y="7053"/>
                  </a:lnTo>
                  <a:lnTo>
                    <a:pt x="316156" y="5415"/>
                  </a:lnTo>
                  <a:lnTo>
                    <a:pt x="276847" y="4080"/>
                  </a:lnTo>
                  <a:lnTo>
                    <a:pt x="235161" y="2985"/>
                  </a:lnTo>
                  <a:lnTo>
                    <a:pt x="190073" y="2083"/>
                  </a:lnTo>
                  <a:lnTo>
                    <a:pt x="142105" y="1349"/>
                  </a:lnTo>
                  <a:lnTo>
                    <a:pt x="94203" y="777"/>
                  </a:lnTo>
                  <a:lnTo>
                    <a:pt x="51813" y="372"/>
                  </a:lnTo>
                  <a:lnTo>
                    <a:pt x="20951" y="131"/>
                  </a:lnTo>
                  <a:lnTo>
                    <a:pt x="4590" y="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2237320"/>
              <a:ext cx="1353158" cy="81465"/>
            </a:xfrm>
            <a:custGeom>
              <a:avLst/>
              <a:pathLst>
                <a:path w="1353158" h="81465">
                  <a:moveTo>
                    <a:pt x="0" y="27155"/>
                  </a:moveTo>
                  <a:lnTo>
                    <a:pt x="1813" y="27164"/>
                  </a:lnTo>
                  <a:lnTo>
                    <a:pt x="13024" y="27232"/>
                  </a:lnTo>
                  <a:lnTo>
                    <a:pt x="38439" y="27417"/>
                  </a:lnTo>
                  <a:lnTo>
                    <a:pt x="77070" y="27758"/>
                  </a:lnTo>
                  <a:lnTo>
                    <a:pt x="123613" y="28267"/>
                  </a:lnTo>
                  <a:lnTo>
                    <a:pt x="172054" y="28940"/>
                  </a:lnTo>
                  <a:lnTo>
                    <a:pt x="218415" y="29776"/>
                  </a:lnTo>
                  <a:lnTo>
                    <a:pt x="261338" y="30793"/>
                  </a:lnTo>
                  <a:lnTo>
                    <a:pt x="301369" y="32030"/>
                  </a:lnTo>
                  <a:lnTo>
                    <a:pt x="340064" y="33545"/>
                  </a:lnTo>
                  <a:lnTo>
                    <a:pt x="379276" y="35401"/>
                  </a:lnTo>
                  <a:lnTo>
                    <a:pt x="394671" y="36206"/>
                  </a:lnTo>
                  <a:lnTo>
                    <a:pt x="429759" y="38168"/>
                  </a:lnTo>
                  <a:lnTo>
                    <a:pt x="467038" y="40403"/>
                  </a:lnTo>
                  <a:lnTo>
                    <a:pt x="506784" y="42910"/>
                  </a:lnTo>
                  <a:lnTo>
                    <a:pt x="548966" y="45668"/>
                  </a:lnTo>
                  <a:lnTo>
                    <a:pt x="593251" y="48633"/>
                  </a:lnTo>
                  <a:lnTo>
                    <a:pt x="639045" y="51744"/>
                  </a:lnTo>
                  <a:lnTo>
                    <a:pt x="685553" y="54924"/>
                  </a:lnTo>
                  <a:lnTo>
                    <a:pt x="731888" y="58086"/>
                  </a:lnTo>
                  <a:lnTo>
                    <a:pt x="777186" y="61150"/>
                  </a:lnTo>
                  <a:lnTo>
                    <a:pt x="820718" y="64041"/>
                  </a:lnTo>
                  <a:lnTo>
                    <a:pt x="861984" y="66706"/>
                  </a:lnTo>
                  <a:lnTo>
                    <a:pt x="900767" y="69110"/>
                  </a:lnTo>
                  <a:lnTo>
                    <a:pt x="937151" y="71239"/>
                  </a:lnTo>
                  <a:lnTo>
                    <a:pt x="958487" y="72413"/>
                  </a:lnTo>
                  <a:lnTo>
                    <a:pt x="998324" y="74411"/>
                  </a:lnTo>
                  <a:lnTo>
                    <a:pt x="1037002" y="76049"/>
                  </a:lnTo>
                  <a:lnTo>
                    <a:pt x="1076311" y="77384"/>
                  </a:lnTo>
                  <a:lnTo>
                    <a:pt x="1117996" y="78479"/>
                  </a:lnTo>
                  <a:lnTo>
                    <a:pt x="1163084" y="79381"/>
                  </a:lnTo>
                  <a:lnTo>
                    <a:pt x="1211053" y="80116"/>
                  </a:lnTo>
                  <a:lnTo>
                    <a:pt x="1258954" y="80688"/>
                  </a:lnTo>
                  <a:lnTo>
                    <a:pt x="1301344" y="81092"/>
                  </a:lnTo>
                  <a:lnTo>
                    <a:pt x="1332207" y="81333"/>
                  </a:lnTo>
                  <a:lnTo>
                    <a:pt x="1348567" y="81440"/>
                  </a:lnTo>
                  <a:lnTo>
                    <a:pt x="1353158" y="81465"/>
                  </a:lnTo>
                  <a:lnTo>
                    <a:pt x="1353158" y="54310"/>
                  </a:lnTo>
                  <a:lnTo>
                    <a:pt x="1351344" y="54300"/>
                  </a:lnTo>
                  <a:lnTo>
                    <a:pt x="1340133" y="54232"/>
                  </a:lnTo>
                  <a:lnTo>
                    <a:pt x="1314718" y="54047"/>
                  </a:lnTo>
                  <a:lnTo>
                    <a:pt x="1276088" y="53707"/>
                  </a:lnTo>
                  <a:lnTo>
                    <a:pt x="1229544" y="53198"/>
                  </a:lnTo>
                  <a:lnTo>
                    <a:pt x="1181103" y="52525"/>
                  </a:lnTo>
                  <a:lnTo>
                    <a:pt x="1134742" y="51688"/>
                  </a:lnTo>
                  <a:lnTo>
                    <a:pt x="1091819" y="50671"/>
                  </a:lnTo>
                  <a:lnTo>
                    <a:pt x="1051788" y="49434"/>
                  </a:lnTo>
                  <a:lnTo>
                    <a:pt x="1013093" y="47920"/>
                  </a:lnTo>
                  <a:lnTo>
                    <a:pt x="973881" y="46063"/>
                  </a:lnTo>
                  <a:lnTo>
                    <a:pt x="958487" y="45258"/>
                  </a:lnTo>
                  <a:lnTo>
                    <a:pt x="923398" y="43296"/>
                  </a:lnTo>
                  <a:lnTo>
                    <a:pt x="886119" y="41061"/>
                  </a:lnTo>
                  <a:lnTo>
                    <a:pt x="846373" y="38554"/>
                  </a:lnTo>
                  <a:lnTo>
                    <a:pt x="804192" y="35796"/>
                  </a:lnTo>
                  <a:lnTo>
                    <a:pt x="759906" y="32831"/>
                  </a:lnTo>
                  <a:lnTo>
                    <a:pt x="714113" y="29720"/>
                  </a:lnTo>
                  <a:lnTo>
                    <a:pt x="667604" y="26541"/>
                  </a:lnTo>
                  <a:lnTo>
                    <a:pt x="621269" y="23378"/>
                  </a:lnTo>
                  <a:lnTo>
                    <a:pt x="575971" y="20315"/>
                  </a:lnTo>
                  <a:lnTo>
                    <a:pt x="532439" y="17423"/>
                  </a:lnTo>
                  <a:lnTo>
                    <a:pt x="491173" y="14758"/>
                  </a:lnTo>
                  <a:lnTo>
                    <a:pt x="452391" y="12354"/>
                  </a:lnTo>
                  <a:lnTo>
                    <a:pt x="416006" y="10225"/>
                  </a:lnTo>
                  <a:lnTo>
                    <a:pt x="394671" y="9051"/>
                  </a:lnTo>
                  <a:lnTo>
                    <a:pt x="354833" y="7053"/>
                  </a:lnTo>
                  <a:lnTo>
                    <a:pt x="316156" y="5415"/>
                  </a:lnTo>
                  <a:lnTo>
                    <a:pt x="276847" y="4080"/>
                  </a:lnTo>
                  <a:lnTo>
                    <a:pt x="235161" y="2985"/>
                  </a:lnTo>
                  <a:lnTo>
                    <a:pt x="190073" y="2083"/>
                  </a:lnTo>
                  <a:lnTo>
                    <a:pt x="142105" y="1349"/>
                  </a:lnTo>
                  <a:lnTo>
                    <a:pt x="94203" y="777"/>
                  </a:lnTo>
                  <a:lnTo>
                    <a:pt x="51813" y="372"/>
                  </a:lnTo>
                  <a:lnTo>
                    <a:pt x="20951" y="131"/>
                  </a:lnTo>
                  <a:lnTo>
                    <a:pt x="4590" y="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31878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4545506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234594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37309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240025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242740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245456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48171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250887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253602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5333005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5360160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256318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259033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261749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4572661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4599817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5387315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4626972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5414471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264464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267180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5441626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269895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5713177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272611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275326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278042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280757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4654127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283473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286188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288904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91619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294335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297050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299766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02481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4681282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5468781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2183010"/>
              <a:ext cx="1353158" cy="135775"/>
            </a:xfrm>
            <a:custGeom>
              <a:avLst/>
              <a:pathLst>
                <a:path w="1353158" h="135775">
                  <a:moveTo>
                    <a:pt x="0" y="135775"/>
                  </a:moveTo>
                  <a:lnTo>
                    <a:pt x="1811" y="135756"/>
                  </a:lnTo>
                  <a:lnTo>
                    <a:pt x="13010" y="135620"/>
                  </a:lnTo>
                  <a:lnTo>
                    <a:pt x="38401" y="135251"/>
                  </a:lnTo>
                  <a:lnTo>
                    <a:pt x="77001" y="134570"/>
                  </a:lnTo>
                  <a:lnTo>
                    <a:pt x="123518" y="133553"/>
                  </a:lnTo>
                  <a:lnTo>
                    <a:pt x="171941" y="132208"/>
                  </a:lnTo>
                  <a:lnTo>
                    <a:pt x="218292" y="130537"/>
                  </a:lnTo>
                  <a:lnTo>
                    <a:pt x="261208" y="128505"/>
                  </a:lnTo>
                  <a:lnTo>
                    <a:pt x="301231" y="126034"/>
                  </a:lnTo>
                  <a:lnTo>
                    <a:pt x="339912" y="123008"/>
                  </a:lnTo>
                  <a:lnTo>
                    <a:pt x="379103" y="119300"/>
                  </a:lnTo>
                  <a:lnTo>
                    <a:pt x="394671" y="117672"/>
                  </a:lnTo>
                  <a:lnTo>
                    <a:pt x="429649" y="113761"/>
                  </a:lnTo>
                  <a:lnTo>
                    <a:pt x="466803" y="109307"/>
                  </a:lnTo>
                  <a:lnTo>
                    <a:pt x="506408" y="104312"/>
                  </a:lnTo>
                  <a:lnTo>
                    <a:pt x="548436" y="98819"/>
                  </a:lnTo>
                  <a:lnTo>
                    <a:pt x="592561" y="92911"/>
                  </a:lnTo>
                  <a:lnTo>
                    <a:pt x="638196" y="86712"/>
                  </a:lnTo>
                  <a:lnTo>
                    <a:pt x="684556" y="80373"/>
                  </a:lnTo>
                  <a:lnTo>
                    <a:pt x="730764" y="74065"/>
                  </a:lnTo>
                  <a:lnTo>
                    <a:pt x="775960" y="67949"/>
                  </a:lnTo>
                  <a:lnTo>
                    <a:pt x="819419" y="62172"/>
                  </a:lnTo>
                  <a:lnTo>
                    <a:pt x="860637" y="56843"/>
                  </a:lnTo>
                  <a:lnTo>
                    <a:pt x="899388" y="52031"/>
                  </a:lnTo>
                  <a:lnTo>
                    <a:pt x="935747" y="47764"/>
                  </a:lnTo>
                  <a:lnTo>
                    <a:pt x="958487" y="45258"/>
                  </a:lnTo>
                  <a:lnTo>
                    <a:pt x="998308" y="41263"/>
                  </a:lnTo>
                  <a:lnTo>
                    <a:pt x="1036971" y="37988"/>
                  </a:lnTo>
                  <a:lnTo>
                    <a:pt x="1076263" y="35319"/>
                  </a:lnTo>
                  <a:lnTo>
                    <a:pt x="1117928" y="33129"/>
                  </a:lnTo>
                  <a:lnTo>
                    <a:pt x="1162992" y="31326"/>
                  </a:lnTo>
                  <a:lnTo>
                    <a:pt x="1210938" y="29856"/>
                  </a:lnTo>
                  <a:lnTo>
                    <a:pt x="1258827" y="28712"/>
                  </a:lnTo>
                  <a:lnTo>
                    <a:pt x="1301226" y="27902"/>
                  </a:lnTo>
                  <a:lnTo>
                    <a:pt x="1332123" y="27419"/>
                  </a:lnTo>
                  <a:lnTo>
                    <a:pt x="1348529" y="2720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6" y="18"/>
                  </a:lnTo>
                  <a:lnTo>
                    <a:pt x="1340148" y="155"/>
                  </a:lnTo>
                  <a:lnTo>
                    <a:pt x="1314757" y="524"/>
                  </a:lnTo>
                  <a:lnTo>
                    <a:pt x="1276156" y="1204"/>
                  </a:lnTo>
                  <a:lnTo>
                    <a:pt x="1229639" y="2222"/>
                  </a:lnTo>
                  <a:lnTo>
                    <a:pt x="1181217" y="3566"/>
                  </a:lnTo>
                  <a:lnTo>
                    <a:pt x="1134865" y="5238"/>
                  </a:lnTo>
                  <a:lnTo>
                    <a:pt x="1091949" y="7269"/>
                  </a:lnTo>
                  <a:lnTo>
                    <a:pt x="1051926" y="9741"/>
                  </a:lnTo>
                  <a:lnTo>
                    <a:pt x="1013245" y="12767"/>
                  </a:lnTo>
                  <a:lnTo>
                    <a:pt x="974054" y="16475"/>
                  </a:lnTo>
                  <a:lnTo>
                    <a:pt x="958487" y="18103"/>
                  </a:lnTo>
                  <a:lnTo>
                    <a:pt x="923508" y="22013"/>
                  </a:lnTo>
                  <a:lnTo>
                    <a:pt x="886354" y="26468"/>
                  </a:lnTo>
                  <a:lnTo>
                    <a:pt x="846749" y="31463"/>
                  </a:lnTo>
                  <a:lnTo>
                    <a:pt x="804721" y="36956"/>
                  </a:lnTo>
                  <a:lnTo>
                    <a:pt x="760596" y="42864"/>
                  </a:lnTo>
                  <a:lnTo>
                    <a:pt x="714962" y="49063"/>
                  </a:lnTo>
                  <a:lnTo>
                    <a:pt x="668601" y="55401"/>
                  </a:lnTo>
                  <a:lnTo>
                    <a:pt x="622393" y="61710"/>
                  </a:lnTo>
                  <a:lnTo>
                    <a:pt x="577197" y="67825"/>
                  </a:lnTo>
                  <a:lnTo>
                    <a:pt x="533738" y="73603"/>
                  </a:lnTo>
                  <a:lnTo>
                    <a:pt x="492521" y="78932"/>
                  </a:lnTo>
                  <a:lnTo>
                    <a:pt x="453769" y="83744"/>
                  </a:lnTo>
                  <a:lnTo>
                    <a:pt x="417410" y="88010"/>
                  </a:lnTo>
                  <a:lnTo>
                    <a:pt x="394671" y="90517"/>
                  </a:lnTo>
                  <a:lnTo>
                    <a:pt x="354849" y="94511"/>
                  </a:lnTo>
                  <a:lnTo>
                    <a:pt x="316186" y="97786"/>
                  </a:lnTo>
                  <a:lnTo>
                    <a:pt x="276894" y="100456"/>
                  </a:lnTo>
                  <a:lnTo>
                    <a:pt x="235229" y="102645"/>
                  </a:lnTo>
                  <a:lnTo>
                    <a:pt x="190165" y="104449"/>
                  </a:lnTo>
                  <a:lnTo>
                    <a:pt x="142220" y="105918"/>
                  </a:lnTo>
                  <a:lnTo>
                    <a:pt x="94331" y="107063"/>
                  </a:lnTo>
                  <a:lnTo>
                    <a:pt x="51932" y="107873"/>
                  </a:lnTo>
                  <a:lnTo>
                    <a:pt x="21035" y="108356"/>
                  </a:lnTo>
                  <a:lnTo>
                    <a:pt x="4628" y="108569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305197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5740332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5767487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4708437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2210165"/>
              <a:ext cx="1353158" cy="135775"/>
            </a:xfrm>
            <a:custGeom>
              <a:avLst/>
              <a:pathLst>
                <a:path w="1353158" h="135775">
                  <a:moveTo>
                    <a:pt x="0" y="135775"/>
                  </a:moveTo>
                  <a:lnTo>
                    <a:pt x="1811" y="135756"/>
                  </a:lnTo>
                  <a:lnTo>
                    <a:pt x="13010" y="135620"/>
                  </a:lnTo>
                  <a:lnTo>
                    <a:pt x="38401" y="135251"/>
                  </a:lnTo>
                  <a:lnTo>
                    <a:pt x="77001" y="134570"/>
                  </a:lnTo>
                  <a:lnTo>
                    <a:pt x="123518" y="133553"/>
                  </a:lnTo>
                  <a:lnTo>
                    <a:pt x="171941" y="132208"/>
                  </a:lnTo>
                  <a:lnTo>
                    <a:pt x="218292" y="130537"/>
                  </a:lnTo>
                  <a:lnTo>
                    <a:pt x="261208" y="128505"/>
                  </a:lnTo>
                  <a:lnTo>
                    <a:pt x="301231" y="126034"/>
                  </a:lnTo>
                  <a:lnTo>
                    <a:pt x="339912" y="123008"/>
                  </a:lnTo>
                  <a:lnTo>
                    <a:pt x="379103" y="119300"/>
                  </a:lnTo>
                  <a:lnTo>
                    <a:pt x="394671" y="117672"/>
                  </a:lnTo>
                  <a:lnTo>
                    <a:pt x="429649" y="113761"/>
                  </a:lnTo>
                  <a:lnTo>
                    <a:pt x="466803" y="109307"/>
                  </a:lnTo>
                  <a:lnTo>
                    <a:pt x="506408" y="104312"/>
                  </a:lnTo>
                  <a:lnTo>
                    <a:pt x="548436" y="98819"/>
                  </a:lnTo>
                  <a:lnTo>
                    <a:pt x="592561" y="92911"/>
                  </a:lnTo>
                  <a:lnTo>
                    <a:pt x="638196" y="86712"/>
                  </a:lnTo>
                  <a:lnTo>
                    <a:pt x="684556" y="80373"/>
                  </a:lnTo>
                  <a:lnTo>
                    <a:pt x="730764" y="74065"/>
                  </a:lnTo>
                  <a:lnTo>
                    <a:pt x="775960" y="67949"/>
                  </a:lnTo>
                  <a:lnTo>
                    <a:pt x="819419" y="62172"/>
                  </a:lnTo>
                  <a:lnTo>
                    <a:pt x="860637" y="56843"/>
                  </a:lnTo>
                  <a:lnTo>
                    <a:pt x="899388" y="52031"/>
                  </a:lnTo>
                  <a:lnTo>
                    <a:pt x="935747" y="47764"/>
                  </a:lnTo>
                  <a:lnTo>
                    <a:pt x="958487" y="45258"/>
                  </a:lnTo>
                  <a:lnTo>
                    <a:pt x="998308" y="41263"/>
                  </a:lnTo>
                  <a:lnTo>
                    <a:pt x="1036971" y="37988"/>
                  </a:lnTo>
                  <a:lnTo>
                    <a:pt x="1076263" y="35319"/>
                  </a:lnTo>
                  <a:lnTo>
                    <a:pt x="1117928" y="33129"/>
                  </a:lnTo>
                  <a:lnTo>
                    <a:pt x="1162992" y="31326"/>
                  </a:lnTo>
                  <a:lnTo>
                    <a:pt x="1210938" y="29856"/>
                  </a:lnTo>
                  <a:lnTo>
                    <a:pt x="1258827" y="28712"/>
                  </a:lnTo>
                  <a:lnTo>
                    <a:pt x="1301226" y="27902"/>
                  </a:lnTo>
                  <a:lnTo>
                    <a:pt x="1332123" y="27419"/>
                  </a:lnTo>
                  <a:lnTo>
                    <a:pt x="1348529" y="2720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6" y="18"/>
                  </a:lnTo>
                  <a:lnTo>
                    <a:pt x="1340148" y="155"/>
                  </a:lnTo>
                  <a:lnTo>
                    <a:pt x="1314757" y="524"/>
                  </a:lnTo>
                  <a:lnTo>
                    <a:pt x="1276156" y="1204"/>
                  </a:lnTo>
                  <a:lnTo>
                    <a:pt x="1229639" y="2222"/>
                  </a:lnTo>
                  <a:lnTo>
                    <a:pt x="1181217" y="3566"/>
                  </a:lnTo>
                  <a:lnTo>
                    <a:pt x="1134865" y="5238"/>
                  </a:lnTo>
                  <a:lnTo>
                    <a:pt x="1091949" y="7269"/>
                  </a:lnTo>
                  <a:lnTo>
                    <a:pt x="1051926" y="9741"/>
                  </a:lnTo>
                  <a:lnTo>
                    <a:pt x="1013245" y="12767"/>
                  </a:lnTo>
                  <a:lnTo>
                    <a:pt x="974054" y="16475"/>
                  </a:lnTo>
                  <a:lnTo>
                    <a:pt x="958487" y="18103"/>
                  </a:lnTo>
                  <a:lnTo>
                    <a:pt x="923508" y="22013"/>
                  </a:lnTo>
                  <a:lnTo>
                    <a:pt x="886354" y="26468"/>
                  </a:lnTo>
                  <a:lnTo>
                    <a:pt x="846749" y="31463"/>
                  </a:lnTo>
                  <a:lnTo>
                    <a:pt x="804721" y="36956"/>
                  </a:lnTo>
                  <a:lnTo>
                    <a:pt x="760596" y="42864"/>
                  </a:lnTo>
                  <a:lnTo>
                    <a:pt x="714962" y="49063"/>
                  </a:lnTo>
                  <a:lnTo>
                    <a:pt x="668601" y="55401"/>
                  </a:lnTo>
                  <a:lnTo>
                    <a:pt x="622393" y="61710"/>
                  </a:lnTo>
                  <a:lnTo>
                    <a:pt x="577197" y="67825"/>
                  </a:lnTo>
                  <a:lnTo>
                    <a:pt x="533738" y="73603"/>
                  </a:lnTo>
                  <a:lnTo>
                    <a:pt x="492521" y="78932"/>
                  </a:lnTo>
                  <a:lnTo>
                    <a:pt x="453769" y="83744"/>
                  </a:lnTo>
                  <a:lnTo>
                    <a:pt x="417410" y="88010"/>
                  </a:lnTo>
                  <a:lnTo>
                    <a:pt x="394671" y="90517"/>
                  </a:lnTo>
                  <a:lnTo>
                    <a:pt x="354849" y="94511"/>
                  </a:lnTo>
                  <a:lnTo>
                    <a:pt x="316186" y="97786"/>
                  </a:lnTo>
                  <a:lnTo>
                    <a:pt x="276894" y="100456"/>
                  </a:lnTo>
                  <a:lnTo>
                    <a:pt x="235229" y="102645"/>
                  </a:lnTo>
                  <a:lnTo>
                    <a:pt x="190165" y="104449"/>
                  </a:lnTo>
                  <a:lnTo>
                    <a:pt x="142220" y="105918"/>
                  </a:lnTo>
                  <a:lnTo>
                    <a:pt x="94331" y="107063"/>
                  </a:lnTo>
                  <a:lnTo>
                    <a:pt x="51932" y="107873"/>
                  </a:lnTo>
                  <a:lnTo>
                    <a:pt x="21035" y="108356"/>
                  </a:lnTo>
                  <a:lnTo>
                    <a:pt x="4628" y="108569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307912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310628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313343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5794642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316059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318775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4735592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4762747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321490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324206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326921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329637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332352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478990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335068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5495936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481705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5821798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484421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5523091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487136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337783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340499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489852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343214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5550246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45930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348645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351361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354076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356792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59507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362223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5577401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364938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367654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5604557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492567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370369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3730852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5848953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495283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497998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3758007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378516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381231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383947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500714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503429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386662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389378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3920938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5957573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5876108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3948093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506145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397524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508860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00240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511576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514291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5631712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5903263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517007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402955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405671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408386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411102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4138179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519723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4165334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419249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421964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5930418"/>
              <a:ext cx="1353158" cy="407327"/>
            </a:xfrm>
            <a:custGeom>
              <a:avLst/>
              <a:pathLst>
                <a:path w="1353158" h="407327">
                  <a:moveTo>
                    <a:pt x="0" y="27155"/>
                  </a:moveTo>
                  <a:lnTo>
                    <a:pt x="1781" y="27220"/>
                  </a:lnTo>
                  <a:lnTo>
                    <a:pt x="12802" y="27689"/>
                  </a:lnTo>
                  <a:lnTo>
                    <a:pt x="37833" y="28958"/>
                  </a:lnTo>
                  <a:lnTo>
                    <a:pt x="75987" y="31303"/>
                  </a:lnTo>
                  <a:lnTo>
                    <a:pt x="122112" y="34812"/>
                  </a:lnTo>
                  <a:lnTo>
                    <a:pt x="170270" y="39455"/>
                  </a:lnTo>
                  <a:lnTo>
                    <a:pt x="216469" y="45226"/>
                  </a:lnTo>
                  <a:lnTo>
                    <a:pt x="259283" y="52237"/>
                  </a:lnTo>
                  <a:lnTo>
                    <a:pt x="299184" y="60751"/>
                  </a:lnTo>
                  <a:lnTo>
                    <a:pt x="337664" y="71162"/>
                  </a:lnTo>
                  <a:lnTo>
                    <a:pt x="376546" y="83909"/>
                  </a:lnTo>
                  <a:lnTo>
                    <a:pt x="394671" y="90517"/>
                  </a:lnTo>
                  <a:lnTo>
                    <a:pt x="428173" y="103604"/>
                  </a:lnTo>
                  <a:lnTo>
                    <a:pt x="463662" y="118441"/>
                  </a:lnTo>
                  <a:lnTo>
                    <a:pt x="501396" y="135024"/>
                  </a:lnTo>
                  <a:lnTo>
                    <a:pt x="541378" y="153236"/>
                  </a:lnTo>
                  <a:lnTo>
                    <a:pt x="583358" y="172836"/>
                  </a:lnTo>
                  <a:lnTo>
                    <a:pt x="626855" y="193465"/>
                  </a:lnTo>
                  <a:lnTo>
                    <a:pt x="671209" y="214670"/>
                  </a:lnTo>
                  <a:lnTo>
                    <a:pt x="715659" y="235937"/>
                  </a:lnTo>
                  <a:lnTo>
                    <a:pt x="759429" y="256750"/>
                  </a:lnTo>
                  <a:lnTo>
                    <a:pt x="801825" y="276635"/>
                  </a:lnTo>
                  <a:lnTo>
                    <a:pt x="842321" y="295208"/>
                  </a:lnTo>
                  <a:lnTo>
                    <a:pt x="880608" y="312199"/>
                  </a:lnTo>
                  <a:lnTo>
                    <a:pt x="916623" y="327462"/>
                  </a:lnTo>
                  <a:lnTo>
                    <a:pt x="950567" y="340966"/>
                  </a:lnTo>
                  <a:lnTo>
                    <a:pt x="958487" y="343965"/>
                  </a:lnTo>
                  <a:lnTo>
                    <a:pt x="998082" y="357873"/>
                  </a:lnTo>
                  <a:lnTo>
                    <a:pt x="1036521" y="369288"/>
                  </a:lnTo>
                  <a:lnTo>
                    <a:pt x="1075561" y="378605"/>
                  </a:lnTo>
                  <a:lnTo>
                    <a:pt x="1116921" y="386253"/>
                  </a:lnTo>
                  <a:lnTo>
                    <a:pt x="1161632" y="392561"/>
                  </a:lnTo>
                  <a:lnTo>
                    <a:pt x="1209239" y="397710"/>
                  </a:lnTo>
                  <a:lnTo>
                    <a:pt x="1256940" y="401736"/>
                  </a:lnTo>
                  <a:lnTo>
                    <a:pt x="1299466" y="404606"/>
                  </a:lnTo>
                  <a:lnTo>
                    <a:pt x="1330860" y="406339"/>
                  </a:lnTo>
                  <a:lnTo>
                    <a:pt x="1347953" y="407125"/>
                  </a:lnTo>
                  <a:lnTo>
                    <a:pt x="1352984" y="407321"/>
                  </a:lnTo>
                  <a:lnTo>
                    <a:pt x="1353158" y="407327"/>
                  </a:lnTo>
                  <a:lnTo>
                    <a:pt x="1353158" y="380171"/>
                  </a:lnTo>
                  <a:lnTo>
                    <a:pt x="1351376" y="380106"/>
                  </a:lnTo>
                  <a:lnTo>
                    <a:pt x="1340356" y="379637"/>
                  </a:lnTo>
                  <a:lnTo>
                    <a:pt x="1315324" y="378368"/>
                  </a:lnTo>
                  <a:lnTo>
                    <a:pt x="1277170" y="376023"/>
                  </a:lnTo>
                  <a:lnTo>
                    <a:pt x="1231046" y="372514"/>
                  </a:lnTo>
                  <a:lnTo>
                    <a:pt x="1182888" y="367871"/>
                  </a:lnTo>
                  <a:lnTo>
                    <a:pt x="1136688" y="362100"/>
                  </a:lnTo>
                  <a:lnTo>
                    <a:pt x="1093874" y="355089"/>
                  </a:lnTo>
                  <a:lnTo>
                    <a:pt x="1053973" y="346575"/>
                  </a:lnTo>
                  <a:lnTo>
                    <a:pt x="1015493" y="336164"/>
                  </a:lnTo>
                  <a:lnTo>
                    <a:pt x="976611" y="323417"/>
                  </a:lnTo>
                  <a:lnTo>
                    <a:pt x="958487" y="316809"/>
                  </a:lnTo>
                  <a:lnTo>
                    <a:pt x="924984" y="303722"/>
                  </a:lnTo>
                  <a:lnTo>
                    <a:pt x="889496" y="288885"/>
                  </a:lnTo>
                  <a:lnTo>
                    <a:pt x="851761" y="272302"/>
                  </a:lnTo>
                  <a:lnTo>
                    <a:pt x="811779" y="254090"/>
                  </a:lnTo>
                  <a:lnTo>
                    <a:pt x="769799" y="234490"/>
                  </a:lnTo>
                  <a:lnTo>
                    <a:pt x="726303" y="213861"/>
                  </a:lnTo>
                  <a:lnTo>
                    <a:pt x="681948" y="192656"/>
                  </a:lnTo>
                  <a:lnTo>
                    <a:pt x="637498" y="171389"/>
                  </a:lnTo>
                  <a:lnTo>
                    <a:pt x="593729" y="150576"/>
                  </a:lnTo>
                  <a:lnTo>
                    <a:pt x="551332" y="130691"/>
                  </a:lnTo>
                  <a:lnTo>
                    <a:pt x="510836" y="112118"/>
                  </a:lnTo>
                  <a:lnTo>
                    <a:pt x="472550" y="95127"/>
                  </a:lnTo>
                  <a:lnTo>
                    <a:pt x="436534" y="79864"/>
                  </a:lnTo>
                  <a:lnTo>
                    <a:pt x="402590" y="66360"/>
                  </a:lnTo>
                  <a:lnTo>
                    <a:pt x="394671" y="63361"/>
                  </a:lnTo>
                  <a:lnTo>
                    <a:pt x="355076" y="49453"/>
                  </a:lnTo>
                  <a:lnTo>
                    <a:pt x="316636" y="38038"/>
                  </a:lnTo>
                  <a:lnTo>
                    <a:pt x="277596" y="28721"/>
                  </a:lnTo>
                  <a:lnTo>
                    <a:pt x="236236" y="21073"/>
                  </a:lnTo>
                  <a:lnTo>
                    <a:pt x="191525" y="14765"/>
                  </a:lnTo>
                  <a:lnTo>
                    <a:pt x="143918" y="9616"/>
                  </a:lnTo>
                  <a:lnTo>
                    <a:pt x="96217" y="5590"/>
                  </a:lnTo>
                  <a:lnTo>
                    <a:pt x="53691" y="2720"/>
                  </a:lnTo>
                  <a:lnTo>
                    <a:pt x="22298" y="987"/>
                  </a:lnTo>
                  <a:lnTo>
                    <a:pt x="5204" y="201"/>
                  </a:lnTo>
                  <a:lnTo>
                    <a:pt x="173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5224385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525154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5984728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424680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5658867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5278695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530585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427395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430111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4328265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435542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438257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440973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5686022"/>
              <a:ext cx="1353158" cy="380171"/>
            </a:xfrm>
            <a:custGeom>
              <a:avLst/>
              <a:pathLst>
                <a:path w="1353158" h="380171">
                  <a:moveTo>
                    <a:pt x="0" y="27155"/>
                  </a:moveTo>
                  <a:lnTo>
                    <a:pt x="1785" y="27215"/>
                  </a:lnTo>
                  <a:lnTo>
                    <a:pt x="12832" y="27652"/>
                  </a:lnTo>
                  <a:lnTo>
                    <a:pt x="37917" y="28833"/>
                  </a:lnTo>
                  <a:lnTo>
                    <a:pt x="76137" y="31016"/>
                  </a:lnTo>
                  <a:lnTo>
                    <a:pt x="122320" y="34281"/>
                  </a:lnTo>
                  <a:lnTo>
                    <a:pt x="170517" y="38602"/>
                  </a:lnTo>
                  <a:lnTo>
                    <a:pt x="216739" y="43971"/>
                  </a:lnTo>
                  <a:lnTo>
                    <a:pt x="259569" y="50495"/>
                  </a:lnTo>
                  <a:lnTo>
                    <a:pt x="299487" y="58419"/>
                  </a:lnTo>
                  <a:lnTo>
                    <a:pt x="337997" y="68112"/>
                  </a:lnTo>
                  <a:lnTo>
                    <a:pt x="376924" y="79979"/>
                  </a:lnTo>
                  <a:lnTo>
                    <a:pt x="394671" y="85991"/>
                  </a:lnTo>
                  <a:lnTo>
                    <a:pt x="428376" y="98219"/>
                  </a:lnTo>
                  <a:lnTo>
                    <a:pt x="464092" y="112092"/>
                  </a:lnTo>
                  <a:lnTo>
                    <a:pt x="502082" y="127605"/>
                  </a:lnTo>
                  <a:lnTo>
                    <a:pt x="542343" y="144644"/>
                  </a:lnTo>
                  <a:lnTo>
                    <a:pt x="584617" y="162981"/>
                  </a:lnTo>
                  <a:lnTo>
                    <a:pt x="628408" y="182274"/>
                  </a:lnTo>
                  <a:lnTo>
                    <a:pt x="673041" y="202090"/>
                  </a:lnTo>
                  <a:lnTo>
                    <a:pt x="717737" y="221945"/>
                  </a:lnTo>
                  <a:lnTo>
                    <a:pt x="761710" y="241352"/>
                  </a:lnTo>
                  <a:lnTo>
                    <a:pt x="804261" y="259865"/>
                  </a:lnTo>
                  <a:lnTo>
                    <a:pt x="844864" y="277127"/>
                  </a:lnTo>
                  <a:lnTo>
                    <a:pt x="883220" y="292891"/>
                  </a:lnTo>
                  <a:lnTo>
                    <a:pt x="919285" y="307026"/>
                  </a:lnTo>
                  <a:lnTo>
                    <a:pt x="953279" y="319511"/>
                  </a:lnTo>
                  <a:lnTo>
                    <a:pt x="958487" y="321335"/>
                  </a:lnTo>
                  <a:lnTo>
                    <a:pt x="998115" y="334260"/>
                  </a:lnTo>
                  <a:lnTo>
                    <a:pt x="1036588" y="344867"/>
                  </a:lnTo>
                  <a:lnTo>
                    <a:pt x="1075665" y="353522"/>
                  </a:lnTo>
                  <a:lnTo>
                    <a:pt x="1117070" y="360626"/>
                  </a:lnTo>
                  <a:lnTo>
                    <a:pt x="1161834" y="366484"/>
                  </a:lnTo>
                  <a:lnTo>
                    <a:pt x="1209491" y="371263"/>
                  </a:lnTo>
                  <a:lnTo>
                    <a:pt x="1257220" y="375000"/>
                  </a:lnTo>
                  <a:lnTo>
                    <a:pt x="1299728" y="377660"/>
                  </a:lnTo>
                  <a:lnTo>
                    <a:pt x="1331049" y="379263"/>
                  </a:lnTo>
                  <a:lnTo>
                    <a:pt x="1348041" y="379987"/>
                  </a:lnTo>
                  <a:lnTo>
                    <a:pt x="1352995" y="380166"/>
                  </a:lnTo>
                  <a:lnTo>
                    <a:pt x="1353158" y="380171"/>
                  </a:lnTo>
                  <a:lnTo>
                    <a:pt x="1353158" y="353016"/>
                  </a:lnTo>
                  <a:lnTo>
                    <a:pt x="1351372" y="352956"/>
                  </a:lnTo>
                  <a:lnTo>
                    <a:pt x="1340325" y="352519"/>
                  </a:lnTo>
                  <a:lnTo>
                    <a:pt x="1315240" y="351337"/>
                  </a:lnTo>
                  <a:lnTo>
                    <a:pt x="1277020" y="349155"/>
                  </a:lnTo>
                  <a:lnTo>
                    <a:pt x="1230837" y="345889"/>
                  </a:lnTo>
                  <a:lnTo>
                    <a:pt x="1182640" y="341569"/>
                  </a:lnTo>
                  <a:lnTo>
                    <a:pt x="1136418" y="336199"/>
                  </a:lnTo>
                  <a:lnTo>
                    <a:pt x="1093588" y="329676"/>
                  </a:lnTo>
                  <a:lnTo>
                    <a:pt x="1053670" y="321751"/>
                  </a:lnTo>
                  <a:lnTo>
                    <a:pt x="1015160" y="312059"/>
                  </a:lnTo>
                  <a:lnTo>
                    <a:pt x="976233" y="300191"/>
                  </a:lnTo>
                  <a:lnTo>
                    <a:pt x="958487" y="294180"/>
                  </a:lnTo>
                  <a:lnTo>
                    <a:pt x="924782" y="281952"/>
                  </a:lnTo>
                  <a:lnTo>
                    <a:pt x="889066" y="268079"/>
                  </a:lnTo>
                  <a:lnTo>
                    <a:pt x="851076" y="252566"/>
                  </a:lnTo>
                  <a:lnTo>
                    <a:pt x="810814" y="235527"/>
                  </a:lnTo>
                  <a:lnTo>
                    <a:pt x="768541" y="217190"/>
                  </a:lnTo>
                  <a:lnTo>
                    <a:pt x="724750" y="197897"/>
                  </a:lnTo>
                  <a:lnTo>
                    <a:pt x="680116" y="178081"/>
                  </a:lnTo>
                  <a:lnTo>
                    <a:pt x="635420" y="158225"/>
                  </a:lnTo>
                  <a:lnTo>
                    <a:pt x="591447" y="138819"/>
                  </a:lnTo>
                  <a:lnTo>
                    <a:pt x="548896" y="120306"/>
                  </a:lnTo>
                  <a:lnTo>
                    <a:pt x="508293" y="103044"/>
                  </a:lnTo>
                  <a:lnTo>
                    <a:pt x="469937" y="87280"/>
                  </a:lnTo>
                  <a:lnTo>
                    <a:pt x="433873" y="73145"/>
                  </a:lnTo>
                  <a:lnTo>
                    <a:pt x="399879" y="60660"/>
                  </a:lnTo>
                  <a:lnTo>
                    <a:pt x="394671" y="58836"/>
                  </a:lnTo>
                  <a:lnTo>
                    <a:pt x="355042" y="45911"/>
                  </a:lnTo>
                  <a:lnTo>
                    <a:pt x="316569" y="35304"/>
                  </a:lnTo>
                  <a:lnTo>
                    <a:pt x="277492" y="26649"/>
                  </a:lnTo>
                  <a:lnTo>
                    <a:pt x="236087" y="19545"/>
                  </a:lnTo>
                  <a:lnTo>
                    <a:pt x="191323" y="13687"/>
                  </a:lnTo>
                  <a:lnTo>
                    <a:pt x="143666" y="8907"/>
                  </a:lnTo>
                  <a:lnTo>
                    <a:pt x="95937" y="5171"/>
                  </a:lnTo>
                  <a:lnTo>
                    <a:pt x="53429" y="2511"/>
                  </a:lnTo>
                  <a:lnTo>
                    <a:pt x="22108" y="908"/>
                  </a:lnTo>
                  <a:lnTo>
                    <a:pt x="5116" y="184"/>
                  </a:lnTo>
                  <a:lnTo>
                    <a:pt x="162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443688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4464041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4491196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544162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451835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454550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1404410" y="546878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1404410" y="549593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1404410" y="457266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1404410" y="552309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1404410" y="4599817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1404410" y="555024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1404410" y="557740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1404410" y="5604557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1404410" y="5631712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1404410" y="5658867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1404410" y="641921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1404410" y="6337745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1404410" y="6066194"/>
              <a:ext cx="1353158" cy="325861"/>
            </a:xfrm>
            <a:custGeom>
              <a:avLst/>
              <a:pathLst>
                <a:path w="1353158" h="325861">
                  <a:moveTo>
                    <a:pt x="0" y="325861"/>
                  </a:moveTo>
                  <a:lnTo>
                    <a:pt x="1793" y="325810"/>
                  </a:lnTo>
                  <a:lnTo>
                    <a:pt x="12887" y="325438"/>
                  </a:lnTo>
                  <a:lnTo>
                    <a:pt x="38067" y="324434"/>
                  </a:lnTo>
                  <a:lnTo>
                    <a:pt x="76406" y="322579"/>
                  </a:lnTo>
                  <a:lnTo>
                    <a:pt x="122692" y="319806"/>
                  </a:lnTo>
                  <a:lnTo>
                    <a:pt x="170960" y="316137"/>
                  </a:lnTo>
                  <a:lnTo>
                    <a:pt x="217223" y="311577"/>
                  </a:lnTo>
                  <a:lnTo>
                    <a:pt x="260079" y="306036"/>
                  </a:lnTo>
                  <a:lnTo>
                    <a:pt x="300030" y="299303"/>
                  </a:lnTo>
                  <a:lnTo>
                    <a:pt x="338593" y="291064"/>
                  </a:lnTo>
                  <a:lnTo>
                    <a:pt x="377601" y="280974"/>
                  </a:lnTo>
                  <a:lnTo>
                    <a:pt x="394671" y="276077"/>
                  </a:lnTo>
                  <a:lnTo>
                    <a:pt x="428751" y="265610"/>
                  </a:lnTo>
                  <a:lnTo>
                    <a:pt x="464889" y="253721"/>
                  </a:lnTo>
                  <a:lnTo>
                    <a:pt x="503354" y="240416"/>
                  </a:lnTo>
                  <a:lnTo>
                    <a:pt x="544135" y="225796"/>
                  </a:lnTo>
                  <a:lnTo>
                    <a:pt x="586953" y="210066"/>
                  </a:lnTo>
                  <a:lnTo>
                    <a:pt x="631288" y="193527"/>
                  </a:lnTo>
                  <a:lnTo>
                    <a:pt x="676435" y="176562"/>
                  </a:lnTo>
                  <a:lnTo>
                    <a:pt x="721584" y="159596"/>
                  </a:lnTo>
                  <a:lnTo>
                    <a:pt x="765927" y="143053"/>
                  </a:lnTo>
                  <a:lnTo>
                    <a:pt x="808757" y="127316"/>
                  </a:lnTo>
                  <a:lnTo>
                    <a:pt x="849552" y="112688"/>
                  </a:lnTo>
                  <a:lnTo>
                    <a:pt x="888031" y="99375"/>
                  </a:lnTo>
                  <a:lnTo>
                    <a:pt x="924184" y="87477"/>
                  </a:lnTo>
                  <a:lnTo>
                    <a:pt x="958276" y="77001"/>
                  </a:lnTo>
                  <a:lnTo>
                    <a:pt x="958487" y="76939"/>
                  </a:lnTo>
                  <a:lnTo>
                    <a:pt x="998175" y="65987"/>
                  </a:lnTo>
                  <a:lnTo>
                    <a:pt x="1036707" y="57003"/>
                  </a:lnTo>
                  <a:lnTo>
                    <a:pt x="1075851" y="49674"/>
                  </a:lnTo>
                  <a:lnTo>
                    <a:pt x="1117337" y="43660"/>
                  </a:lnTo>
                  <a:lnTo>
                    <a:pt x="1162194" y="38702"/>
                  </a:lnTo>
                  <a:lnTo>
                    <a:pt x="1209941" y="34659"/>
                  </a:lnTo>
                  <a:lnTo>
                    <a:pt x="1257720" y="31501"/>
                  </a:lnTo>
                  <a:lnTo>
                    <a:pt x="1300196" y="29257"/>
                  </a:lnTo>
                  <a:lnTo>
                    <a:pt x="1331386" y="27910"/>
                  </a:lnTo>
                  <a:lnTo>
                    <a:pt x="1348196" y="27305"/>
                  </a:lnTo>
                  <a:lnTo>
                    <a:pt x="1353013" y="2715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64" y="51"/>
                  </a:lnTo>
                  <a:lnTo>
                    <a:pt x="1340270" y="422"/>
                  </a:lnTo>
                  <a:lnTo>
                    <a:pt x="1315090" y="1427"/>
                  </a:lnTo>
                  <a:lnTo>
                    <a:pt x="1276752" y="3281"/>
                  </a:lnTo>
                  <a:lnTo>
                    <a:pt x="1230465" y="6055"/>
                  </a:lnTo>
                  <a:lnTo>
                    <a:pt x="1182197" y="9724"/>
                  </a:lnTo>
                  <a:lnTo>
                    <a:pt x="1135934" y="14283"/>
                  </a:lnTo>
                  <a:lnTo>
                    <a:pt x="1093078" y="19825"/>
                  </a:lnTo>
                  <a:lnTo>
                    <a:pt x="1053127" y="26558"/>
                  </a:lnTo>
                  <a:lnTo>
                    <a:pt x="1014565" y="34796"/>
                  </a:lnTo>
                  <a:lnTo>
                    <a:pt x="975556" y="44886"/>
                  </a:lnTo>
                  <a:lnTo>
                    <a:pt x="958487" y="49784"/>
                  </a:lnTo>
                  <a:lnTo>
                    <a:pt x="924407" y="60251"/>
                  </a:lnTo>
                  <a:lnTo>
                    <a:pt x="888268" y="72139"/>
                  </a:lnTo>
                  <a:lnTo>
                    <a:pt x="849803" y="85444"/>
                  </a:lnTo>
                  <a:lnTo>
                    <a:pt x="809023" y="100064"/>
                  </a:lnTo>
                  <a:lnTo>
                    <a:pt x="766204" y="115795"/>
                  </a:lnTo>
                  <a:lnTo>
                    <a:pt x="721869" y="132334"/>
                  </a:lnTo>
                  <a:lnTo>
                    <a:pt x="676722" y="149299"/>
                  </a:lnTo>
                  <a:lnTo>
                    <a:pt x="631573" y="166265"/>
                  </a:lnTo>
                  <a:lnTo>
                    <a:pt x="587230" y="182808"/>
                  </a:lnTo>
                  <a:lnTo>
                    <a:pt x="544400" y="198545"/>
                  </a:lnTo>
                  <a:lnTo>
                    <a:pt x="503606" y="213172"/>
                  </a:lnTo>
                  <a:lnTo>
                    <a:pt x="465126" y="226486"/>
                  </a:lnTo>
                  <a:lnTo>
                    <a:pt x="428973" y="238384"/>
                  </a:lnTo>
                  <a:lnTo>
                    <a:pt x="394882" y="248859"/>
                  </a:lnTo>
                  <a:lnTo>
                    <a:pt x="394671" y="248922"/>
                  </a:lnTo>
                  <a:lnTo>
                    <a:pt x="354982" y="259873"/>
                  </a:lnTo>
                  <a:lnTo>
                    <a:pt x="316450" y="268858"/>
                  </a:lnTo>
                  <a:lnTo>
                    <a:pt x="277306" y="276187"/>
                  </a:lnTo>
                  <a:lnTo>
                    <a:pt x="235821" y="282201"/>
                  </a:lnTo>
                  <a:lnTo>
                    <a:pt x="190963" y="287159"/>
                  </a:lnTo>
                  <a:lnTo>
                    <a:pt x="143216" y="291202"/>
                  </a:lnTo>
                  <a:lnTo>
                    <a:pt x="95437" y="294359"/>
                  </a:lnTo>
                  <a:lnTo>
                    <a:pt x="52961" y="296603"/>
                  </a:lnTo>
                  <a:lnTo>
                    <a:pt x="21771" y="297950"/>
                  </a:lnTo>
                  <a:lnTo>
                    <a:pt x="4961" y="298555"/>
                  </a:lnTo>
                  <a:lnTo>
                    <a:pt x="144" y="298702"/>
                  </a:lnTo>
                  <a:lnTo>
                    <a:pt x="0" y="29870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727831" y="6364900"/>
              <a:ext cx="676579" cy="81465"/>
            </a:xfrm>
            <a:custGeom>
              <a:avLst/>
              <a:pathLst>
                <a:path w="676579" h="81465">
                  <a:moveTo>
                    <a:pt x="0" y="0"/>
                  </a:moveTo>
                  <a:lnTo>
                    <a:pt x="676579" y="0"/>
                  </a:lnTo>
                  <a:lnTo>
                    <a:pt x="676579" y="81465"/>
                  </a:lnTo>
                  <a:lnTo>
                    <a:pt x="0" y="81465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727831" y="6256280"/>
              <a:ext cx="676579" cy="108620"/>
            </a:xfrm>
            <a:custGeom>
              <a:avLst/>
              <a:pathLst>
                <a:path w="676579" h="108620">
                  <a:moveTo>
                    <a:pt x="0" y="0"/>
                  </a:moveTo>
                  <a:lnTo>
                    <a:pt x="676579" y="0"/>
                  </a:lnTo>
                  <a:lnTo>
                    <a:pt x="676579" y="108620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727831" y="6011884"/>
              <a:ext cx="676579" cy="244396"/>
            </a:xfrm>
            <a:custGeom>
              <a:avLst/>
              <a:pathLst>
                <a:path w="676579" h="244396">
                  <a:moveTo>
                    <a:pt x="0" y="0"/>
                  </a:moveTo>
                  <a:lnTo>
                    <a:pt x="676579" y="0"/>
                  </a:lnTo>
                  <a:lnTo>
                    <a:pt x="676579" y="244396"/>
                  </a:lnTo>
                  <a:lnTo>
                    <a:pt x="0" y="244396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727831" y="2291630"/>
              <a:ext cx="676579" cy="3720253"/>
            </a:xfrm>
            <a:custGeom>
              <a:avLst/>
              <a:pathLst>
                <a:path w="676579" h="3720253">
                  <a:moveTo>
                    <a:pt x="0" y="0"/>
                  </a:moveTo>
                  <a:lnTo>
                    <a:pt x="676579" y="0"/>
                  </a:lnTo>
                  <a:lnTo>
                    <a:pt x="676579" y="3720253"/>
                  </a:lnTo>
                  <a:lnTo>
                    <a:pt x="0" y="3720253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727831" y="2128699"/>
              <a:ext cx="676579" cy="162930"/>
            </a:xfrm>
            <a:custGeom>
              <a:avLst/>
              <a:pathLst>
                <a:path w="676579" h="162930">
                  <a:moveTo>
                    <a:pt x="0" y="0"/>
                  </a:moveTo>
                  <a:lnTo>
                    <a:pt x="676579" y="0"/>
                  </a:lnTo>
                  <a:lnTo>
                    <a:pt x="676579" y="162930"/>
                  </a:lnTo>
                  <a:lnTo>
                    <a:pt x="0" y="162930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2757568" y="6364900"/>
              <a:ext cx="676579" cy="81465"/>
            </a:xfrm>
            <a:custGeom>
              <a:avLst/>
              <a:pathLst>
                <a:path w="676579" h="81465">
                  <a:moveTo>
                    <a:pt x="0" y="0"/>
                  </a:moveTo>
                  <a:lnTo>
                    <a:pt x="676579" y="0"/>
                  </a:lnTo>
                  <a:lnTo>
                    <a:pt x="676579" y="81465"/>
                  </a:lnTo>
                  <a:lnTo>
                    <a:pt x="0" y="81465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2757568" y="6093349"/>
              <a:ext cx="676579" cy="271551"/>
            </a:xfrm>
            <a:custGeom>
              <a:avLst/>
              <a:pathLst>
                <a:path w="676579" h="271551">
                  <a:moveTo>
                    <a:pt x="0" y="0"/>
                  </a:moveTo>
                  <a:lnTo>
                    <a:pt x="676579" y="0"/>
                  </a:lnTo>
                  <a:lnTo>
                    <a:pt x="676579" y="271551"/>
                  </a:lnTo>
                  <a:lnTo>
                    <a:pt x="0" y="271551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2757568" y="5686022"/>
              <a:ext cx="676579" cy="407327"/>
            </a:xfrm>
            <a:custGeom>
              <a:avLst/>
              <a:pathLst>
                <a:path w="676579" h="407327">
                  <a:moveTo>
                    <a:pt x="0" y="0"/>
                  </a:moveTo>
                  <a:lnTo>
                    <a:pt x="676579" y="0"/>
                  </a:lnTo>
                  <a:lnTo>
                    <a:pt x="676579" y="407327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2757568" y="4626972"/>
              <a:ext cx="676579" cy="1059050"/>
            </a:xfrm>
            <a:custGeom>
              <a:avLst/>
              <a:pathLst>
                <a:path w="676579" h="1059050">
                  <a:moveTo>
                    <a:pt x="0" y="0"/>
                  </a:moveTo>
                  <a:lnTo>
                    <a:pt x="676579" y="0"/>
                  </a:lnTo>
                  <a:lnTo>
                    <a:pt x="676579" y="1059050"/>
                  </a:lnTo>
                  <a:lnTo>
                    <a:pt x="0" y="1059050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2757568" y="2237320"/>
              <a:ext cx="676579" cy="2389651"/>
            </a:xfrm>
            <a:custGeom>
              <a:avLst/>
              <a:pathLst>
                <a:path w="676579" h="2389651">
                  <a:moveTo>
                    <a:pt x="0" y="0"/>
                  </a:moveTo>
                  <a:lnTo>
                    <a:pt x="676579" y="0"/>
                  </a:lnTo>
                  <a:lnTo>
                    <a:pt x="676579" y="2389651"/>
                  </a:lnTo>
                  <a:lnTo>
                    <a:pt x="0" y="2389651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2757568" y="2128699"/>
              <a:ext cx="676579" cy="108620"/>
            </a:xfrm>
            <a:custGeom>
              <a:avLst/>
              <a:pathLst>
                <a:path w="676579" h="108620">
                  <a:moveTo>
                    <a:pt x="0" y="0"/>
                  </a:moveTo>
                  <a:lnTo>
                    <a:pt x="676579" y="0"/>
                  </a:lnTo>
                  <a:lnTo>
                    <a:pt x="676579" y="108620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1038840" y="641309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038840" y="6318052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964802" y="6078493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925814" y="4096168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86%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1038840" y="2217627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068577" y="641309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2994539" y="6173536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994539" y="5834097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955551" y="5100908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955551" y="3376557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55%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3068577" y="2190472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89" name="rc189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tx201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20462" y="1151875"/>
              <a:ext cx="3804542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mobility of the EQ-5D-5L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20462" y="1371331"/>
              <a:ext cx="399682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 and today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20462" y="1590787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(N=159)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2025-10-02T09:12:25Z</dcterms:modified>
  <cp:category/>
</cp:coreProperties>
</file>