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4970" y="4556376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4970" y="3755327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4970" y="2954278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4970" y="2153228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152648" y="4075746"/>
              <a:ext cx="406064" cy="480629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603830" y="2513701"/>
              <a:ext cx="406064" cy="2042675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055012" y="4316061"/>
              <a:ext cx="406064" cy="240314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506194" y="3154540"/>
              <a:ext cx="406064" cy="1401835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957376" y="4396166"/>
              <a:ext cx="406064" cy="160209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408559" y="4235956"/>
              <a:ext cx="406064" cy="32041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859741" y="4035694"/>
              <a:ext cx="406064" cy="520681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10923" y="3875484"/>
              <a:ext cx="406064" cy="680891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1275293" y="3607919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203094" y="3784298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(8%)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726475" y="2044109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51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614083" y="2222252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(35%)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217851" y="3846470"/>
              <a:ext cx="80386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105458" y="4024613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628840" y="2684878"/>
              <a:ext cx="160772" cy="1057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516447" y="2863091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20215" y="3928763"/>
              <a:ext cx="80386" cy="103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007823" y="4104717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(3%)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571398" y="3766365"/>
              <a:ext cx="80386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459005" y="3944508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(5%)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982387" y="3566032"/>
              <a:ext cx="160772" cy="1057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910187" y="3744245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(9%)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433569" y="3407657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321176" y="3584036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4885885" y="4556376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885885" y="3755327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885885" y="2954278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885885" y="2153228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  <a:lnTo>
                    <a:pt x="3699694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953562" y="3875484"/>
              <a:ext cx="406064" cy="680891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5404744" y="3995641"/>
              <a:ext cx="406064" cy="560734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5855927" y="4356114"/>
              <a:ext cx="406064" cy="200262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307109" y="3875484"/>
              <a:ext cx="406064" cy="680891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6758291" y="3835432"/>
              <a:ext cx="406064" cy="720944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7209473" y="3755327"/>
              <a:ext cx="406064" cy="8010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7660656" y="3354802"/>
              <a:ext cx="406064" cy="1201573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111838" y="3555064"/>
              <a:ext cx="406064" cy="1001311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5076208" y="3407657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63815" y="3584036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527390" y="3527815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414998" y="3704193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(10%)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18765" y="3888357"/>
              <a:ext cx="80386" cy="103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906373" y="4064665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(3%)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429755" y="3407657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317362" y="3584036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880937" y="3365840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768544" y="3543983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332119" y="3285735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219726" y="3463878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(14%)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783301" y="2885140"/>
              <a:ext cx="160772" cy="1057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670909" y="3063354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(21%)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234483" y="3085473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122091" y="3263616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(17%)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1084970" y="1331947"/>
              <a:ext cx="3699694" cy="262550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1896550" y="1362104"/>
              <a:ext cx="2076535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Reproductive life (N = 146)</a:t>
              </a:r>
            </a:p>
          </p:txBody>
        </p:sp>
        <p:sp>
          <p:nvSpPr>
            <p:cNvPr id="62" name="rc62"/>
            <p:cNvSpPr/>
            <p:nvPr/>
          </p:nvSpPr>
          <p:spPr>
            <a:xfrm>
              <a:off x="4885885" y="1331947"/>
              <a:ext cx="3699694" cy="262550"/>
            </a:xfrm>
            <a:prstGeom prst="rect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5944307" y="1362104"/>
              <a:ext cx="1582850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Sexual life (N = 146)</a:t>
              </a:r>
            </a:p>
          </p:txBody>
        </p:sp>
        <p:sp>
          <p:nvSpPr>
            <p:cNvPr id="64" name="pl64"/>
            <p:cNvSpPr/>
            <p:nvPr/>
          </p:nvSpPr>
          <p:spPr>
            <a:xfrm>
              <a:off x="1084970" y="4658510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355680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806862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258044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09226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60408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611591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062773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513955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 rot="-2700000">
              <a:off x="610345" y="5059186"/>
              <a:ext cx="924010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896556" y="5094948"/>
              <a:ext cx="1103794" cy="1592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applicable</a:t>
              </a:r>
            </a:p>
          </p:txBody>
        </p:sp>
        <p:sp>
          <p:nvSpPr>
            <p:cNvPr id="75" name="tx75"/>
            <p:cNvSpPr/>
            <p:nvPr/>
          </p:nvSpPr>
          <p:spPr>
            <a:xfrm rot="-2700000">
              <a:off x="859907" y="5329586"/>
              <a:ext cx="1688816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want to answer</a:t>
              </a:r>
            </a:p>
          </p:txBody>
        </p:sp>
        <p:sp>
          <p:nvSpPr>
            <p:cNvPr id="76" name="tx76"/>
            <p:cNvSpPr/>
            <p:nvPr/>
          </p:nvSpPr>
          <p:spPr>
            <a:xfrm rot="-2700000">
              <a:off x="2165910" y="4975508"/>
              <a:ext cx="687330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at all</a:t>
              </a:r>
            </a:p>
          </p:txBody>
        </p:sp>
        <p:sp>
          <p:nvSpPr>
            <p:cNvPr id="77" name="tx77"/>
            <p:cNvSpPr/>
            <p:nvPr/>
          </p:nvSpPr>
          <p:spPr>
            <a:xfrm rot="-2700000">
              <a:off x="2711537" y="4899648"/>
              <a:ext cx="561464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Slightly</a:t>
              </a:r>
            </a:p>
          </p:txBody>
        </p:sp>
        <p:sp>
          <p:nvSpPr>
            <p:cNvPr id="78" name="tx78"/>
            <p:cNvSpPr/>
            <p:nvPr/>
          </p:nvSpPr>
          <p:spPr>
            <a:xfrm rot="-2700000">
              <a:off x="2907300" y="5007572"/>
              <a:ext cx="861587" cy="161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Moderately</a:t>
              </a:r>
            </a:p>
          </p:txBody>
        </p:sp>
        <p:sp>
          <p:nvSpPr>
            <p:cNvPr id="79" name="tx79"/>
            <p:cNvSpPr/>
            <p:nvPr/>
          </p:nvSpPr>
          <p:spPr>
            <a:xfrm rot="-2700000">
              <a:off x="3808656" y="4855717"/>
              <a:ext cx="348512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 lot</a:t>
              </a:r>
            </a:p>
          </p:txBody>
        </p:sp>
        <p:sp>
          <p:nvSpPr>
            <p:cNvPr id="80" name="tx80"/>
            <p:cNvSpPr/>
            <p:nvPr/>
          </p:nvSpPr>
          <p:spPr>
            <a:xfrm rot="-2700000">
              <a:off x="3884215" y="4976693"/>
              <a:ext cx="774246" cy="161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Extremely</a:t>
              </a:r>
            </a:p>
          </p:txBody>
        </p:sp>
        <p:sp>
          <p:nvSpPr>
            <p:cNvPr id="81" name="pl81"/>
            <p:cNvSpPr/>
            <p:nvPr/>
          </p:nvSpPr>
          <p:spPr>
            <a:xfrm>
              <a:off x="4885885" y="4658510"/>
              <a:ext cx="3699694" cy="0"/>
            </a:xfrm>
            <a:custGeom>
              <a:avLst/>
              <a:pathLst>
                <a:path w="3699694" h="0">
                  <a:moveTo>
                    <a:pt x="0" y="0"/>
                  </a:moveTo>
                  <a:lnTo>
                    <a:pt x="369969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156594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7776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058959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510141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961323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7412505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863688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314870" y="4658510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 rot="-2700000">
              <a:off x="4411260" y="5059186"/>
              <a:ext cx="924010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91" name="tx91"/>
            <p:cNvSpPr/>
            <p:nvPr/>
          </p:nvSpPr>
          <p:spPr>
            <a:xfrm rot="-2700000">
              <a:off x="4697471" y="5094948"/>
              <a:ext cx="1103794" cy="1592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applicable</a:t>
              </a:r>
            </a:p>
          </p:txBody>
        </p:sp>
        <p:sp>
          <p:nvSpPr>
            <p:cNvPr id="92" name="tx92"/>
            <p:cNvSpPr/>
            <p:nvPr/>
          </p:nvSpPr>
          <p:spPr>
            <a:xfrm rot="-2700000">
              <a:off x="4660821" y="5329586"/>
              <a:ext cx="1688816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want to answer</a:t>
              </a:r>
            </a:p>
          </p:txBody>
        </p:sp>
        <p:sp>
          <p:nvSpPr>
            <p:cNvPr id="93" name="tx93"/>
            <p:cNvSpPr/>
            <p:nvPr/>
          </p:nvSpPr>
          <p:spPr>
            <a:xfrm rot="-2700000">
              <a:off x="5966825" y="4975508"/>
              <a:ext cx="687330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at all</a:t>
              </a:r>
            </a:p>
          </p:txBody>
        </p:sp>
        <p:sp>
          <p:nvSpPr>
            <p:cNvPr id="94" name="tx94"/>
            <p:cNvSpPr/>
            <p:nvPr/>
          </p:nvSpPr>
          <p:spPr>
            <a:xfrm rot="-2700000">
              <a:off x="6512451" y="4899648"/>
              <a:ext cx="561464" cy="1634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Slightly</a:t>
              </a:r>
            </a:p>
          </p:txBody>
        </p:sp>
        <p:sp>
          <p:nvSpPr>
            <p:cNvPr id="95" name="tx95"/>
            <p:cNvSpPr/>
            <p:nvPr/>
          </p:nvSpPr>
          <p:spPr>
            <a:xfrm rot="-2700000">
              <a:off x="6708215" y="5007572"/>
              <a:ext cx="861587" cy="161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Moderately</a:t>
              </a:r>
            </a:p>
          </p:txBody>
        </p:sp>
        <p:sp>
          <p:nvSpPr>
            <p:cNvPr id="96" name="tx96"/>
            <p:cNvSpPr/>
            <p:nvPr/>
          </p:nvSpPr>
          <p:spPr>
            <a:xfrm rot="-2700000">
              <a:off x="7609571" y="4855717"/>
              <a:ext cx="348512" cy="1267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 lot</a:t>
              </a:r>
            </a:p>
          </p:txBody>
        </p:sp>
        <p:sp>
          <p:nvSpPr>
            <p:cNvPr id="97" name="tx97"/>
            <p:cNvSpPr/>
            <p:nvPr/>
          </p:nvSpPr>
          <p:spPr>
            <a:xfrm rot="-2700000">
              <a:off x="7685129" y="4976693"/>
              <a:ext cx="774246" cy="161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Extremely</a:t>
              </a:r>
            </a:p>
          </p:txBody>
        </p:sp>
        <p:sp>
          <p:nvSpPr>
            <p:cNvPr id="98" name="pl98"/>
            <p:cNvSpPr/>
            <p:nvPr/>
          </p:nvSpPr>
          <p:spPr>
            <a:xfrm>
              <a:off x="1084970" y="1594497"/>
              <a:ext cx="0" cy="3064012"/>
            </a:xfrm>
            <a:custGeom>
              <a:avLst/>
              <a:pathLst>
                <a:path w="0" h="3064012">
                  <a:moveTo>
                    <a:pt x="0" y="306401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894114" y="4491402"/>
              <a:ext cx="96865" cy="127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797248" y="3690353"/>
              <a:ext cx="193731" cy="127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797248" y="2889303"/>
              <a:ext cx="193731" cy="127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97248" y="2088254"/>
              <a:ext cx="193731" cy="1273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1034360" y="4556376"/>
              <a:ext cx="50610" cy="0"/>
            </a:xfrm>
            <a:custGeom>
              <a:avLst/>
              <a:pathLst>
                <a:path w="50610" h="0">
                  <a:moveTo>
                    <a:pt x="0" y="0"/>
                  </a:moveTo>
                  <a:lnTo>
                    <a:pt x="5061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034360" y="3755327"/>
              <a:ext cx="50610" cy="0"/>
            </a:xfrm>
            <a:custGeom>
              <a:avLst/>
              <a:pathLst>
                <a:path w="50610" h="0">
                  <a:moveTo>
                    <a:pt x="0" y="0"/>
                  </a:moveTo>
                  <a:lnTo>
                    <a:pt x="5061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034360" y="2954278"/>
              <a:ext cx="50610" cy="0"/>
            </a:xfrm>
            <a:custGeom>
              <a:avLst/>
              <a:pathLst>
                <a:path w="50610" h="0">
                  <a:moveTo>
                    <a:pt x="0" y="0"/>
                  </a:moveTo>
                  <a:lnTo>
                    <a:pt x="5061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034360" y="2153228"/>
              <a:ext cx="50610" cy="0"/>
            </a:xfrm>
            <a:custGeom>
              <a:avLst/>
              <a:pathLst>
                <a:path w="50610" h="0">
                  <a:moveTo>
                    <a:pt x="0" y="0"/>
                  </a:moveTo>
                  <a:lnTo>
                    <a:pt x="5061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 rot="-5400000">
              <a:off x="-248674" y="3032345"/>
              <a:ext cx="1716782" cy="1883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1084970" y="963913"/>
              <a:ext cx="7419974" cy="217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28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Impact of psychotic disorder on the sexual and reproductive health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2025-09-19T15:24:46Z</dcterms:modified>
  <cp:category/>
</cp:coreProperties>
</file>