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4970" y="4556376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4970" y="3722631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4970" y="2888886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4970" y="2055141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152648" y="4056129"/>
              <a:ext cx="406064" cy="50024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603830" y="2513701"/>
              <a:ext cx="406064" cy="2042675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055012" y="4222878"/>
              <a:ext cx="406064" cy="333497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2506194" y="3013948"/>
              <a:ext cx="406064" cy="154242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2957376" y="4389627"/>
              <a:ext cx="406064" cy="166748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408559" y="4181191"/>
              <a:ext cx="406064" cy="37518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859741" y="3972754"/>
              <a:ext cx="406064" cy="583621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310923" y="3847693"/>
              <a:ext cx="406064" cy="70868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1275293" y="3588302"/>
              <a:ext cx="160772" cy="103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1203094" y="3764680"/>
              <a:ext cx="30517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(8%)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1726475" y="2044109"/>
              <a:ext cx="160772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49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1614083" y="2222252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(33%)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217851" y="3753287"/>
              <a:ext cx="80386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105458" y="3931429"/>
              <a:ext cx="30517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(5%)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628840" y="2544286"/>
              <a:ext cx="160772" cy="1057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37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516447" y="2722499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(25%)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3120215" y="3922223"/>
              <a:ext cx="80386" cy="103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3007823" y="4098178"/>
              <a:ext cx="30517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(3%)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571398" y="3711599"/>
              <a:ext cx="80386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459005" y="3889742"/>
              <a:ext cx="30517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(6%)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982387" y="3504927"/>
              <a:ext cx="160772" cy="103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910187" y="3681306"/>
              <a:ext cx="30517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(9%)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433569" y="3379866"/>
              <a:ext cx="160772" cy="103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321176" y="3556244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(11%)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4885885" y="4556376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85885" y="3722631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85885" y="2888886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85885" y="2055141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4953562" y="3847693"/>
              <a:ext cx="406064" cy="708683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5404744" y="4056129"/>
              <a:ext cx="406064" cy="50024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5855927" y="4264565"/>
              <a:ext cx="406064" cy="291810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307109" y="3722631"/>
              <a:ext cx="406064" cy="833744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6758291" y="3847693"/>
              <a:ext cx="406064" cy="708683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209473" y="3639256"/>
              <a:ext cx="406064" cy="917119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7660656" y="3222384"/>
              <a:ext cx="406064" cy="1333991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8111838" y="3597569"/>
              <a:ext cx="406064" cy="9588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5076208" y="3379866"/>
              <a:ext cx="160772" cy="103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63815" y="3556244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(11%)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527390" y="3588302"/>
              <a:ext cx="160772" cy="103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455191" y="3764680"/>
              <a:ext cx="30517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(8%)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18765" y="3798503"/>
              <a:ext cx="80386" cy="1021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906373" y="3973117"/>
              <a:ext cx="30517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(5%)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429755" y="3253040"/>
              <a:ext cx="160772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317362" y="3431182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(13%)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880937" y="3379866"/>
              <a:ext cx="160772" cy="103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6768544" y="3556244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(11%)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332119" y="3171429"/>
              <a:ext cx="160772" cy="103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219726" y="3347808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(15%)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783301" y="2752722"/>
              <a:ext cx="160772" cy="1057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670909" y="2930935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(21%)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234483" y="3127907"/>
              <a:ext cx="160772" cy="1057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122091" y="3306121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(15%)</a:t>
              </a:r>
            </a:p>
          </p:txBody>
        </p:sp>
        <p:sp>
          <p:nvSpPr>
            <p:cNvPr id="60" name="rc60"/>
            <p:cNvSpPr/>
            <p:nvPr/>
          </p:nvSpPr>
          <p:spPr>
            <a:xfrm>
              <a:off x="1084970" y="1331947"/>
              <a:ext cx="3699694" cy="262550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1896550" y="1362104"/>
              <a:ext cx="2076535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Reproductive life (N = 150)</a:t>
              </a:r>
            </a:p>
          </p:txBody>
        </p:sp>
        <p:sp>
          <p:nvSpPr>
            <p:cNvPr id="62" name="rc62"/>
            <p:cNvSpPr/>
            <p:nvPr/>
          </p:nvSpPr>
          <p:spPr>
            <a:xfrm>
              <a:off x="4885885" y="1331947"/>
              <a:ext cx="3699694" cy="262550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5944307" y="1362104"/>
              <a:ext cx="1582850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Sexual life (N = 150)</a:t>
              </a:r>
            </a:p>
          </p:txBody>
        </p:sp>
        <p:sp>
          <p:nvSpPr>
            <p:cNvPr id="64" name="pl64"/>
            <p:cNvSpPr/>
            <p:nvPr/>
          </p:nvSpPr>
          <p:spPr>
            <a:xfrm>
              <a:off x="1084970" y="4658510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1355680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1806862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258044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709226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160408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611591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062773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13955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 rot="-2700000">
              <a:off x="610345" y="5059186"/>
              <a:ext cx="924010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74" name="tx74"/>
            <p:cNvSpPr/>
            <p:nvPr/>
          </p:nvSpPr>
          <p:spPr>
            <a:xfrm rot="-2700000">
              <a:off x="896556" y="5094948"/>
              <a:ext cx="1103794" cy="1592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applicable</a:t>
              </a:r>
            </a:p>
          </p:txBody>
        </p:sp>
        <p:sp>
          <p:nvSpPr>
            <p:cNvPr id="75" name="tx75"/>
            <p:cNvSpPr/>
            <p:nvPr/>
          </p:nvSpPr>
          <p:spPr>
            <a:xfrm rot="-2700000">
              <a:off x="859907" y="5329586"/>
              <a:ext cx="1688816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want to answer</a:t>
              </a:r>
            </a:p>
          </p:txBody>
        </p:sp>
        <p:sp>
          <p:nvSpPr>
            <p:cNvPr id="76" name="tx76"/>
            <p:cNvSpPr/>
            <p:nvPr/>
          </p:nvSpPr>
          <p:spPr>
            <a:xfrm rot="-2700000">
              <a:off x="2165910" y="4975508"/>
              <a:ext cx="687330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at all</a:t>
              </a:r>
            </a:p>
          </p:txBody>
        </p:sp>
        <p:sp>
          <p:nvSpPr>
            <p:cNvPr id="77" name="tx77"/>
            <p:cNvSpPr/>
            <p:nvPr/>
          </p:nvSpPr>
          <p:spPr>
            <a:xfrm rot="-2700000">
              <a:off x="2711537" y="4899648"/>
              <a:ext cx="561464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Slightly</a:t>
              </a:r>
            </a:p>
          </p:txBody>
        </p:sp>
        <p:sp>
          <p:nvSpPr>
            <p:cNvPr id="78" name="tx78"/>
            <p:cNvSpPr/>
            <p:nvPr/>
          </p:nvSpPr>
          <p:spPr>
            <a:xfrm rot="-2700000">
              <a:off x="2907300" y="5007572"/>
              <a:ext cx="861587" cy="161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Moderately</a:t>
              </a:r>
            </a:p>
          </p:txBody>
        </p:sp>
        <p:sp>
          <p:nvSpPr>
            <p:cNvPr id="79" name="tx79"/>
            <p:cNvSpPr/>
            <p:nvPr/>
          </p:nvSpPr>
          <p:spPr>
            <a:xfrm rot="-2700000">
              <a:off x="3808656" y="4855717"/>
              <a:ext cx="348512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 lot</a:t>
              </a:r>
            </a:p>
          </p:txBody>
        </p:sp>
        <p:sp>
          <p:nvSpPr>
            <p:cNvPr id="80" name="tx80"/>
            <p:cNvSpPr/>
            <p:nvPr/>
          </p:nvSpPr>
          <p:spPr>
            <a:xfrm rot="-2700000">
              <a:off x="3884215" y="4976693"/>
              <a:ext cx="774246" cy="161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Extremely</a:t>
              </a:r>
            </a:p>
          </p:txBody>
        </p:sp>
        <p:sp>
          <p:nvSpPr>
            <p:cNvPr id="81" name="pl81"/>
            <p:cNvSpPr/>
            <p:nvPr/>
          </p:nvSpPr>
          <p:spPr>
            <a:xfrm>
              <a:off x="4885885" y="4658510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5156594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5607776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6058959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6510141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6961323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7412505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7863688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314870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tx90"/>
            <p:cNvSpPr/>
            <p:nvPr/>
          </p:nvSpPr>
          <p:spPr>
            <a:xfrm rot="-2700000">
              <a:off x="4411260" y="5059186"/>
              <a:ext cx="924010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91" name="tx91"/>
            <p:cNvSpPr/>
            <p:nvPr/>
          </p:nvSpPr>
          <p:spPr>
            <a:xfrm rot="-2700000">
              <a:off x="4697471" y="5094948"/>
              <a:ext cx="1103794" cy="1592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applicable</a:t>
              </a:r>
            </a:p>
          </p:txBody>
        </p:sp>
        <p:sp>
          <p:nvSpPr>
            <p:cNvPr id="92" name="tx92"/>
            <p:cNvSpPr/>
            <p:nvPr/>
          </p:nvSpPr>
          <p:spPr>
            <a:xfrm rot="-2700000">
              <a:off x="4660821" y="5329586"/>
              <a:ext cx="1688816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want to answer</a:t>
              </a:r>
            </a:p>
          </p:txBody>
        </p:sp>
        <p:sp>
          <p:nvSpPr>
            <p:cNvPr id="93" name="tx93"/>
            <p:cNvSpPr/>
            <p:nvPr/>
          </p:nvSpPr>
          <p:spPr>
            <a:xfrm rot="-2700000">
              <a:off x="5966825" y="4975508"/>
              <a:ext cx="687330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at all</a:t>
              </a:r>
            </a:p>
          </p:txBody>
        </p:sp>
        <p:sp>
          <p:nvSpPr>
            <p:cNvPr id="94" name="tx94"/>
            <p:cNvSpPr/>
            <p:nvPr/>
          </p:nvSpPr>
          <p:spPr>
            <a:xfrm rot="-2700000">
              <a:off x="6512451" y="4899648"/>
              <a:ext cx="561464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Slightly</a:t>
              </a:r>
            </a:p>
          </p:txBody>
        </p:sp>
        <p:sp>
          <p:nvSpPr>
            <p:cNvPr id="95" name="tx95"/>
            <p:cNvSpPr/>
            <p:nvPr/>
          </p:nvSpPr>
          <p:spPr>
            <a:xfrm rot="-2700000">
              <a:off x="6708215" y="5007572"/>
              <a:ext cx="861587" cy="161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Moderately</a:t>
              </a:r>
            </a:p>
          </p:txBody>
        </p:sp>
        <p:sp>
          <p:nvSpPr>
            <p:cNvPr id="96" name="tx96"/>
            <p:cNvSpPr/>
            <p:nvPr/>
          </p:nvSpPr>
          <p:spPr>
            <a:xfrm rot="-2700000">
              <a:off x="7609571" y="4855717"/>
              <a:ext cx="348512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 lot</a:t>
              </a:r>
            </a:p>
          </p:txBody>
        </p:sp>
        <p:sp>
          <p:nvSpPr>
            <p:cNvPr id="97" name="tx97"/>
            <p:cNvSpPr/>
            <p:nvPr/>
          </p:nvSpPr>
          <p:spPr>
            <a:xfrm rot="-2700000">
              <a:off x="7685129" y="4976693"/>
              <a:ext cx="774246" cy="161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Extremely</a:t>
              </a:r>
            </a:p>
          </p:txBody>
        </p:sp>
        <p:sp>
          <p:nvSpPr>
            <p:cNvPr id="98" name="pl98"/>
            <p:cNvSpPr/>
            <p:nvPr/>
          </p:nvSpPr>
          <p:spPr>
            <a:xfrm>
              <a:off x="1084970" y="1594497"/>
              <a:ext cx="0" cy="3064012"/>
            </a:xfrm>
            <a:custGeom>
              <a:avLst/>
              <a:pathLst>
                <a:path w="0" h="3064012">
                  <a:moveTo>
                    <a:pt x="0" y="306401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tx99"/>
            <p:cNvSpPr/>
            <p:nvPr/>
          </p:nvSpPr>
          <p:spPr>
            <a:xfrm>
              <a:off x="894114" y="4491402"/>
              <a:ext cx="96865" cy="1273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97248" y="3657657"/>
              <a:ext cx="193731" cy="1273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97248" y="2823912"/>
              <a:ext cx="193731" cy="1273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97248" y="1990167"/>
              <a:ext cx="193731" cy="1273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3" name="pl103"/>
            <p:cNvSpPr/>
            <p:nvPr/>
          </p:nvSpPr>
          <p:spPr>
            <a:xfrm>
              <a:off x="1034360" y="4556376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1034360" y="3722631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1034360" y="2888886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1034360" y="2055141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tx107"/>
            <p:cNvSpPr/>
            <p:nvPr/>
          </p:nvSpPr>
          <p:spPr>
            <a:xfrm rot="-5400000">
              <a:off x="-248674" y="3032345"/>
              <a:ext cx="1716782" cy="1883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1084970" y="963913"/>
              <a:ext cx="7419974" cy="2179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8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Impact of psychotic disorder on the sexual and reproductive health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2025-09-22T13:45:55Z</dcterms:modified>
  <cp:category/>
</cp:coreProperties>
</file>