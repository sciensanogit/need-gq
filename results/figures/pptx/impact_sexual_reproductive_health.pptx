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4970" y="455637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4970" y="3972754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4970" y="3389133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4970" y="280551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4970" y="222189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84970" y="1638268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174479" y="2513701"/>
              <a:ext cx="537052" cy="2042675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71204" y="4322927"/>
              <a:ext cx="537052" cy="233448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67929" y="4089479"/>
              <a:ext cx="537052" cy="466897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964654" y="3797668"/>
              <a:ext cx="537052" cy="758707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561378" y="3564219"/>
              <a:ext cx="537052" cy="992156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158103" y="4206203"/>
              <a:ext cx="537052" cy="35017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342522" y="1926623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202032" y="2149390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(42%)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989489" y="3738673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848998" y="3958617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86213" y="3502490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395481" y="372516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132697" y="321059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992206" y="343335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729422" y="2979436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588931" y="319990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(20%)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376388" y="3619214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5897" y="3841892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4885885" y="4556376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85885" y="3972754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5885" y="3389133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85885" y="2805511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5885" y="222189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5885" y="1638268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  <a:lnTo>
                    <a:pt x="3699694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975394" y="3564219"/>
              <a:ext cx="537052" cy="9921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572118" y="3505857"/>
              <a:ext cx="537052" cy="1050518"/>
            </a:xfrm>
            <a:prstGeom prst="rect">
              <a:avLst/>
            </a:prstGeom>
            <a:solidFill>
              <a:srgbClr val="43AA7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168843" y="3389133"/>
              <a:ext cx="537052" cy="1167242"/>
            </a:xfrm>
            <a:prstGeom prst="rect">
              <a:avLst/>
            </a:prstGeom>
            <a:solidFill>
              <a:srgbClr val="B7B92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765568" y="2805511"/>
              <a:ext cx="537052" cy="1750864"/>
            </a:xfrm>
            <a:prstGeom prst="rect">
              <a:avLst/>
            </a:prstGeom>
            <a:solidFill>
              <a:srgbClr val="D78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362293" y="3097322"/>
              <a:ext cx="537052" cy="1459053"/>
            </a:xfrm>
            <a:prstGeom prst="rect">
              <a:avLst/>
            </a:prstGeom>
            <a:solidFill>
              <a:srgbClr val="AD2C9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959018" y="4264565"/>
              <a:ext cx="537052" cy="29181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5143437" y="2979436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02946" y="319990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(15%)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740162" y="291886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599671" y="314154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336887" y="280214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196396" y="302482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(17%)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3612" y="221843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793121" y="244120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(26%)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30336" y="251033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389846" y="273301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(22%)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177303" y="3679870"/>
              <a:ext cx="100482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036812" y="390025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1084970" y="1331947"/>
              <a:ext cx="3699694" cy="26255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1944983" y="1362104"/>
              <a:ext cx="1979669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Reproductive life (N = 83)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4885885" y="1331947"/>
              <a:ext cx="3699694" cy="262550"/>
            </a:xfrm>
            <a:prstGeom prst="rect">
              <a:avLst/>
            </a:prstGeom>
            <a:solidFill>
              <a:srgbClr val="CCCCC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5944307" y="1362104"/>
              <a:ext cx="1582850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Sexual life (N = 115)</a:t>
              </a:r>
            </a:p>
          </p:txBody>
        </p:sp>
        <p:sp>
          <p:nvSpPr>
            <p:cNvPr id="56" name="pl56"/>
            <p:cNvSpPr/>
            <p:nvPr/>
          </p:nvSpPr>
          <p:spPr>
            <a:xfrm>
              <a:off x="1084970" y="465851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44300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3973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3645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23318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2990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426629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 rot="-2700000">
              <a:off x="899689" y="4975508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64" name="tx64"/>
            <p:cNvSpPr/>
            <p:nvPr/>
          </p:nvSpPr>
          <p:spPr>
            <a:xfrm rot="-2700000">
              <a:off x="1590858" y="48996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1932164" y="50075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2979063" y="48557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3200164" y="49766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3028492" y="5329586"/>
              <a:ext cx="1688816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want to answer</a:t>
              </a:r>
            </a:p>
          </p:txBody>
        </p:sp>
        <p:sp>
          <p:nvSpPr>
            <p:cNvPr id="69" name="pl69"/>
            <p:cNvSpPr/>
            <p:nvPr/>
          </p:nvSpPr>
          <p:spPr>
            <a:xfrm>
              <a:off x="4885885" y="4658510"/>
              <a:ext cx="3699694" cy="0"/>
            </a:xfrm>
            <a:custGeom>
              <a:avLst/>
              <a:pathLst>
                <a:path w="3699694" h="0">
                  <a:moveTo>
                    <a:pt x="0" y="0"/>
                  </a:moveTo>
                  <a:lnTo>
                    <a:pt x="36996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24392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840645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437370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7034094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630819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27544" y="4658510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 rot="-2700000">
              <a:off x="4700604" y="4975508"/>
              <a:ext cx="687330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77" name="tx77"/>
            <p:cNvSpPr/>
            <p:nvPr/>
          </p:nvSpPr>
          <p:spPr>
            <a:xfrm rot="-2700000">
              <a:off x="5391773" y="4899648"/>
              <a:ext cx="56146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78" name="tx78"/>
            <p:cNvSpPr/>
            <p:nvPr/>
          </p:nvSpPr>
          <p:spPr>
            <a:xfrm rot="-2700000">
              <a:off x="5733079" y="5007572"/>
              <a:ext cx="861587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79" name="tx79"/>
            <p:cNvSpPr/>
            <p:nvPr/>
          </p:nvSpPr>
          <p:spPr>
            <a:xfrm rot="-2700000">
              <a:off x="6779978" y="4855717"/>
              <a:ext cx="348512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80" name="tx80"/>
            <p:cNvSpPr/>
            <p:nvPr/>
          </p:nvSpPr>
          <p:spPr>
            <a:xfrm rot="-2700000">
              <a:off x="7001079" y="4976693"/>
              <a:ext cx="774246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81" name="tx81"/>
            <p:cNvSpPr/>
            <p:nvPr/>
          </p:nvSpPr>
          <p:spPr>
            <a:xfrm rot="-2700000">
              <a:off x="6829407" y="5329586"/>
              <a:ext cx="1688816" cy="126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want to answer</a:t>
              </a:r>
            </a:p>
          </p:txBody>
        </p:sp>
        <p:sp>
          <p:nvSpPr>
            <p:cNvPr id="82" name="pl82"/>
            <p:cNvSpPr/>
            <p:nvPr/>
          </p:nvSpPr>
          <p:spPr>
            <a:xfrm>
              <a:off x="1084970" y="1594497"/>
              <a:ext cx="0" cy="3064012"/>
            </a:xfrm>
            <a:custGeom>
              <a:avLst/>
              <a:pathLst>
                <a:path w="0" h="3064012">
                  <a:moveTo>
                    <a:pt x="0" y="306401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894114" y="4491402"/>
              <a:ext cx="96865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97248" y="3907780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7248" y="3324159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97248" y="2740452"/>
              <a:ext cx="193731" cy="1273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97248" y="2156916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797248" y="1573294"/>
              <a:ext cx="193731" cy="1273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89" name="pl89"/>
            <p:cNvSpPr/>
            <p:nvPr/>
          </p:nvSpPr>
          <p:spPr>
            <a:xfrm>
              <a:off x="1034360" y="4556376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034360" y="3972754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034360" y="3389133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034360" y="2805511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034360" y="2221890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034360" y="1638268"/>
              <a:ext cx="50610" cy="0"/>
            </a:xfrm>
            <a:custGeom>
              <a:avLst/>
              <a:pathLst>
                <a:path w="50610" h="0">
                  <a:moveTo>
                    <a:pt x="0" y="0"/>
                  </a:moveTo>
                  <a:lnTo>
                    <a:pt x="5061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 rot="-5400000">
              <a:off x="-248674" y="3032345"/>
              <a:ext cx="1716782" cy="1883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1084970" y="963913"/>
              <a:ext cx="7419974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psychotic disorder on the sexual and reproductive health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2025-09-15T11:57:14Z</dcterms:modified>
  <cp:category/>
</cp:coreProperties>
</file>