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7315200" cy="16459200"/>
            <a:chOff x="457200" y="914400"/>
            <a:chExt cx="7315200" cy="164592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7315200" cy="16459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914400"/>
              <a:ext cx="7315200" cy="16459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12299" y="4901680"/>
              <a:ext cx="817269" cy="376900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120376" y="4524779"/>
              <a:ext cx="817269" cy="753801"/>
            </a:xfrm>
            <a:prstGeom prst="rect">
              <a:avLst/>
            </a:prstGeom>
            <a:solidFill>
              <a:srgbClr val="3DA68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028454" y="4255564"/>
              <a:ext cx="817269" cy="1023016"/>
            </a:xfrm>
            <a:prstGeom prst="rect">
              <a:avLst/>
            </a:prstGeom>
            <a:solidFill>
              <a:srgbClr val="87B5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36531" y="4201721"/>
              <a:ext cx="817269" cy="1076859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844608" y="3017175"/>
              <a:ext cx="817269" cy="2261405"/>
            </a:xfrm>
            <a:prstGeom prst="rect">
              <a:avLst/>
            </a:prstGeom>
            <a:solidFill>
              <a:srgbClr val="BD5A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5752685" y="2424902"/>
              <a:ext cx="817269" cy="2853678"/>
            </a:xfrm>
            <a:prstGeom prst="rect">
              <a:avLst/>
            </a:prstGeom>
            <a:solidFill>
              <a:srgbClr val="B93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660762" y="4901680"/>
              <a:ext cx="817269" cy="376900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1570693" y="4319102"/>
              <a:ext cx="100482" cy="1276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1430202" y="4537369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(4%)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2428528" y="3939995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2338279" y="4160468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(9%)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3336605" y="3668575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3196115" y="3891253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(12%)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244682" y="3614732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4104192" y="3837410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(12%)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5152759" y="2432391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42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5012269" y="2652864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(26%)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060836" y="1837825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53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920346" y="2060591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(33%)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7019155" y="4319102"/>
              <a:ext cx="100482" cy="1276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878664" y="4537369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(4%)</a:t>
              </a:r>
            </a:p>
          </p:txBody>
        </p:sp>
        <p:sp>
          <p:nvSpPr>
            <p:cNvPr id="26" name="pl26"/>
            <p:cNvSpPr/>
            <p:nvPr/>
          </p:nvSpPr>
          <p:spPr>
            <a:xfrm>
              <a:off x="1076088" y="1568798"/>
              <a:ext cx="0" cy="3709782"/>
            </a:xfrm>
            <a:custGeom>
              <a:avLst/>
              <a:pathLst>
                <a:path w="0" h="3709782">
                  <a:moveTo>
                    <a:pt x="0" y="370978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909089" y="5221728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824331" y="4144868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824331" y="3068008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24331" y="1991149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1031804" y="527858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031804" y="420172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031804" y="312486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031804" y="204800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076088" y="5278581"/>
              <a:ext cx="6538154" cy="0"/>
            </a:xfrm>
            <a:custGeom>
              <a:avLst/>
              <a:pathLst>
                <a:path w="6538154" h="0">
                  <a:moveTo>
                    <a:pt x="0" y="0"/>
                  </a:moveTo>
                  <a:lnTo>
                    <a:pt x="6538154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620934" y="527858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29011" y="527858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437088" y="527858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345165" y="527858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253242" y="527858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161319" y="527858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069396" y="527858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1241832" y="5358515"/>
              <a:ext cx="758204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&lt; 6 months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317303" y="5328303"/>
              <a:ext cx="423416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6m-2y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119452" y="5328303"/>
              <a:ext cx="635272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2-5 years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85150" y="5328303"/>
              <a:ext cx="720030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5-10 years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850848" y="5328303"/>
              <a:ext cx="804788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10-20 years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824558" y="5328303"/>
              <a:ext cx="673521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&gt;20 years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665142" y="5359036"/>
              <a:ext cx="808508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90851" y="3341301"/>
              <a:ext cx="1502184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076088" y="1030984"/>
              <a:ext cx="6188273" cy="1870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Depuis combien de temps approximativement avez-vous reçu le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076088" y="1246769"/>
              <a:ext cx="4318595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diagnostic de trouble psychotique? (n = 162)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1234269" y="7250923"/>
              <a:ext cx="949086" cy="285367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288810" y="8755590"/>
              <a:ext cx="949086" cy="1349011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343351" y="9326326"/>
              <a:ext cx="949086" cy="778276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397892" y="9533866"/>
              <a:ext cx="949086" cy="570735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452433" y="8081084"/>
              <a:ext cx="949086" cy="2023517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6506974" y="9274441"/>
              <a:ext cx="949086" cy="830161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608330" y="6666228"/>
              <a:ext cx="200965" cy="1297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467839" y="6886612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(34%)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662871" y="8168601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26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522380" y="8391279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(16%)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717412" y="8739337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627163" y="8962015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(9%)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771953" y="8949082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4681704" y="9169555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(7%)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5826494" y="7494007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5686003" y="7716773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(24%)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6881035" y="8687452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6740544" y="8910130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(10%)</a:t>
              </a:r>
            </a:p>
          </p:txBody>
        </p:sp>
        <p:sp>
          <p:nvSpPr>
            <p:cNvPr id="71" name="pl71"/>
            <p:cNvSpPr/>
            <p:nvPr/>
          </p:nvSpPr>
          <p:spPr>
            <a:xfrm>
              <a:off x="1076088" y="6394819"/>
              <a:ext cx="0" cy="3709782"/>
            </a:xfrm>
            <a:custGeom>
              <a:avLst/>
              <a:pathLst>
                <a:path w="0" h="3709782">
                  <a:moveTo>
                    <a:pt x="0" y="370978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909089" y="10047749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824331" y="9010048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824331" y="7972347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824331" y="6934645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76" name="pl76"/>
            <p:cNvSpPr/>
            <p:nvPr/>
          </p:nvSpPr>
          <p:spPr>
            <a:xfrm>
              <a:off x="1031804" y="1010460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031804" y="906690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031804" y="8029199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031804" y="699149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1076088" y="10104602"/>
              <a:ext cx="6538154" cy="0"/>
            </a:xfrm>
            <a:custGeom>
              <a:avLst/>
              <a:pathLst>
                <a:path w="6538154" h="0">
                  <a:moveTo>
                    <a:pt x="0" y="0"/>
                  </a:moveTo>
                  <a:lnTo>
                    <a:pt x="6538154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1708813" y="10104602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763354" y="10104602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817895" y="10104602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4872436" y="10104602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926977" y="10104602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6981518" y="10104602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tx87"/>
            <p:cNvSpPr/>
            <p:nvPr/>
          </p:nvSpPr>
          <p:spPr>
            <a:xfrm rot="-2700000">
              <a:off x="799500" y="10561260"/>
              <a:ext cx="1109588" cy="111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Moins de 1 mois</a:t>
              </a:r>
            </a:p>
          </p:txBody>
        </p:sp>
        <p:sp>
          <p:nvSpPr>
            <p:cNvPr id="88" name="tx88"/>
            <p:cNvSpPr/>
            <p:nvPr/>
          </p:nvSpPr>
          <p:spPr>
            <a:xfrm rot="-2700000">
              <a:off x="1507025" y="10704925"/>
              <a:ext cx="1516112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Entre 1 mois et 6 mois</a:t>
              </a:r>
            </a:p>
          </p:txBody>
        </p:sp>
        <p:sp>
          <p:nvSpPr>
            <p:cNvPr id="89" name="tx89"/>
            <p:cNvSpPr/>
            <p:nvPr/>
          </p:nvSpPr>
          <p:spPr>
            <a:xfrm rot="-2700000">
              <a:off x="2691520" y="10651096"/>
              <a:ext cx="1363860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Entre 6 mois et 1 an</a:t>
              </a:r>
            </a:p>
          </p:txBody>
        </p:sp>
        <p:sp>
          <p:nvSpPr>
            <p:cNvPr id="90" name="tx90"/>
            <p:cNvSpPr/>
            <p:nvPr/>
          </p:nvSpPr>
          <p:spPr>
            <a:xfrm rot="-2700000">
              <a:off x="3811002" y="10624271"/>
              <a:ext cx="1287809" cy="111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Entre 1 an et 2 ans</a:t>
              </a:r>
            </a:p>
          </p:txBody>
        </p:sp>
        <p:sp>
          <p:nvSpPr>
            <p:cNvPr id="91" name="tx91"/>
            <p:cNvSpPr/>
            <p:nvPr/>
          </p:nvSpPr>
          <p:spPr>
            <a:xfrm rot="-2700000">
              <a:off x="5176519" y="10495461"/>
              <a:ext cx="923478" cy="111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Plus de 2 ans</a:t>
              </a:r>
            </a:p>
          </p:txBody>
        </p:sp>
        <p:sp>
          <p:nvSpPr>
            <p:cNvPr id="92" name="tx92"/>
            <p:cNvSpPr/>
            <p:nvPr/>
          </p:nvSpPr>
          <p:spPr>
            <a:xfrm rot="-2700000">
              <a:off x="6177823" y="10489458"/>
              <a:ext cx="974228" cy="1393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Je ne sais pas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-90851" y="8167322"/>
              <a:ext cx="1502184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1076088" y="5633878"/>
              <a:ext cx="5861149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Combien de temps est passé entre vos premiers symptômes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1076088" y="5853334"/>
              <a:ext cx="5843885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psychotiques et le premier contact avec un psychiatre ? (n =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1076088" y="6072790"/>
              <a:ext cx="406697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162)</a:t>
              </a:r>
            </a:p>
          </p:txBody>
        </p:sp>
        <p:sp>
          <p:nvSpPr>
            <p:cNvPr id="97" name="rc97"/>
            <p:cNvSpPr/>
            <p:nvPr/>
          </p:nvSpPr>
          <p:spPr>
            <a:xfrm>
              <a:off x="1234269" y="13107651"/>
              <a:ext cx="949086" cy="285367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2288810" y="14006032"/>
              <a:ext cx="949086" cy="1955298"/>
            </a:xfrm>
            <a:prstGeom prst="rect">
              <a:avLst/>
            </a:prstGeom>
            <a:solidFill>
              <a:srgbClr val="43AA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3343351" y="15432871"/>
              <a:ext cx="949086" cy="528459"/>
            </a:xfrm>
            <a:prstGeom prst="rect">
              <a:avLst/>
            </a:prstGeom>
            <a:solidFill>
              <a:srgbClr val="B7B92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4397892" y="15432871"/>
              <a:ext cx="949086" cy="528459"/>
            </a:xfrm>
            <a:prstGeom prst="rect">
              <a:avLst/>
            </a:prstGeom>
            <a:solidFill>
              <a:srgbClr val="D78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5452433" y="14323107"/>
              <a:ext cx="949086" cy="1638223"/>
            </a:xfrm>
            <a:prstGeom prst="rect">
              <a:avLst/>
            </a:prstGeom>
            <a:solidFill>
              <a:srgbClr val="AD2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6506974" y="14904412"/>
              <a:ext cx="949086" cy="105691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tx103"/>
            <p:cNvSpPr/>
            <p:nvPr/>
          </p:nvSpPr>
          <p:spPr>
            <a:xfrm>
              <a:off x="1608330" y="12521192"/>
              <a:ext cx="200965" cy="131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1467839" y="12743341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(33%)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2662871" y="13418954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37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2522380" y="13641721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(23%)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3717412" y="14845882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3627163" y="15068560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(6%)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4771953" y="14845882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4681704" y="15068560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(6%)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5826494" y="13736030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31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5686003" y="13958797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(19%)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6881035" y="14317423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6740544" y="14540101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(12%)</a:t>
              </a:r>
            </a:p>
          </p:txBody>
        </p:sp>
        <p:sp>
          <p:nvSpPr>
            <p:cNvPr id="115" name="pl115"/>
            <p:cNvSpPr/>
            <p:nvPr/>
          </p:nvSpPr>
          <p:spPr>
            <a:xfrm>
              <a:off x="1076088" y="12251548"/>
              <a:ext cx="0" cy="3709782"/>
            </a:xfrm>
            <a:custGeom>
              <a:avLst/>
              <a:pathLst>
                <a:path w="0" h="3709782">
                  <a:moveTo>
                    <a:pt x="0" y="370978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909089" y="15904478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824331" y="14847560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824331" y="13790642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824331" y="12733724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120" name="pl120"/>
            <p:cNvSpPr/>
            <p:nvPr/>
          </p:nvSpPr>
          <p:spPr>
            <a:xfrm>
              <a:off x="1031804" y="159613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1031804" y="1490441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1031804" y="1384749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1031804" y="1279057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1076088" y="15961330"/>
              <a:ext cx="6538154" cy="0"/>
            </a:xfrm>
            <a:custGeom>
              <a:avLst/>
              <a:pathLst>
                <a:path w="6538154" h="0">
                  <a:moveTo>
                    <a:pt x="0" y="0"/>
                  </a:moveTo>
                  <a:lnTo>
                    <a:pt x="6538154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1708813" y="1596133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763354" y="1596133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817895" y="1596133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872436" y="1596133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926977" y="1596133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6981518" y="1596133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tx131"/>
            <p:cNvSpPr/>
            <p:nvPr/>
          </p:nvSpPr>
          <p:spPr>
            <a:xfrm rot="-2700000">
              <a:off x="799500" y="16417989"/>
              <a:ext cx="1109588" cy="111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Moins de 1 mois</a:t>
              </a:r>
            </a:p>
          </p:txBody>
        </p:sp>
        <p:sp>
          <p:nvSpPr>
            <p:cNvPr id="132" name="tx132"/>
            <p:cNvSpPr/>
            <p:nvPr/>
          </p:nvSpPr>
          <p:spPr>
            <a:xfrm rot="-2700000">
              <a:off x="1507025" y="16561653"/>
              <a:ext cx="1516112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Entre 1 mois et 6 mois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2700000">
              <a:off x="2691520" y="16507824"/>
              <a:ext cx="1363860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Entre 6 mois et 1 an</a:t>
              </a:r>
            </a:p>
          </p:txBody>
        </p:sp>
        <p:sp>
          <p:nvSpPr>
            <p:cNvPr id="134" name="tx134"/>
            <p:cNvSpPr/>
            <p:nvPr/>
          </p:nvSpPr>
          <p:spPr>
            <a:xfrm rot="-2700000">
              <a:off x="3811002" y="16481000"/>
              <a:ext cx="1287809" cy="111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Entre 1 an et 2 ans</a:t>
              </a:r>
            </a:p>
          </p:txBody>
        </p:sp>
        <p:sp>
          <p:nvSpPr>
            <p:cNvPr id="135" name="tx135"/>
            <p:cNvSpPr/>
            <p:nvPr/>
          </p:nvSpPr>
          <p:spPr>
            <a:xfrm rot="-2700000">
              <a:off x="5094097" y="16357829"/>
              <a:ext cx="1008236" cy="139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Plus que 2 ans</a:t>
              </a:r>
            </a:p>
          </p:txBody>
        </p:sp>
        <p:sp>
          <p:nvSpPr>
            <p:cNvPr id="136" name="tx136"/>
            <p:cNvSpPr/>
            <p:nvPr/>
          </p:nvSpPr>
          <p:spPr>
            <a:xfrm rot="-2700000">
              <a:off x="6177823" y="16346187"/>
              <a:ext cx="974228" cy="1393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Je ne sais pas</a:t>
              </a:r>
            </a:p>
          </p:txBody>
        </p:sp>
        <p:sp>
          <p:nvSpPr>
            <p:cNvPr id="137" name="tx137"/>
            <p:cNvSpPr/>
            <p:nvPr/>
          </p:nvSpPr>
          <p:spPr>
            <a:xfrm rot="-5400000">
              <a:off x="-90851" y="14024050"/>
              <a:ext cx="1502184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1076088" y="11493285"/>
              <a:ext cx="5962451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Combien de temps est passé entre votre premier rendez-vous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1076088" y="11710062"/>
              <a:ext cx="5571926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médical pour le trouble psychotique et le diagnostic? (n =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1076088" y="11929518"/>
              <a:ext cx="406697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162)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2025-09-15T16:44:10Z</dcterms:modified>
  <cp:category/>
</cp:coreProperties>
</file>