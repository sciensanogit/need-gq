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7315200" cy="10972800"/>
            <a:chOff x="457200" y="914400"/>
            <a:chExt cx="7315200" cy="10972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7315200" cy="10972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914400"/>
              <a:ext cx="7315200" cy="10972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234269" y="4708544"/>
              <a:ext cx="949086" cy="822616"/>
            </a:xfrm>
            <a:prstGeom prst="rect">
              <a:avLst/>
            </a:prstGeom>
            <a:solidFill>
              <a:srgbClr val="9E9E9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288810" y="2652002"/>
              <a:ext cx="949086" cy="2879159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343351" y="3827169"/>
              <a:ext cx="949086" cy="1703992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4397892" y="4591028"/>
              <a:ext cx="949086" cy="940133"/>
            </a:xfrm>
            <a:prstGeom prst="rect">
              <a:avLst/>
            </a:prstGeom>
            <a:solidFill>
              <a:srgbClr val="CDDC3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5452433" y="4708544"/>
              <a:ext cx="949086" cy="822616"/>
            </a:xfrm>
            <a:prstGeom prst="rect">
              <a:avLst/>
            </a:prstGeom>
            <a:solidFill>
              <a:srgbClr val="FFEB3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6506974" y="3357102"/>
              <a:ext cx="949086" cy="2174059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1608330" y="4123761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518080" y="4344234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(9%)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662871" y="2065013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49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2522380" y="2287691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(31%)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717412" y="3240180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576921" y="3462858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(18%)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771953" y="4004039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631462" y="4226717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(10%)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5826494" y="4123761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5736245" y="4344234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(9%)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881035" y="2770025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37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740544" y="2992792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(23%)</a:t>
              </a:r>
            </a:p>
          </p:txBody>
        </p:sp>
        <p:sp>
          <p:nvSpPr>
            <p:cNvPr id="23" name="pl23"/>
            <p:cNvSpPr/>
            <p:nvPr/>
          </p:nvSpPr>
          <p:spPr>
            <a:xfrm>
              <a:off x="1076088" y="1788254"/>
              <a:ext cx="0" cy="3742906"/>
            </a:xfrm>
            <a:custGeom>
              <a:avLst/>
              <a:pathLst>
                <a:path w="0" h="3742906">
                  <a:moveTo>
                    <a:pt x="0" y="374290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909089" y="5474309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24331" y="4299142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24331" y="3123975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824331" y="1948808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28" name="pl28"/>
            <p:cNvSpPr/>
            <p:nvPr/>
          </p:nvSpPr>
          <p:spPr>
            <a:xfrm>
              <a:off x="1031804" y="553116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31804" y="435599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31804" y="31808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31804" y="2005660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076088" y="5531161"/>
              <a:ext cx="6538154" cy="0"/>
            </a:xfrm>
            <a:custGeom>
              <a:avLst/>
              <a:pathLst>
                <a:path w="6538154" h="0">
                  <a:moveTo>
                    <a:pt x="0" y="0"/>
                  </a:moveTo>
                  <a:lnTo>
                    <a:pt x="65381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8813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763354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817895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72436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926977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6981518" y="553116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 rot="-2700000">
              <a:off x="1056645" y="5881753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40" name="tx40"/>
            <p:cNvSpPr/>
            <p:nvPr/>
          </p:nvSpPr>
          <p:spPr>
            <a:xfrm rot="-2700000">
              <a:off x="2219006" y="5836646"/>
              <a:ext cx="682004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&lt; 1 month</a:t>
              </a:r>
            </a:p>
          </p:txBody>
        </p:sp>
        <p:sp>
          <p:nvSpPr>
            <p:cNvPr id="41" name="tx41"/>
            <p:cNvSpPr/>
            <p:nvPr/>
          </p:nvSpPr>
          <p:spPr>
            <a:xfrm rot="-2700000">
              <a:off x="3204923" y="5864997"/>
              <a:ext cx="762372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1-6 months</a:t>
              </a:r>
            </a:p>
          </p:txBody>
        </p:sp>
        <p:sp>
          <p:nvSpPr>
            <p:cNvPr id="42" name="tx42"/>
            <p:cNvSpPr/>
            <p:nvPr/>
          </p:nvSpPr>
          <p:spPr>
            <a:xfrm rot="-2700000">
              <a:off x="4187119" y="5894963"/>
              <a:ext cx="847129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6-12 months</a:t>
              </a:r>
            </a:p>
          </p:txBody>
        </p:sp>
        <p:sp>
          <p:nvSpPr>
            <p:cNvPr id="43" name="tx43"/>
            <p:cNvSpPr/>
            <p:nvPr/>
          </p:nvSpPr>
          <p:spPr>
            <a:xfrm rot="-2700000">
              <a:off x="5411810" y="5794273"/>
              <a:ext cx="635272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1-2 years</a:t>
              </a:r>
            </a:p>
          </p:txBody>
        </p:sp>
        <p:sp>
          <p:nvSpPr>
            <p:cNvPr id="44" name="tx44"/>
            <p:cNvSpPr/>
            <p:nvPr/>
          </p:nvSpPr>
          <p:spPr>
            <a:xfrm rot="-2700000">
              <a:off x="6469908" y="5792800"/>
              <a:ext cx="631105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&gt; 2 years</a:t>
              </a:r>
            </a:p>
          </p:txBody>
        </p:sp>
        <p:sp>
          <p:nvSpPr>
            <p:cNvPr id="45" name="tx45"/>
            <p:cNvSpPr/>
            <p:nvPr/>
          </p:nvSpPr>
          <p:spPr>
            <a:xfrm rot="-5400000">
              <a:off x="-90851" y="3577319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076088" y="1027313"/>
              <a:ext cx="5861149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Combien de temps est passé entre vos premiers symptômes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76088" y="1246769"/>
              <a:ext cx="584388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psychotiques et le premier contact avec un psychiatre ? (n =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76088" y="1466225"/>
              <a:ext cx="40669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159)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1234269" y="10201524"/>
              <a:ext cx="949086" cy="746448"/>
            </a:xfrm>
            <a:prstGeom prst="rect">
              <a:avLst/>
            </a:prstGeom>
            <a:solidFill>
              <a:srgbClr val="9E9E9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288810" y="8068813"/>
              <a:ext cx="949086" cy="2879159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43351" y="8868579"/>
              <a:ext cx="949086" cy="2079392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397892" y="10254841"/>
              <a:ext cx="949086" cy="693130"/>
            </a:xfrm>
            <a:prstGeom prst="rect">
              <a:avLst/>
            </a:prstGeom>
            <a:solidFill>
              <a:srgbClr val="CDDC3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52433" y="10361477"/>
              <a:ext cx="949086" cy="586495"/>
            </a:xfrm>
            <a:prstGeom prst="rect">
              <a:avLst/>
            </a:prstGeom>
            <a:solidFill>
              <a:srgbClr val="FFEB3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6506974" y="9455075"/>
              <a:ext cx="949086" cy="1492897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1608330" y="9616740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518080" y="9837213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(9%)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662871" y="7482353"/>
              <a:ext cx="200965" cy="1315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54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2522380" y="7704502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(34%)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3717412" y="8281502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39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3576921" y="8504269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4771953" y="9667764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681704" y="9890531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(8%)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5826494" y="9776693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736245" y="9997166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(7%)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881035" y="8868086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6740544" y="9090764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(18%)</a:t>
              </a:r>
            </a:p>
          </p:txBody>
        </p:sp>
        <p:sp>
          <p:nvSpPr>
            <p:cNvPr id="67" name="pl67"/>
            <p:cNvSpPr/>
            <p:nvPr/>
          </p:nvSpPr>
          <p:spPr>
            <a:xfrm>
              <a:off x="1076088" y="7205065"/>
              <a:ext cx="0" cy="3742906"/>
            </a:xfrm>
            <a:custGeom>
              <a:avLst/>
              <a:pathLst>
                <a:path w="0" h="3742906">
                  <a:moveTo>
                    <a:pt x="0" y="374290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tx68"/>
            <p:cNvSpPr/>
            <p:nvPr/>
          </p:nvSpPr>
          <p:spPr>
            <a:xfrm>
              <a:off x="909089" y="10891120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824331" y="9824765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824331" y="8758409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824331" y="769205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72" name="pl72"/>
            <p:cNvSpPr/>
            <p:nvPr/>
          </p:nvSpPr>
          <p:spPr>
            <a:xfrm>
              <a:off x="1031804" y="1094797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031804" y="988161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031804" y="881526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1031804" y="7748906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076088" y="10947972"/>
              <a:ext cx="6538154" cy="0"/>
            </a:xfrm>
            <a:custGeom>
              <a:avLst/>
              <a:pathLst>
                <a:path w="6538154" h="0">
                  <a:moveTo>
                    <a:pt x="0" y="0"/>
                  </a:moveTo>
                  <a:lnTo>
                    <a:pt x="6538154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1708813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763354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817895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4872436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5926977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6981518" y="10947972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tx83"/>
            <p:cNvSpPr/>
            <p:nvPr/>
          </p:nvSpPr>
          <p:spPr>
            <a:xfrm rot="-2700000">
              <a:off x="1056645" y="11298564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84" name="tx84"/>
            <p:cNvSpPr/>
            <p:nvPr/>
          </p:nvSpPr>
          <p:spPr>
            <a:xfrm rot="-2700000">
              <a:off x="2219006" y="11253457"/>
              <a:ext cx="682004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&lt; 1 month</a:t>
              </a:r>
            </a:p>
          </p:txBody>
        </p:sp>
        <p:sp>
          <p:nvSpPr>
            <p:cNvPr id="85" name="tx85"/>
            <p:cNvSpPr/>
            <p:nvPr/>
          </p:nvSpPr>
          <p:spPr>
            <a:xfrm rot="-2700000">
              <a:off x="3204923" y="11281808"/>
              <a:ext cx="762372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1-6 months</a:t>
              </a:r>
            </a:p>
          </p:txBody>
        </p:sp>
        <p:sp>
          <p:nvSpPr>
            <p:cNvPr id="86" name="tx86"/>
            <p:cNvSpPr/>
            <p:nvPr/>
          </p:nvSpPr>
          <p:spPr>
            <a:xfrm rot="-2700000">
              <a:off x="4187119" y="11311774"/>
              <a:ext cx="847129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6-12 months</a:t>
              </a:r>
            </a:p>
          </p:txBody>
        </p:sp>
        <p:sp>
          <p:nvSpPr>
            <p:cNvPr id="87" name="tx87"/>
            <p:cNvSpPr/>
            <p:nvPr/>
          </p:nvSpPr>
          <p:spPr>
            <a:xfrm rot="-2700000">
              <a:off x="5411810" y="11211084"/>
              <a:ext cx="635272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1-2 years</a:t>
              </a:r>
            </a:p>
          </p:txBody>
        </p:sp>
        <p:sp>
          <p:nvSpPr>
            <p:cNvPr id="88" name="tx88"/>
            <p:cNvSpPr/>
            <p:nvPr/>
          </p:nvSpPr>
          <p:spPr>
            <a:xfrm rot="-2700000">
              <a:off x="6469908" y="11209611"/>
              <a:ext cx="631105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&gt; 2 years</a:t>
              </a:r>
            </a:p>
          </p:txBody>
        </p:sp>
        <p:sp>
          <p:nvSpPr>
            <p:cNvPr id="89" name="tx89"/>
            <p:cNvSpPr/>
            <p:nvPr/>
          </p:nvSpPr>
          <p:spPr>
            <a:xfrm rot="-5400000">
              <a:off x="-90851" y="8994130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1076088" y="6446803"/>
              <a:ext cx="5962451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Combien de temps est passé entre votre premier rendez-vous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1076088" y="6663580"/>
              <a:ext cx="5571926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médical pour le trouble psychotique et le diagnostic? (n =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076088" y="6883036"/>
              <a:ext cx="40669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159)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2025-09-22T13:46:15Z</dcterms:modified>
  <cp:category/>
</cp:coreProperties>
</file>