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10972800"/>
            <a:chOff x="457200" y="914400"/>
            <a:chExt cx="7315200" cy="10972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10972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914400"/>
              <a:ext cx="7315200" cy="10972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34269" y="4693588"/>
              <a:ext cx="949086" cy="837573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288810" y="2652002"/>
              <a:ext cx="949086" cy="28791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343351" y="4170104"/>
              <a:ext cx="949086" cy="1361057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397892" y="4745936"/>
              <a:ext cx="949086" cy="785225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452433" y="4955329"/>
              <a:ext cx="949086" cy="575831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506974" y="3489576"/>
              <a:ext cx="949086" cy="204158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1608330" y="4106599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467839" y="432927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(10%)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662871" y="2067307"/>
              <a:ext cx="200965" cy="129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522380" y="228769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(34%)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717412" y="3583115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576921" y="3805793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(16%)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771953" y="415894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681704" y="4381625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826494" y="4370546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736245" y="4591019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881035" y="2902498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740544" y="312526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(24%)</a:t>
              </a:r>
            </a:p>
          </p:txBody>
        </p:sp>
        <p:sp>
          <p:nvSpPr>
            <p:cNvPr id="23" name="pl23"/>
            <p:cNvSpPr/>
            <p:nvPr/>
          </p:nvSpPr>
          <p:spPr>
            <a:xfrm>
              <a:off x="1076088" y="1788254"/>
              <a:ext cx="0" cy="3742906"/>
            </a:xfrm>
            <a:custGeom>
              <a:avLst/>
              <a:pathLst>
                <a:path w="0" h="3742906">
                  <a:moveTo>
                    <a:pt x="0" y="374290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909089" y="5474309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24331" y="442734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4331" y="338037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824331" y="2333408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31804" y="553116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1804" y="448419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31804" y="34372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31804" y="239026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76088" y="5531161"/>
              <a:ext cx="6538154" cy="0"/>
            </a:xfrm>
            <a:custGeom>
              <a:avLst/>
              <a:pathLst>
                <a:path w="6538154" h="0">
                  <a:moveTo>
                    <a:pt x="0" y="0"/>
                  </a:moveTo>
                  <a:lnTo>
                    <a:pt x="65381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8813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763354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817895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72436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926977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981518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 rot="-2700000">
              <a:off x="1056645" y="5881753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0" name="tx40"/>
            <p:cNvSpPr/>
            <p:nvPr/>
          </p:nvSpPr>
          <p:spPr>
            <a:xfrm rot="-2700000">
              <a:off x="2219006" y="5836646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41" name="tx41"/>
            <p:cNvSpPr/>
            <p:nvPr/>
          </p:nvSpPr>
          <p:spPr>
            <a:xfrm rot="-2700000">
              <a:off x="3204923" y="5864997"/>
              <a:ext cx="7623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1-6 months</a:t>
              </a:r>
            </a:p>
          </p:txBody>
        </p:sp>
        <p:sp>
          <p:nvSpPr>
            <p:cNvPr id="42" name="tx42"/>
            <p:cNvSpPr/>
            <p:nvPr/>
          </p:nvSpPr>
          <p:spPr>
            <a:xfrm rot="-2700000">
              <a:off x="4187119" y="5894963"/>
              <a:ext cx="847129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6-12 months</a:t>
              </a:r>
            </a:p>
          </p:txBody>
        </p:sp>
        <p:sp>
          <p:nvSpPr>
            <p:cNvPr id="43" name="tx43"/>
            <p:cNvSpPr/>
            <p:nvPr/>
          </p:nvSpPr>
          <p:spPr>
            <a:xfrm rot="-2700000">
              <a:off x="5411810" y="5794273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1-2 years</a:t>
              </a:r>
            </a:p>
          </p:txBody>
        </p:sp>
        <p:sp>
          <p:nvSpPr>
            <p:cNvPr id="44" name="tx44"/>
            <p:cNvSpPr/>
            <p:nvPr/>
          </p:nvSpPr>
          <p:spPr>
            <a:xfrm rot="-2700000">
              <a:off x="6469908" y="5792800"/>
              <a:ext cx="631105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 2 years</a:t>
              </a:r>
            </a:p>
          </p:txBody>
        </p:sp>
        <p:sp>
          <p:nvSpPr>
            <p:cNvPr id="45" name="tx45"/>
            <p:cNvSpPr/>
            <p:nvPr/>
          </p:nvSpPr>
          <p:spPr>
            <a:xfrm rot="-5400000">
              <a:off x="-90851" y="3577319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76088" y="1027313"/>
              <a:ext cx="58611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Combien de temps est passé entre vos premiers symptômes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76088" y="1246769"/>
              <a:ext cx="584388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psychotiques et le premier contact avec un psychiatre ? (n =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76088" y="1466225"/>
              <a:ext cx="40669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162)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1234269" y="9881617"/>
              <a:ext cx="949086" cy="1066355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288810" y="8068813"/>
              <a:ext cx="949086" cy="28791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43351" y="8975215"/>
              <a:ext cx="949086" cy="1972757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397892" y="10414795"/>
              <a:ext cx="949086" cy="533177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52433" y="10414795"/>
              <a:ext cx="949086" cy="533177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506974" y="9295122"/>
              <a:ext cx="949086" cy="1652850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1608330" y="9294628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467839" y="951730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62871" y="7482353"/>
              <a:ext cx="200965" cy="1315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522380" y="770450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(33%)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717412" y="8388138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576921" y="861090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(23%)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771953" y="9827805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681704" y="1005048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(6%)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826494" y="9827805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736245" y="1005048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(6%)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881035" y="870804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740544" y="893081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(19%)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1076088" y="7205065"/>
              <a:ext cx="0" cy="3742906"/>
            </a:xfrm>
            <a:custGeom>
              <a:avLst/>
              <a:pathLst>
                <a:path w="0" h="3742906">
                  <a:moveTo>
                    <a:pt x="0" y="374290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909089" y="10891120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24331" y="982476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24331" y="875840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24331" y="769205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72" name="pl72"/>
            <p:cNvSpPr/>
            <p:nvPr/>
          </p:nvSpPr>
          <p:spPr>
            <a:xfrm>
              <a:off x="1031804" y="1094797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31804" y="988161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031804" y="881526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031804" y="77489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076088" y="10947972"/>
              <a:ext cx="6538154" cy="0"/>
            </a:xfrm>
            <a:custGeom>
              <a:avLst/>
              <a:pathLst>
                <a:path w="6538154" h="0">
                  <a:moveTo>
                    <a:pt x="0" y="0"/>
                  </a:moveTo>
                  <a:lnTo>
                    <a:pt x="65381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708813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763354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817895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872436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926977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981518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 rot="-2700000">
              <a:off x="1056645" y="11298564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84" name="tx84"/>
            <p:cNvSpPr/>
            <p:nvPr/>
          </p:nvSpPr>
          <p:spPr>
            <a:xfrm rot="-2700000">
              <a:off x="2219006" y="11253457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85" name="tx85"/>
            <p:cNvSpPr/>
            <p:nvPr/>
          </p:nvSpPr>
          <p:spPr>
            <a:xfrm rot="-2700000">
              <a:off x="3204923" y="11281808"/>
              <a:ext cx="7623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1-6 months</a:t>
              </a:r>
            </a:p>
          </p:txBody>
        </p:sp>
        <p:sp>
          <p:nvSpPr>
            <p:cNvPr id="86" name="tx86"/>
            <p:cNvSpPr/>
            <p:nvPr/>
          </p:nvSpPr>
          <p:spPr>
            <a:xfrm rot="-2700000">
              <a:off x="4187119" y="11311774"/>
              <a:ext cx="847129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6-12 months</a:t>
              </a:r>
            </a:p>
          </p:txBody>
        </p:sp>
        <p:sp>
          <p:nvSpPr>
            <p:cNvPr id="87" name="tx87"/>
            <p:cNvSpPr/>
            <p:nvPr/>
          </p:nvSpPr>
          <p:spPr>
            <a:xfrm rot="-2700000">
              <a:off x="5411810" y="11211084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1-2 years</a:t>
              </a:r>
            </a:p>
          </p:txBody>
        </p:sp>
        <p:sp>
          <p:nvSpPr>
            <p:cNvPr id="88" name="tx88"/>
            <p:cNvSpPr/>
            <p:nvPr/>
          </p:nvSpPr>
          <p:spPr>
            <a:xfrm rot="-2700000">
              <a:off x="6469908" y="11209611"/>
              <a:ext cx="631105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 2 years</a:t>
              </a:r>
            </a:p>
          </p:txBody>
        </p:sp>
        <p:sp>
          <p:nvSpPr>
            <p:cNvPr id="89" name="tx89"/>
            <p:cNvSpPr/>
            <p:nvPr/>
          </p:nvSpPr>
          <p:spPr>
            <a:xfrm rot="-5400000">
              <a:off x="-90851" y="8994130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076088" y="6446803"/>
              <a:ext cx="5962451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Combien de temps est passé entre votre premier rendez-vous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076088" y="6663580"/>
              <a:ext cx="5571926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médical pour le trouble psychotique et le diagnostic? (n =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076088" y="6883036"/>
              <a:ext cx="40669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2025-09-19T15:25:53Z</dcterms:modified>
  <cp:category/>
</cp:coreProperties>
</file>