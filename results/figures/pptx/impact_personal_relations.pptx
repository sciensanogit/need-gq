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06499" y="5036889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06499" y="3984952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06499" y="2933014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06499" y="188107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  <a:lnTo>
                    <a:pt x="7591732" y="0"/>
                  </a:lnTo>
                </a:path>
              </a:pathLst>
            </a:custGeom>
            <a:ln w="271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190170" y="5944726"/>
              <a:ext cx="1102025" cy="144101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414643" y="4863968"/>
              <a:ext cx="1102025" cy="122485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639116" y="4647816"/>
              <a:ext cx="1102025" cy="1441010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863589" y="3567059"/>
              <a:ext cx="1102025" cy="2521767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6088062" y="2558352"/>
              <a:ext cx="1102025" cy="3530474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7312535" y="4431665"/>
              <a:ext cx="1102025" cy="1657161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1690941" y="5359942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50451" y="5580415"/>
              <a:ext cx="381464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2865173" y="4279184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724682" y="4499657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9646" y="4060827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949155" y="4283506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(14%)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314119" y="2979981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173628" y="3202748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(24%)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538592" y="197136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398101" y="2194041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(34%)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763065" y="3844588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622574" y="4067354"/>
              <a:ext cx="481947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(16%)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1006499" y="1499209"/>
              <a:ext cx="0" cy="4589617"/>
            </a:xfrm>
            <a:custGeom>
              <a:avLst/>
              <a:pathLst>
                <a:path w="0" h="4589617">
                  <a:moveTo>
                    <a:pt x="0" y="4589617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39500" y="6031974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742" y="4980037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742" y="392809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742" y="2876088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742" y="1824225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962215" y="608882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62215" y="5036889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2215" y="398495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62215" y="293301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62215" y="188107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06499" y="6088827"/>
              <a:ext cx="7591732" cy="0"/>
            </a:xfrm>
            <a:custGeom>
              <a:avLst/>
              <a:pathLst>
                <a:path w="7591732" h="0">
                  <a:moveTo>
                    <a:pt x="0" y="0"/>
                  </a:moveTo>
                  <a:lnTo>
                    <a:pt x="759173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741183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5656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190129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5414602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639075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863548" y="6088827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1336928" y="6169282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64948" y="6169282"/>
              <a:ext cx="601414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at all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44488" y="6137135"/>
              <a:ext cx="491281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Slightly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037657" y="6138996"/>
              <a:ext cx="753888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Moderately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486600" y="6169282"/>
              <a:ext cx="30494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 lot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24815" y="6138996"/>
              <a:ext cx="677465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Extremely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160440" y="3711629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006499" y="957724"/>
              <a:ext cx="5295701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personal relations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006499" y="1177180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2025-09-19T15:24:40Z</dcterms:modified>
  <cp:category/>
</cp:coreProperties>
</file>