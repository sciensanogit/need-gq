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06499" y="5014661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06499" y="3940495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06499" y="2866329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06499" y="1792164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190170" y="5863477"/>
              <a:ext cx="1102025" cy="225349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414643" y="4886963"/>
              <a:ext cx="1102025" cy="1201863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639116" y="4661613"/>
              <a:ext cx="1102025" cy="1427213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863589" y="3534866"/>
              <a:ext cx="1102025" cy="2553960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088062" y="2558352"/>
              <a:ext cx="1102025" cy="3530474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7312535" y="4286031"/>
              <a:ext cx="1102025" cy="180279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1690941" y="5276400"/>
              <a:ext cx="100482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550451" y="5499166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(2%)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865173" y="429997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724682" y="4522652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089646" y="407462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949155" y="4297303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314119" y="2947789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173628" y="3170555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538592" y="1974097"/>
              <a:ext cx="200965" cy="1293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47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398101" y="219404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(33%)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763065" y="3701247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622574" y="3921720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(17%)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1006499" y="1499209"/>
              <a:ext cx="0" cy="4589617"/>
            </a:xfrm>
            <a:custGeom>
              <a:avLst/>
              <a:pathLst>
                <a:path w="0" h="4589617">
                  <a:moveTo>
                    <a:pt x="0" y="458961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742" y="495780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742" y="388364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742" y="2809403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54742" y="1735311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62215" y="501466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62215" y="394049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62215" y="286632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62215" y="179216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4118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65656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190129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414602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63907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86354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336928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64948" y="6169282"/>
              <a:ext cx="60141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944488" y="6137135"/>
              <a:ext cx="491281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037657" y="6138996"/>
              <a:ext cx="753888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486600" y="6169282"/>
              <a:ext cx="30494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lot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24815" y="6138996"/>
              <a:ext cx="677465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160440" y="3711629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006499" y="957724"/>
              <a:ext cx="5295701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personal relations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06499" y="1177180"/>
              <a:ext cx="73977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(N=143)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2025-09-22T13:45:53Z</dcterms:modified>
  <cp:category/>
</cp:coreProperties>
</file>