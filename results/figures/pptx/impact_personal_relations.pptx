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4970" y="5078758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4970" y="4094661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4970" y="3110564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4970" y="2126467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  <a:lnTo>
                    <a:pt x="7500608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266437" y="4242275"/>
              <a:ext cx="1088798" cy="83648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476212" y="4094661"/>
              <a:ext cx="1088798" cy="984096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685988" y="3356588"/>
              <a:ext cx="1088798" cy="1722169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95763" y="2667720"/>
              <a:ext cx="1088798" cy="2411037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105539" y="3947046"/>
              <a:ext cx="1088798" cy="1131711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7315315" y="4980348"/>
              <a:ext cx="1088798" cy="9840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1710353" y="3657492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569862" y="387796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2920128" y="3507672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779638" y="3730350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(14%)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129904" y="276951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989413" y="299227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(24%)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339680" y="2080731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199189" y="2303410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(34%)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549455" y="335996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408965" y="358273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809472" y="4395564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668982" y="461603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26" name="pl26"/>
            <p:cNvSpPr/>
            <p:nvPr/>
          </p:nvSpPr>
          <p:spPr>
            <a:xfrm>
              <a:off x="1084970" y="1582753"/>
              <a:ext cx="0" cy="3616555"/>
            </a:xfrm>
            <a:custGeom>
              <a:avLst/>
              <a:pathLst>
                <a:path w="0" h="3616555">
                  <a:moveTo>
                    <a:pt x="0" y="361655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894114" y="5013783"/>
              <a:ext cx="96865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97248" y="4029687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97248" y="3045590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7248" y="2061493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034360" y="5078758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34360" y="4094661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60" y="3110564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34360" y="2126467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84970" y="5199309"/>
              <a:ext cx="7500608" cy="0"/>
            </a:xfrm>
            <a:custGeom>
              <a:avLst/>
              <a:pathLst>
                <a:path w="7500608" h="0">
                  <a:moveTo>
                    <a:pt x="0" y="0"/>
                  </a:moveTo>
                  <a:lnTo>
                    <a:pt x="750060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810836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20611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230387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40162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49938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59714" y="519930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 rot="-2700000">
              <a:off x="1267520" y="5516307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2571740" y="54404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44" name="tx44"/>
            <p:cNvSpPr/>
            <p:nvPr/>
          </p:nvSpPr>
          <p:spPr>
            <a:xfrm rot="-2700000">
              <a:off x="3526096" y="55483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45" name="tx45"/>
            <p:cNvSpPr/>
            <p:nvPr/>
          </p:nvSpPr>
          <p:spPr>
            <a:xfrm rot="-2700000">
              <a:off x="5186046" y="53965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46" name="tx46"/>
            <p:cNvSpPr/>
            <p:nvPr/>
          </p:nvSpPr>
          <p:spPr>
            <a:xfrm rot="-2700000">
              <a:off x="6020198" y="55174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47" name="tx47"/>
            <p:cNvSpPr/>
            <p:nvPr/>
          </p:nvSpPr>
          <p:spPr>
            <a:xfrm rot="-2700000">
              <a:off x="7114380" y="5599986"/>
              <a:ext cx="92401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-248674" y="3296873"/>
              <a:ext cx="1716782" cy="1883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4970" y="963913"/>
              <a:ext cx="6052230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personal relations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4970" y="1214720"/>
              <a:ext cx="845457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2025-09-15T13:11:11Z</dcterms:modified>
  <cp:category/>
</cp:coreProperties>
</file>