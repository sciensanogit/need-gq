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5486400"/>
            <a:chOff x="457200" y="914400"/>
            <a:chExt cx="45720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53714" y="2133433"/>
              <a:ext cx="1574744" cy="256585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53714" y="4699287"/>
              <a:ext cx="1574744" cy="11488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53714" y="4814176"/>
              <a:ext cx="1574744" cy="1914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103430" y="2075988"/>
              <a:ext cx="1574744" cy="1665890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103430" y="3741879"/>
              <a:ext cx="1574744" cy="689334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103430" y="4431213"/>
              <a:ext cx="1574744" cy="22977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03430" y="4660991"/>
              <a:ext cx="1574744" cy="15318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103430" y="4814176"/>
              <a:ext cx="1574744" cy="1914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1996440" y="3359052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016554" y="4699424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4%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016554" y="4766442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1%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746156" y="2851625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746156" y="4029238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3766270" y="4488794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8%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3766270" y="4680276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6%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766270" y="4766442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1%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1091256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924257" y="4776472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9500" y="381906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4742" y="2861655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4742" y="1904247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1046973" y="4833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46973" y="38759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46973" y="291850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46973" y="196109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91256" y="4971191"/>
              <a:ext cx="3849375" cy="0"/>
            </a:xfrm>
            <a:custGeom>
              <a:avLst/>
              <a:pathLst>
                <a:path w="3849375" h="0">
                  <a:moveTo>
                    <a:pt x="0" y="0"/>
                  </a:moveTo>
                  <a:lnTo>
                    <a:pt x="38493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12014" y="5019500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679020" y="5021360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160440" y="33722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91256" y="5561998"/>
              <a:ext cx="101774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Mobility level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1100256" y="58429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100256" y="6126382"/>
              <a:ext cx="176849" cy="17684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853465" y="5842965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853465" y="6126382"/>
              <a:ext cx="176849" cy="17684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869280" y="5842965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374674" y="5875058"/>
              <a:ext cx="3643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374674" y="6126329"/>
              <a:ext cx="38122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127882" y="5875058"/>
              <a:ext cx="64383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127882" y="6156541"/>
              <a:ext cx="482872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43697" y="5875058"/>
              <a:ext cx="56740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091256" y="957724"/>
              <a:ext cx="29020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091256" y="1177180"/>
              <a:ext cx="307052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 problems with mobility of the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91256" y="1424814"/>
              <a:ext cx="2890242" cy="1625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91256" y="1616092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(N=145)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2025-09-15T11:14:01Z</dcterms:modified>
  <cp:category/>
</cp:coreProperties>
</file>