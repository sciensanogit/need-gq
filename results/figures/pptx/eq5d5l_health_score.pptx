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138613" y="1712339"/>
              <a:ext cx="0" cy="396839"/>
            </a:xfrm>
            <a:custGeom>
              <a:avLst/>
              <a:pathLst>
                <a:path w="0" h="396839">
                  <a:moveTo>
                    <a:pt x="0" y="39683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138613" y="2902857"/>
              <a:ext cx="0" cy="1190517"/>
            </a:xfrm>
            <a:custGeom>
              <a:avLst/>
              <a:pathLst>
                <a:path w="0" h="1190517">
                  <a:moveTo>
                    <a:pt x="0" y="0"/>
                  </a:moveTo>
                  <a:lnTo>
                    <a:pt x="0" y="119051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114935" y="2109179"/>
              <a:ext cx="2047356" cy="793678"/>
            </a:xfrm>
            <a:custGeom>
              <a:avLst/>
              <a:pathLst>
                <a:path w="2047356" h="793678">
                  <a:moveTo>
                    <a:pt x="0" y="0"/>
                  </a:moveTo>
                  <a:lnTo>
                    <a:pt x="0" y="793678"/>
                  </a:lnTo>
                  <a:lnTo>
                    <a:pt x="2047356" y="793678"/>
                  </a:lnTo>
                  <a:lnTo>
                    <a:pt x="2047356" y="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14935" y="2506018"/>
              <a:ext cx="2047356" cy="0"/>
            </a:xfrm>
            <a:custGeom>
              <a:avLst/>
              <a:pathLst>
                <a:path w="2047356" h="0">
                  <a:moveTo>
                    <a:pt x="0" y="0"/>
                  </a:moveTo>
                  <a:lnTo>
                    <a:pt x="2047356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550875" y="1712339"/>
              <a:ext cx="0" cy="793678"/>
            </a:xfrm>
            <a:custGeom>
              <a:avLst/>
              <a:pathLst>
                <a:path w="0" h="793678">
                  <a:moveTo>
                    <a:pt x="0" y="79367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550875" y="3815587"/>
              <a:ext cx="0" cy="1865144"/>
            </a:xfrm>
            <a:custGeom>
              <a:avLst/>
              <a:pathLst>
                <a:path w="0" h="1865144">
                  <a:moveTo>
                    <a:pt x="0" y="0"/>
                  </a:moveTo>
                  <a:lnTo>
                    <a:pt x="0" y="186514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5527196" y="2506018"/>
              <a:ext cx="2047356" cy="1309569"/>
            </a:xfrm>
            <a:custGeom>
              <a:avLst/>
              <a:pathLst>
                <a:path w="2047356" h="1309569">
                  <a:moveTo>
                    <a:pt x="0" y="0"/>
                  </a:moveTo>
                  <a:lnTo>
                    <a:pt x="0" y="1309569"/>
                  </a:lnTo>
                  <a:lnTo>
                    <a:pt x="2047356" y="1309569"/>
                  </a:lnTo>
                  <a:lnTo>
                    <a:pt x="2047356" y="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27196" y="3101277"/>
              <a:ext cx="2047356" cy="0"/>
            </a:xfrm>
            <a:custGeom>
              <a:avLst/>
              <a:pathLst>
                <a:path w="2047356" h="0">
                  <a:moveTo>
                    <a:pt x="0" y="0"/>
                  </a:moveTo>
                  <a:lnTo>
                    <a:pt x="2047356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139252" y="2885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547968" y="3086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124331" y="2081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500348" y="2689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126250" y="2887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523021" y="40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116614" y="4073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499490" y="306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083563" y="246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507738" y="3669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128724" y="1876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524870" y="307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07413" y="1774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515885" y="1819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94390" y="4386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11413" y="403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093616" y="28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18569" y="248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44455" y="1966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6498170" y="2272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5175" y="209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28732" y="327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17513" y="4273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03783" y="487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34825" y="269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552165" y="306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34553" y="2886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555341" y="565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21883" y="2097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549215" y="445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21011" y="1720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508654" y="2070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45480" y="3276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518220" y="3274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25415" y="187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557727" y="4465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06192" y="247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6508911" y="366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30355" y="267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547583" y="327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7357" y="267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25646" y="4678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3528" y="3073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500551" y="2694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135270" y="170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499697" y="3269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147006" y="267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492403" y="3677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03165" y="3367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525354" y="217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08896" y="189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6523892" y="3081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114057" y="188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07369" y="308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94399" y="3064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543446" y="188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094713" y="326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521176" y="366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099489" y="2688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552394" y="2863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13904" y="208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554250" y="286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87228" y="307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511416" y="427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105611" y="2083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542084" y="2863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41708" y="188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510555" y="2072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93447" y="4465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542998" y="406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93779" y="2161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536884" y="3815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11067" y="3263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503470" y="2275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101551" y="1673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542954" y="2473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3019" y="2285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541205" y="3075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143233" y="3489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540729" y="286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45788" y="247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512865" y="328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9870" y="2474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6492026" y="328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02260" y="20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96598" y="328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115998" y="248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502547" y="28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094284" y="249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526007" y="4053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140197" y="247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559337" y="564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097123" y="2096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538788" y="3664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115858" y="1673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554063" y="4479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38654" y="2470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549957" y="20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094671" y="2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558842" y="3685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112908" y="2483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530765" y="2290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45923" y="169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500411" y="2864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01331" y="2684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523586" y="2269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086186" y="2151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6548997" y="3062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96715" y="246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501748" y="3671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102507" y="2670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539113" y="3880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124056" y="1875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514022" y="2890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145590" y="286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518923" y="3474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082098" y="484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06202" y="327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097301" y="1678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534326" y="207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094820" y="426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550110" y="407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96134" y="229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01440" y="268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113288" y="2294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547621" y="2073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091872" y="169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498266" y="3090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10292" y="4075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554356" y="4079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10202" y="1878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6552970" y="445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144583" y="326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560063" y="2875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89489" y="1684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530852" y="4454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19351" y="2476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498509" y="3667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087896" y="28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496312" y="387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3524" y="1676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534843" y="2671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131287" y="2113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535212" y="2122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082215" y="3659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496435" y="3685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29290" y="207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519259" y="326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146956" y="2270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536166" y="3673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091412" y="2688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510630" y="3275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26297" y="18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6506158" y="20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82841" y="288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520391" y="2493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085616" y="207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513144" y="3671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115809" y="238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554381" y="427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114934" y="2279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551718" y="269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091893" y="3674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6550531" y="3669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22118" y="2196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510624" y="2991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099104" y="2484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12422" y="2076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02748" y="2771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24700" y="419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126356" y="20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552351" y="446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091844" y="3667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529626" y="466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082194" y="2287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517775" y="347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125501" y="2082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506564" y="5055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04858" y="228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492005" y="188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123576" y="3090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556716" y="246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127170" y="445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517557" y="288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094635" y="44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519465" y="4063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112572" y="2695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50759" y="365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145205" y="2281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500494" y="3866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16717" y="1886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6505658" y="3065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79937" y="2876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6538454" y="4454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125530" y="2079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557476" y="2079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83758" y="2685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6495667" y="3264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123927" y="327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512850" y="36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80833" y="207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521376" y="326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31875" y="288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6527256" y="2494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107061" y="3684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542225" y="2870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6497252" y="3269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11634" y="2870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6517384" y="248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108783" y="1686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499178" y="2866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133304" y="2886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12274" y="2560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133591" y="188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532399" y="2465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06691" y="208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542975" y="286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128832" y="175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6544551" y="1743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082377" y="4054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543267" y="289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04143" y="248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27256" y="2892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45167" y="3274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518262" y="2882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07698" y="2284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501398" y="444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92530" y="247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536498" y="3290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108170" y="248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6522683" y="526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20426" y="3266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512713" y="447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098395" y="209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6512780" y="4864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111788" y="2091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6526900" y="176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36247" y="1720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6498944" y="1882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39727" y="2079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540690" y="24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088884" y="228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532245" y="226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00048" y="2074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545548" y="2482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114582" y="524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515258" y="5250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098967" y="228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511313" y="286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138903" y="559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513905" y="55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103497" y="506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548383" y="4458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124604" y="3079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558056" y="368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121372" y="2475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516131" y="4459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108915" y="2093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528106" y="2469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04344" y="2471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537675" y="327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119013" y="22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537301" y="4648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137468" y="4860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510721" y="2470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105401" y="269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536464" y="220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088810" y="1890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6520282" y="2878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135672" y="28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6507949" y="2862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127484" y="249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520491" y="2486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102171" y="328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558782" y="2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12514" y="2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6513938" y="199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112503" y="2685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6523803" y="247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123261" y="1700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6546840" y="1674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081772" y="1700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6550813" y="2297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13951" y="248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517098" y="505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136027" y="227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6531616" y="306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01035" y="3267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6523429" y="2870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130306" y="249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92604" y="3474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1091256" y="1499209"/>
              <a:ext cx="0" cy="4380642"/>
            </a:xfrm>
            <a:custGeom>
              <a:avLst/>
              <a:pathLst>
                <a:path w="0" h="4380642">
                  <a:moveTo>
                    <a:pt x="0" y="43806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tx304"/>
            <p:cNvSpPr/>
            <p:nvPr/>
          </p:nvSpPr>
          <p:spPr>
            <a:xfrm>
              <a:off x="924257" y="562387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839500" y="463178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839500" y="363968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839500" y="2649446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754742" y="1655487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09" name="pl309"/>
            <p:cNvSpPr/>
            <p:nvPr/>
          </p:nvSpPr>
          <p:spPr>
            <a:xfrm>
              <a:off x="1046973" y="568073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1046973" y="468863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1046973" y="369653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1046973" y="270443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1046973" y="171233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1091256" y="5879852"/>
              <a:ext cx="7506975" cy="0"/>
            </a:xfrm>
            <a:custGeom>
              <a:avLst/>
              <a:pathLst>
                <a:path w="7506975" h="0">
                  <a:moveTo>
                    <a:pt x="0" y="0"/>
                  </a:moveTo>
                  <a:lnTo>
                    <a:pt x="75069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3138613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6550875" y="587985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tx317"/>
            <p:cNvSpPr/>
            <p:nvPr/>
          </p:nvSpPr>
          <p:spPr>
            <a:xfrm>
              <a:off x="2109541" y="5928161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6339092" y="5930021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19" name="tx319"/>
            <p:cNvSpPr/>
            <p:nvPr/>
          </p:nvSpPr>
          <p:spPr>
            <a:xfrm rot="-5400000">
              <a:off x="93324" y="3623724"/>
              <a:ext cx="102781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Health Score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091256" y="957724"/>
              <a:ext cx="668416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general health score of the EQ-5D-5L before onset of first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91256" y="1177180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(N=168)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2025-09-12T15:21:44Z</dcterms:modified>
  <cp:category/>
</cp:coreProperties>
</file>