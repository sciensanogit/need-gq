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138613" y="1703072"/>
              <a:ext cx="0" cy="376190"/>
            </a:xfrm>
            <a:custGeom>
              <a:avLst/>
              <a:pathLst>
                <a:path w="0" h="376190">
                  <a:moveTo>
                    <a:pt x="0" y="376190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138613" y="2831644"/>
              <a:ext cx="0" cy="1128571"/>
            </a:xfrm>
            <a:custGeom>
              <a:avLst/>
              <a:pathLst>
                <a:path w="0" h="1128571">
                  <a:moveTo>
                    <a:pt x="0" y="0"/>
                  </a:moveTo>
                  <a:lnTo>
                    <a:pt x="0" y="1128571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2626774" y="2079262"/>
              <a:ext cx="1023678" cy="752381"/>
            </a:xfrm>
            <a:custGeom>
              <a:avLst/>
              <a:pathLst>
                <a:path w="1023678" h="752381">
                  <a:moveTo>
                    <a:pt x="0" y="0"/>
                  </a:moveTo>
                  <a:lnTo>
                    <a:pt x="0" y="752381"/>
                  </a:lnTo>
                  <a:lnTo>
                    <a:pt x="1023678" y="752381"/>
                  </a:lnTo>
                  <a:lnTo>
                    <a:pt x="1023678" y="0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626774" y="2455453"/>
              <a:ext cx="1023678" cy="0"/>
            </a:xfrm>
            <a:custGeom>
              <a:avLst/>
              <a:pathLst>
                <a:path w="1023678" h="0">
                  <a:moveTo>
                    <a:pt x="0" y="0"/>
                  </a:moveTo>
                  <a:lnTo>
                    <a:pt x="102367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550875" y="1703072"/>
              <a:ext cx="0" cy="752381"/>
            </a:xfrm>
            <a:custGeom>
              <a:avLst/>
              <a:pathLst>
                <a:path w="0" h="752381">
                  <a:moveTo>
                    <a:pt x="0" y="75238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550875" y="3696882"/>
              <a:ext cx="0" cy="1768096"/>
            </a:xfrm>
            <a:custGeom>
              <a:avLst/>
              <a:pathLst>
                <a:path w="0" h="1768096">
                  <a:moveTo>
                    <a:pt x="0" y="0"/>
                  </a:moveTo>
                  <a:lnTo>
                    <a:pt x="0" y="1768096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6039036" y="2455453"/>
              <a:ext cx="1023678" cy="1241429"/>
            </a:xfrm>
            <a:custGeom>
              <a:avLst/>
              <a:pathLst>
                <a:path w="1023678" h="1241429">
                  <a:moveTo>
                    <a:pt x="0" y="0"/>
                  </a:moveTo>
                  <a:lnTo>
                    <a:pt x="0" y="1241429"/>
                  </a:lnTo>
                  <a:lnTo>
                    <a:pt x="1023678" y="1241429"/>
                  </a:lnTo>
                  <a:lnTo>
                    <a:pt x="1023678" y="0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39036" y="3019739"/>
              <a:ext cx="1023678" cy="0"/>
            </a:xfrm>
            <a:custGeom>
              <a:avLst/>
              <a:pathLst>
                <a:path w="1023678" h="0">
                  <a:moveTo>
                    <a:pt x="0" y="0"/>
                  </a:moveTo>
                  <a:lnTo>
                    <a:pt x="1023678" y="0"/>
                  </a:lnTo>
                </a:path>
              </a:pathLst>
            </a:custGeom>
            <a:ln w="27101" cap="flat">
              <a:solidFill>
                <a:srgbClr val="333333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3142810" y="2794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6531753" y="29939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100420" y="2059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6546635" y="2609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3085844" y="2806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6534884" y="3926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3099214" y="3950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6527485" y="2987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3116664" y="2436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6498340" y="3561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088800" y="18803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528601" y="2985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124062" y="1753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515930" y="1800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094831" y="4224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495835" y="3904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34360" y="28128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6528596" y="2431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112822" y="1948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6548552" y="2247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28443" y="2067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41824" y="3193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561" y="4118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24074" y="4672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28341" y="261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535739" y="2989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079909" y="2818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522493" y="5442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088751" y="2056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6537756" y="4313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08011" y="17104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547223" y="2051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105474" y="3184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6559534" y="3175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109077" y="1858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6513685" y="4307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099796" y="2431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6512953" y="3561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18410" y="26285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6535296" y="3189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02613" y="261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28432" y="44905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08085" y="2984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6543519" y="2622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087662" y="1688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6535994" y="3192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87464" y="2630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6535728" y="3571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080439" y="3251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533350" y="2138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096492" y="1852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6504259" y="3002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116856" y="18525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42030" y="2979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46787" y="2983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529637" y="1862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088035" y="3192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532099" y="3574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137531" y="2616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6537580" y="280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138075" y="2062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518136" y="2810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45293" y="2988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526020" y="4132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095173" y="2060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6555913" y="2815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143408" y="1853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513803" y="2046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21035" y="4323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548116" y="3931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118640" y="2140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511962" y="3702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092977" y="3174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559132" y="22489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085273" y="1677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6551059" y="24312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03627" y="2241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518884" y="2985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127134" y="33691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509076" y="2808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15052" y="2430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6552419" y="3197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32592" y="2438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6536555" y="3172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145537" y="2039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513908" y="3192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146358" y="2431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6546534" y="2799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124607" y="2433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539450" y="3945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125365" y="24303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507457" y="5447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15914" y="2047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532633" y="3563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105921" y="16745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6493575" y="4308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45896" y="2441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518960" y="2043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136717" y="2229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530527" y="3558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122369" y="24381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527113" y="2245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33157" y="1691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544171" y="2819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088621" y="2630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6544014" y="2257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141632" y="2115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6519445" y="3002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30823" y="2420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548260" y="3569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105584" y="2622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6537986" y="3760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103080" y="1855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539701" y="2816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115436" y="2807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6550142" y="3361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38238" y="4685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30024" y="3172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139446" y="1692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559113" y="2055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45660" y="413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504361" y="3932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47579" y="2251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3239" y="2618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138575" y="2245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6531395" y="2054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102303" y="1663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494453" y="2981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133765" y="3930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6554131" y="3921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129847" y="1864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6521982" y="4297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102838" y="3187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529988" y="27987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145463" y="1672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6493658" y="4309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45292" y="2422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551864" y="3563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131743" y="2809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542170" y="3732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105684" y="167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506891" y="2623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084568" y="2100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497597" y="2085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093528" y="3548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40582" y="3572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114391" y="2062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521706" y="3196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139072" y="22462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6515112" y="3546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33745" y="2625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494749" y="3191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087976" y="1880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6506779" y="2066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95094" y="2821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552097" y="2428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7546" y="2068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531797" y="3560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117744" y="2345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6549940" y="4110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087053" y="2255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521204" y="262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134438" y="3557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6523496" y="3550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083276" y="2166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501995" y="2925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02979" y="243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36507" y="2050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36506" y="2700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550528" y="40342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125862" y="2060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498758" y="4315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137835" y="3565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552254" y="4495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110912" y="22349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559284" y="3363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088016" y="2044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514824" y="48633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092879" y="2237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506687" y="1874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123499" y="29892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509722" y="2437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126839" y="4312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558690" y="28021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111276" y="4324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558873" y="3949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113681" y="2616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6952" y="3549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128439" y="2251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530208" y="3738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16372" y="18702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6556940" y="3004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113598" y="2793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6495518" y="4310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105562" y="2049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549524" y="20469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123675" y="2631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6530642" y="3172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111435" y="3196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549660" y="3548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116228" y="20625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6496473" y="3179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087468" y="2811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6544961" y="2421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090149" y="3557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6517041" y="28172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6551652" y="3169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37237" y="27981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6509151" y="2437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105830" y="1674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6496630" y="2802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146608" y="2796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14648" y="2511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125494" y="18686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6525192" y="2436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10054" y="2051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508670" y="2805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103775" y="1756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6507894" y="17090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143247" y="3947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544348" y="2806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086313" y="2435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56261" y="2813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084838" y="3177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558724" y="2805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079763" y="2233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505138" y="4324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95519" y="2423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539561" y="3196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123016" y="2428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6517752" y="5049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45517" y="3187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532814" y="4298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092382" y="2043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6502104" y="4674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126744" y="2047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6524904" y="17682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146383" y="17159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6517287" y="1866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099538" y="2049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6493239" y="242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134214" y="2238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555080" y="2228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31874" y="2054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498448" y="2435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132040" y="5053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499319" y="5055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02295" y="2244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508738" y="2815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134686" y="5365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6518050" y="5350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135382" y="4878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6531765" y="431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101373" y="2997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525509" y="3555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093570" y="2437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549535" y="4310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112459" y="2056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536426" y="2431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06737" y="24221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514862" y="3183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084868" y="2249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6537836" y="4491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145010" y="4677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497084" y="243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123265" y="2624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533844" y="2169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095820" y="1872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6492441" y="2812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084943" y="2798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6553783" y="2816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118014" y="2424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6520187" y="2419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145999" y="3195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6494713" y="2816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5762" y="2052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6493465" y="1989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080745" y="2617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6498179" y="2437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093141" y="1684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6546758" y="1683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102696" y="16690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6493501" y="2240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42350" y="2418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533521" y="4868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104651" y="22498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6533809" y="300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117198" y="3175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6552929" y="2812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120890" y="2444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558037" y="3356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3"/>
            <p:cNvSpPr/>
            <p:nvPr/>
          </p:nvSpPr>
          <p:spPr>
            <a:xfrm>
              <a:off x="3601929" y="2394793"/>
              <a:ext cx="804541" cy="1188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Median: 80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3466238" y="2762329"/>
              <a:ext cx="668850" cy="1275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Q1: 70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3466238" y="2009948"/>
              <a:ext cx="668850" cy="1275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Q3: 90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7014191" y="2959079"/>
              <a:ext cx="804541" cy="1188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Median: 65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6878499" y="3627567"/>
              <a:ext cx="668850" cy="1275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Q1: 47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6878499" y="2386138"/>
              <a:ext cx="668850" cy="1275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   Q3: 80</a:t>
              </a:r>
            </a:p>
          </p:txBody>
        </p:sp>
        <p:sp>
          <p:nvSpPr>
            <p:cNvPr id="309" name="pl309"/>
            <p:cNvSpPr/>
            <p:nvPr/>
          </p:nvSpPr>
          <p:spPr>
            <a:xfrm>
              <a:off x="1091256" y="1499209"/>
              <a:ext cx="0" cy="4162674"/>
            </a:xfrm>
            <a:custGeom>
              <a:avLst/>
              <a:pathLst>
                <a:path w="0" h="4162674">
                  <a:moveTo>
                    <a:pt x="0" y="4162674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tx310"/>
            <p:cNvSpPr/>
            <p:nvPr/>
          </p:nvSpPr>
          <p:spPr>
            <a:xfrm>
              <a:off x="924257" y="5408126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839500" y="4467649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839500" y="352717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839500" y="2588556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754742" y="1646219"/>
              <a:ext cx="2542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315" name="pl315"/>
            <p:cNvSpPr/>
            <p:nvPr/>
          </p:nvSpPr>
          <p:spPr>
            <a:xfrm>
              <a:off x="1046973" y="546497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1046973" y="452450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1046973" y="358402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1046973" y="26435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1046973" y="170307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1091256" y="5661884"/>
              <a:ext cx="7506975" cy="0"/>
            </a:xfrm>
            <a:custGeom>
              <a:avLst/>
              <a:pathLst>
                <a:path w="7506975" h="0">
                  <a:moveTo>
                    <a:pt x="0" y="0"/>
                  </a:moveTo>
                  <a:lnTo>
                    <a:pt x="750697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3138613" y="5661884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6550875" y="5661884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tx323"/>
            <p:cNvSpPr/>
            <p:nvPr/>
          </p:nvSpPr>
          <p:spPr>
            <a:xfrm>
              <a:off x="2109541" y="5710193"/>
              <a:ext cx="2058144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6339092" y="5712053"/>
              <a:ext cx="423564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325" name="tx325"/>
            <p:cNvSpPr/>
            <p:nvPr/>
          </p:nvSpPr>
          <p:spPr>
            <a:xfrm rot="-5400000">
              <a:off x="93324" y="3514740"/>
              <a:ext cx="102781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Health Score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1091256" y="957724"/>
              <a:ext cx="668416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general health score of the EQ-5D-5L before onset of first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1091256" y="1177180"/>
              <a:ext cx="282862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symptoms and today (N=168)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6412281" y="6153023"/>
              <a:ext cx="2185950" cy="1298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Wilcoxon signed-rank test: p&lt;0.001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2025-09-19T15:23:33Z</dcterms:modified>
  <cp:category/>
</cp:coreProperties>
</file>