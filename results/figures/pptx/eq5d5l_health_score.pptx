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

<Relationships  xmlns="http://schemas.openxmlformats.org/package/2006/relationships">
<Relationship Id="rId3" Type="http://schemas.openxmlformats.org/package/2006/relationships/metadata/core-properties" Target="docProps/core.xml"/>
<Relationship Id="rId4" Type="http://schemas.openxmlformats.org/officeDocument/2006/relationships/extended-properties" Target="docProps/app.xml"/>
<Relationship Id="rId1" Type="http://schemas.openxmlformats.org/officeDocument/2006/relationships/officeDocument" Target="ppt/presentation.xml"/>
<Relationship Id="rId2" Type="http://schemas.openxmlformats.org/package/2006/relationships/metadata/thumbnail" Target="docProps/thumbnail.jpeg"/>
</Relationships>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
<Relationships  xmlns="http://schemas.openxmlformats.org/package/2006/relationships">
<Relationship Id="rId3" Type="http://schemas.openxmlformats.org/officeDocument/2006/relationships/tags" Target="tags/tag1.xml"/>
<Relationship Id="rId4" Type="http://schemas.openxmlformats.org/officeDocument/2006/relationships/presProps" Target="presProps.xml"/>
<Relationship Id="rId5" Type="http://schemas.openxmlformats.org/officeDocument/2006/relationships/viewProps" Target="viewProps.xml"/>
<Relationship Id="rId6" Type="http://schemas.openxmlformats.org/officeDocument/2006/relationships/theme" Target="theme/theme1.xml"/>
<Relationship Id="rId7" Type="http://schemas.openxmlformats.org/officeDocument/2006/relationships/tableStyles" Target="tableStyles.xml"/>
<Relationship Id="rId1" Type="http://schemas.openxmlformats.org/officeDocument/2006/relationships/slideMaster" Target="slideMasters/slideMaster1.xml"/>
<Relationship Id="rId2" Type="http://schemas.openxmlformats.org/officeDocument/2006/relationships/printerSettings" Target="printerSettings/printerSettings1.bin"/>
<Relationship Id="rId8" Type="http://schemas.openxmlformats.org/officeDocument/2006/relationships/slide" Target="slides/slide1.xml"/>
</Relationships>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
<Relationships  xmlns="http://schemas.openxmlformats.org/package/2006/relationships">
<Relationship Id="rId1" Type="http://schemas.openxmlformats.org/officeDocument/2006/relationships/slideLayout" Target="../slideLayouts/slideLayout2.xml"/>
</Relationships>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914400"/>
            <a:ext cx="8229600" cy="5486400"/>
            <a:chOff x="457200" y="914400"/>
            <a:chExt cx="8229600" cy="5486400"/>
          </a:xfrm>
        </p:grpSpPr>
        <p:sp>
          <p:nvSpPr>
            <p:cNvPr id="3" name="rc3"/>
            <p:cNvSpPr/>
            <p:nvPr/>
          </p:nvSpPr>
          <p:spPr>
            <a:xfrm>
              <a:off x="457200" y="914400"/>
              <a:ext cx="8229600" cy="54864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3138613" y="1711386"/>
              <a:ext cx="0" cy="395886"/>
            </a:xfrm>
            <a:custGeom>
              <a:avLst/>
              <a:pathLst>
                <a:path w="0" h="395886">
                  <a:moveTo>
                    <a:pt x="0" y="395886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3138613" y="2899045"/>
              <a:ext cx="0" cy="1187659"/>
            </a:xfrm>
            <a:custGeom>
              <a:avLst/>
              <a:pathLst>
                <a:path w="0" h="1187659">
                  <a:moveTo>
                    <a:pt x="0" y="0"/>
                  </a:moveTo>
                  <a:lnTo>
                    <a:pt x="0" y="1187659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g6"/>
            <p:cNvSpPr/>
            <p:nvPr/>
          </p:nvSpPr>
          <p:spPr>
            <a:xfrm>
              <a:off x="2114935" y="2107272"/>
              <a:ext cx="2047356" cy="791772"/>
            </a:xfrm>
            <a:custGeom>
              <a:avLst/>
              <a:pathLst>
                <a:path w="2047356" h="791772">
                  <a:moveTo>
                    <a:pt x="0" y="0"/>
                  </a:moveTo>
                  <a:lnTo>
                    <a:pt x="0" y="791772"/>
                  </a:lnTo>
                  <a:lnTo>
                    <a:pt x="2047356" y="791772"/>
                  </a:lnTo>
                  <a:lnTo>
                    <a:pt x="2047356" y="0"/>
                  </a:lnTo>
                  <a:close/>
                </a:path>
              </a:pathLst>
            </a:custGeom>
            <a:solidFill>
              <a:srgbClr val="2196F3">
                <a:alpha val="100000"/>
              </a:srgbClr>
            </a:solidFill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2114935" y="2503158"/>
              <a:ext cx="2047356" cy="0"/>
            </a:xfrm>
            <a:custGeom>
              <a:avLst/>
              <a:pathLst>
                <a:path w="2047356" h="0">
                  <a:moveTo>
                    <a:pt x="0" y="0"/>
                  </a:moveTo>
                  <a:lnTo>
                    <a:pt x="2047356" y="0"/>
                  </a:lnTo>
                </a:path>
              </a:pathLst>
            </a:custGeom>
            <a:ln w="27101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6550875" y="1711386"/>
              <a:ext cx="0" cy="791772"/>
            </a:xfrm>
            <a:custGeom>
              <a:avLst/>
              <a:pathLst>
                <a:path w="0" h="791772">
                  <a:moveTo>
                    <a:pt x="0" y="791772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6550875" y="3809584"/>
              <a:ext cx="0" cy="1860666"/>
            </a:xfrm>
            <a:custGeom>
              <a:avLst/>
              <a:pathLst>
                <a:path w="0" h="1860666">
                  <a:moveTo>
                    <a:pt x="0" y="0"/>
                  </a:moveTo>
                  <a:lnTo>
                    <a:pt x="0" y="1860666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g10"/>
            <p:cNvSpPr/>
            <p:nvPr/>
          </p:nvSpPr>
          <p:spPr>
            <a:xfrm>
              <a:off x="5527196" y="2503158"/>
              <a:ext cx="2047356" cy="1306425"/>
            </a:xfrm>
            <a:custGeom>
              <a:avLst/>
              <a:pathLst>
                <a:path w="2047356" h="1306425">
                  <a:moveTo>
                    <a:pt x="0" y="0"/>
                  </a:moveTo>
                  <a:lnTo>
                    <a:pt x="0" y="1306425"/>
                  </a:lnTo>
                  <a:lnTo>
                    <a:pt x="2047356" y="1306425"/>
                  </a:lnTo>
                  <a:lnTo>
                    <a:pt x="2047356" y="0"/>
                  </a:lnTo>
                  <a:close/>
                </a:path>
              </a:pathLst>
            </a:custGeom>
            <a:solidFill>
              <a:srgbClr val="F44336">
                <a:alpha val="100000"/>
              </a:srgbClr>
            </a:solidFill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5527196" y="3096988"/>
              <a:ext cx="2047356" cy="0"/>
            </a:xfrm>
            <a:custGeom>
              <a:avLst/>
              <a:pathLst>
                <a:path w="2047356" h="0">
                  <a:moveTo>
                    <a:pt x="0" y="0"/>
                  </a:moveTo>
                  <a:lnTo>
                    <a:pt x="2047356" y="0"/>
                  </a:lnTo>
                </a:path>
              </a:pathLst>
            </a:custGeom>
            <a:ln w="27101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" name="pt12"/>
            <p:cNvSpPr/>
            <p:nvPr/>
          </p:nvSpPr>
          <p:spPr>
            <a:xfrm>
              <a:off x="3123429" y="285973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t13"/>
            <p:cNvSpPr/>
            <p:nvPr/>
          </p:nvSpPr>
          <p:spPr>
            <a:xfrm>
              <a:off x="6512859" y="306295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t14"/>
            <p:cNvSpPr/>
            <p:nvPr/>
          </p:nvSpPr>
          <p:spPr>
            <a:xfrm>
              <a:off x="3112178" y="208850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t15"/>
            <p:cNvSpPr/>
            <p:nvPr/>
          </p:nvSpPr>
          <p:spPr>
            <a:xfrm>
              <a:off x="6518187" y="268812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t16"/>
            <p:cNvSpPr/>
            <p:nvPr/>
          </p:nvSpPr>
          <p:spPr>
            <a:xfrm>
              <a:off x="3139550" y="288422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t17"/>
            <p:cNvSpPr/>
            <p:nvPr/>
          </p:nvSpPr>
          <p:spPr>
            <a:xfrm>
              <a:off x="6525878" y="405562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t18"/>
            <p:cNvSpPr/>
            <p:nvPr/>
          </p:nvSpPr>
          <p:spPr>
            <a:xfrm>
              <a:off x="3144898" y="405462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t19"/>
            <p:cNvSpPr/>
            <p:nvPr/>
          </p:nvSpPr>
          <p:spPr>
            <a:xfrm>
              <a:off x="6510759" y="305894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t20"/>
            <p:cNvSpPr/>
            <p:nvPr/>
          </p:nvSpPr>
          <p:spPr>
            <a:xfrm>
              <a:off x="3144053" y="248509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t21"/>
            <p:cNvSpPr/>
            <p:nvPr/>
          </p:nvSpPr>
          <p:spPr>
            <a:xfrm>
              <a:off x="6534373" y="366067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2"/>
            <p:cNvSpPr/>
            <p:nvPr/>
          </p:nvSpPr>
          <p:spPr>
            <a:xfrm>
              <a:off x="3120876" y="186924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3"/>
            <p:cNvSpPr/>
            <p:nvPr/>
          </p:nvSpPr>
          <p:spPr>
            <a:xfrm>
              <a:off x="6514468" y="307405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4"/>
            <p:cNvSpPr/>
            <p:nvPr/>
          </p:nvSpPr>
          <p:spPr>
            <a:xfrm>
              <a:off x="3118182" y="175005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5"/>
            <p:cNvSpPr/>
            <p:nvPr/>
          </p:nvSpPr>
          <p:spPr>
            <a:xfrm>
              <a:off x="6552764" y="180515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6"/>
            <p:cNvSpPr/>
            <p:nvPr/>
          </p:nvSpPr>
          <p:spPr>
            <a:xfrm>
              <a:off x="3094576" y="438054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7"/>
            <p:cNvSpPr/>
            <p:nvPr/>
          </p:nvSpPr>
          <p:spPr>
            <a:xfrm>
              <a:off x="6503039" y="400662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8"/>
            <p:cNvSpPr/>
            <p:nvPr/>
          </p:nvSpPr>
          <p:spPr>
            <a:xfrm>
              <a:off x="3121611" y="287669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9"/>
            <p:cNvSpPr/>
            <p:nvPr/>
          </p:nvSpPr>
          <p:spPr>
            <a:xfrm>
              <a:off x="6543408" y="247610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30"/>
            <p:cNvSpPr/>
            <p:nvPr/>
          </p:nvSpPr>
          <p:spPr>
            <a:xfrm>
              <a:off x="3142552" y="197289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1"/>
            <p:cNvSpPr/>
            <p:nvPr/>
          </p:nvSpPr>
          <p:spPr>
            <a:xfrm>
              <a:off x="6554388" y="226881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2"/>
            <p:cNvSpPr/>
            <p:nvPr/>
          </p:nvSpPr>
          <p:spPr>
            <a:xfrm>
              <a:off x="3116365" y="209183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3"/>
            <p:cNvSpPr/>
            <p:nvPr/>
          </p:nvSpPr>
          <p:spPr>
            <a:xfrm>
              <a:off x="6547526" y="326147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4"/>
            <p:cNvSpPr/>
            <p:nvPr/>
          </p:nvSpPr>
          <p:spPr>
            <a:xfrm>
              <a:off x="3119971" y="424577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5"/>
            <p:cNvSpPr/>
            <p:nvPr/>
          </p:nvSpPr>
          <p:spPr>
            <a:xfrm>
              <a:off x="6492919" y="484521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6"/>
            <p:cNvSpPr/>
            <p:nvPr/>
          </p:nvSpPr>
          <p:spPr>
            <a:xfrm>
              <a:off x="3118627" y="267254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7"/>
            <p:cNvSpPr/>
            <p:nvPr/>
          </p:nvSpPr>
          <p:spPr>
            <a:xfrm>
              <a:off x="6496290" y="305978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8"/>
            <p:cNvSpPr/>
            <p:nvPr/>
          </p:nvSpPr>
          <p:spPr>
            <a:xfrm>
              <a:off x="3086858" y="285936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9"/>
            <p:cNvSpPr/>
            <p:nvPr/>
          </p:nvSpPr>
          <p:spPr>
            <a:xfrm>
              <a:off x="6535495" y="564870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40"/>
            <p:cNvSpPr/>
            <p:nvPr/>
          </p:nvSpPr>
          <p:spPr>
            <a:xfrm>
              <a:off x="3092335" y="208235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1"/>
            <p:cNvSpPr/>
            <p:nvPr/>
          </p:nvSpPr>
          <p:spPr>
            <a:xfrm>
              <a:off x="6549429" y="445736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2"/>
            <p:cNvSpPr/>
            <p:nvPr/>
          </p:nvSpPr>
          <p:spPr>
            <a:xfrm>
              <a:off x="3084773" y="173042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3"/>
            <p:cNvSpPr/>
            <p:nvPr/>
          </p:nvSpPr>
          <p:spPr>
            <a:xfrm>
              <a:off x="6520293" y="209802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4"/>
            <p:cNvSpPr/>
            <p:nvPr/>
          </p:nvSpPr>
          <p:spPr>
            <a:xfrm>
              <a:off x="3146966" y="327244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5"/>
            <p:cNvSpPr/>
            <p:nvPr/>
          </p:nvSpPr>
          <p:spPr>
            <a:xfrm>
              <a:off x="6532743" y="327205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6"/>
            <p:cNvSpPr/>
            <p:nvPr/>
          </p:nvSpPr>
          <p:spPr>
            <a:xfrm>
              <a:off x="3084642" y="189771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7"/>
            <p:cNvSpPr/>
            <p:nvPr/>
          </p:nvSpPr>
          <p:spPr>
            <a:xfrm>
              <a:off x="6547543" y="444952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8"/>
            <p:cNvSpPr/>
            <p:nvPr/>
          </p:nvSpPr>
          <p:spPr>
            <a:xfrm>
              <a:off x="3129916" y="249336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9"/>
            <p:cNvSpPr/>
            <p:nvPr/>
          </p:nvSpPr>
          <p:spPr>
            <a:xfrm>
              <a:off x="6507935" y="367915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50"/>
            <p:cNvSpPr/>
            <p:nvPr/>
          </p:nvSpPr>
          <p:spPr>
            <a:xfrm>
              <a:off x="3131225" y="268031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1"/>
            <p:cNvSpPr/>
            <p:nvPr/>
          </p:nvSpPr>
          <p:spPr>
            <a:xfrm>
              <a:off x="6524767" y="327084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2"/>
            <p:cNvSpPr/>
            <p:nvPr/>
          </p:nvSpPr>
          <p:spPr>
            <a:xfrm>
              <a:off x="3101718" y="268522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3"/>
            <p:cNvSpPr/>
            <p:nvPr/>
          </p:nvSpPr>
          <p:spPr>
            <a:xfrm>
              <a:off x="6503292" y="467041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4"/>
            <p:cNvSpPr/>
            <p:nvPr/>
          </p:nvSpPr>
          <p:spPr>
            <a:xfrm>
              <a:off x="3143364" y="307004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5"/>
            <p:cNvSpPr/>
            <p:nvPr/>
          </p:nvSpPr>
          <p:spPr>
            <a:xfrm>
              <a:off x="6510258" y="269066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6"/>
            <p:cNvSpPr/>
            <p:nvPr/>
          </p:nvSpPr>
          <p:spPr>
            <a:xfrm>
              <a:off x="3092257" y="169630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7"/>
            <p:cNvSpPr/>
            <p:nvPr/>
          </p:nvSpPr>
          <p:spPr>
            <a:xfrm>
              <a:off x="6521519" y="326212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t58"/>
            <p:cNvSpPr/>
            <p:nvPr/>
          </p:nvSpPr>
          <p:spPr>
            <a:xfrm>
              <a:off x="3098187" y="267656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t59"/>
            <p:cNvSpPr/>
            <p:nvPr/>
          </p:nvSpPr>
          <p:spPr>
            <a:xfrm>
              <a:off x="6512750" y="366096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t60"/>
            <p:cNvSpPr/>
            <p:nvPr/>
          </p:nvSpPr>
          <p:spPr>
            <a:xfrm>
              <a:off x="3143146" y="334816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t61"/>
            <p:cNvSpPr/>
            <p:nvPr/>
          </p:nvSpPr>
          <p:spPr>
            <a:xfrm>
              <a:off x="6520269" y="216635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t62"/>
            <p:cNvSpPr/>
            <p:nvPr/>
          </p:nvSpPr>
          <p:spPr>
            <a:xfrm>
              <a:off x="3138277" y="187649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t63"/>
            <p:cNvSpPr/>
            <p:nvPr/>
          </p:nvSpPr>
          <p:spPr>
            <a:xfrm>
              <a:off x="6552873" y="305958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t64"/>
            <p:cNvSpPr/>
            <p:nvPr/>
          </p:nvSpPr>
          <p:spPr>
            <a:xfrm>
              <a:off x="3113606" y="187424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t65"/>
            <p:cNvSpPr/>
            <p:nvPr/>
          </p:nvSpPr>
          <p:spPr>
            <a:xfrm>
              <a:off x="6520592" y="308623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t66"/>
            <p:cNvSpPr/>
            <p:nvPr/>
          </p:nvSpPr>
          <p:spPr>
            <a:xfrm>
              <a:off x="3090308" y="305707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t67"/>
            <p:cNvSpPr/>
            <p:nvPr/>
          </p:nvSpPr>
          <p:spPr>
            <a:xfrm>
              <a:off x="6520100" y="189808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t68"/>
            <p:cNvSpPr/>
            <p:nvPr/>
          </p:nvSpPr>
          <p:spPr>
            <a:xfrm>
              <a:off x="3116201" y="328138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t69"/>
            <p:cNvSpPr/>
            <p:nvPr/>
          </p:nvSpPr>
          <p:spPr>
            <a:xfrm>
              <a:off x="6497428" y="365363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t70"/>
            <p:cNvSpPr/>
            <p:nvPr/>
          </p:nvSpPr>
          <p:spPr>
            <a:xfrm>
              <a:off x="3128690" y="268565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t71"/>
            <p:cNvSpPr/>
            <p:nvPr/>
          </p:nvSpPr>
          <p:spPr>
            <a:xfrm>
              <a:off x="6493703" y="286234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t72"/>
            <p:cNvSpPr/>
            <p:nvPr/>
          </p:nvSpPr>
          <p:spPr>
            <a:xfrm>
              <a:off x="3085424" y="207347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t73"/>
            <p:cNvSpPr/>
            <p:nvPr/>
          </p:nvSpPr>
          <p:spPr>
            <a:xfrm>
              <a:off x="6547304" y="288167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t74"/>
            <p:cNvSpPr/>
            <p:nvPr/>
          </p:nvSpPr>
          <p:spPr>
            <a:xfrm>
              <a:off x="3079823" y="306435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t75"/>
            <p:cNvSpPr/>
            <p:nvPr/>
          </p:nvSpPr>
          <p:spPr>
            <a:xfrm>
              <a:off x="6531919" y="425163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t76"/>
            <p:cNvSpPr/>
            <p:nvPr/>
          </p:nvSpPr>
          <p:spPr>
            <a:xfrm>
              <a:off x="3096074" y="207062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t77"/>
            <p:cNvSpPr/>
            <p:nvPr/>
          </p:nvSpPr>
          <p:spPr>
            <a:xfrm>
              <a:off x="6555561" y="288739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t78"/>
            <p:cNvSpPr/>
            <p:nvPr/>
          </p:nvSpPr>
          <p:spPr>
            <a:xfrm>
              <a:off x="3132890" y="187096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t79"/>
            <p:cNvSpPr/>
            <p:nvPr/>
          </p:nvSpPr>
          <p:spPr>
            <a:xfrm>
              <a:off x="6547219" y="208474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t80"/>
            <p:cNvSpPr/>
            <p:nvPr/>
          </p:nvSpPr>
          <p:spPr>
            <a:xfrm>
              <a:off x="3108638" y="445493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t81"/>
            <p:cNvSpPr/>
            <p:nvPr/>
          </p:nvSpPr>
          <p:spPr>
            <a:xfrm>
              <a:off x="6505732" y="404824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t82"/>
            <p:cNvSpPr/>
            <p:nvPr/>
          </p:nvSpPr>
          <p:spPr>
            <a:xfrm>
              <a:off x="3086912" y="217107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t83"/>
            <p:cNvSpPr/>
            <p:nvPr/>
          </p:nvSpPr>
          <p:spPr>
            <a:xfrm>
              <a:off x="6499317" y="382473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t84"/>
            <p:cNvSpPr/>
            <p:nvPr/>
          </p:nvSpPr>
          <p:spPr>
            <a:xfrm>
              <a:off x="3141240" y="326824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t85"/>
            <p:cNvSpPr/>
            <p:nvPr/>
          </p:nvSpPr>
          <p:spPr>
            <a:xfrm>
              <a:off x="6555715" y="228932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t86"/>
            <p:cNvSpPr/>
            <p:nvPr/>
          </p:nvSpPr>
          <p:spPr>
            <a:xfrm>
              <a:off x="3137810" y="169054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t87"/>
            <p:cNvSpPr/>
            <p:nvPr/>
          </p:nvSpPr>
          <p:spPr>
            <a:xfrm>
              <a:off x="6541545" y="248546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t88"/>
            <p:cNvSpPr/>
            <p:nvPr/>
          </p:nvSpPr>
          <p:spPr>
            <a:xfrm>
              <a:off x="3105852" y="228054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t89"/>
            <p:cNvSpPr/>
            <p:nvPr/>
          </p:nvSpPr>
          <p:spPr>
            <a:xfrm>
              <a:off x="6557341" y="306364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t90"/>
            <p:cNvSpPr/>
            <p:nvPr/>
          </p:nvSpPr>
          <p:spPr>
            <a:xfrm>
              <a:off x="3097879" y="345626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t91"/>
            <p:cNvSpPr/>
            <p:nvPr/>
          </p:nvSpPr>
          <p:spPr>
            <a:xfrm>
              <a:off x="6536747" y="288404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t92"/>
            <p:cNvSpPr/>
            <p:nvPr/>
          </p:nvSpPr>
          <p:spPr>
            <a:xfrm>
              <a:off x="3146867" y="246835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t93"/>
            <p:cNvSpPr/>
            <p:nvPr/>
          </p:nvSpPr>
          <p:spPr>
            <a:xfrm>
              <a:off x="6548281" y="325560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t94"/>
            <p:cNvSpPr/>
            <p:nvPr/>
          </p:nvSpPr>
          <p:spPr>
            <a:xfrm>
              <a:off x="3130680" y="246571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t95"/>
            <p:cNvSpPr/>
            <p:nvPr/>
          </p:nvSpPr>
          <p:spPr>
            <a:xfrm>
              <a:off x="6559513" y="325459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t96"/>
            <p:cNvSpPr/>
            <p:nvPr/>
          </p:nvSpPr>
          <p:spPr>
            <a:xfrm>
              <a:off x="3083402" y="209312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t97"/>
            <p:cNvSpPr/>
            <p:nvPr/>
          </p:nvSpPr>
          <p:spPr>
            <a:xfrm>
              <a:off x="6524595" y="327612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t98"/>
            <p:cNvSpPr/>
            <p:nvPr/>
          </p:nvSpPr>
          <p:spPr>
            <a:xfrm>
              <a:off x="3136757" y="248912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t99"/>
            <p:cNvSpPr/>
            <p:nvPr/>
          </p:nvSpPr>
          <p:spPr>
            <a:xfrm>
              <a:off x="6511270" y="286653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t100"/>
            <p:cNvSpPr/>
            <p:nvPr/>
          </p:nvSpPr>
          <p:spPr>
            <a:xfrm>
              <a:off x="3103263" y="246776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t101"/>
            <p:cNvSpPr/>
            <p:nvPr/>
          </p:nvSpPr>
          <p:spPr>
            <a:xfrm>
              <a:off x="6498874" y="405971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t102"/>
            <p:cNvSpPr/>
            <p:nvPr/>
          </p:nvSpPr>
          <p:spPr>
            <a:xfrm>
              <a:off x="3105895" y="247481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t103"/>
            <p:cNvSpPr/>
            <p:nvPr/>
          </p:nvSpPr>
          <p:spPr>
            <a:xfrm>
              <a:off x="6497177" y="565590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t104"/>
            <p:cNvSpPr/>
            <p:nvPr/>
          </p:nvSpPr>
          <p:spPr>
            <a:xfrm>
              <a:off x="3093296" y="209540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t105"/>
            <p:cNvSpPr/>
            <p:nvPr/>
          </p:nvSpPr>
          <p:spPr>
            <a:xfrm>
              <a:off x="6516951" y="367230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t106"/>
            <p:cNvSpPr/>
            <p:nvPr/>
          </p:nvSpPr>
          <p:spPr>
            <a:xfrm>
              <a:off x="3084833" y="168322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t107"/>
            <p:cNvSpPr/>
            <p:nvPr/>
          </p:nvSpPr>
          <p:spPr>
            <a:xfrm>
              <a:off x="6493129" y="444520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t108"/>
            <p:cNvSpPr/>
            <p:nvPr/>
          </p:nvSpPr>
          <p:spPr>
            <a:xfrm>
              <a:off x="3128566" y="248161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t109"/>
            <p:cNvSpPr/>
            <p:nvPr/>
          </p:nvSpPr>
          <p:spPr>
            <a:xfrm>
              <a:off x="6501122" y="208144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t110"/>
            <p:cNvSpPr/>
            <p:nvPr/>
          </p:nvSpPr>
          <p:spPr>
            <a:xfrm>
              <a:off x="3109736" y="227368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t111"/>
            <p:cNvSpPr/>
            <p:nvPr/>
          </p:nvSpPr>
          <p:spPr>
            <a:xfrm>
              <a:off x="6513167" y="366176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t112"/>
            <p:cNvSpPr/>
            <p:nvPr/>
          </p:nvSpPr>
          <p:spPr>
            <a:xfrm>
              <a:off x="3127443" y="248464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t113"/>
            <p:cNvSpPr/>
            <p:nvPr/>
          </p:nvSpPr>
          <p:spPr>
            <a:xfrm>
              <a:off x="6513860" y="226677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t114"/>
            <p:cNvSpPr/>
            <p:nvPr/>
          </p:nvSpPr>
          <p:spPr>
            <a:xfrm>
              <a:off x="3136259" y="170089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t115"/>
            <p:cNvSpPr/>
            <p:nvPr/>
          </p:nvSpPr>
          <p:spPr>
            <a:xfrm>
              <a:off x="6518759" y="288391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t116"/>
            <p:cNvSpPr/>
            <p:nvPr/>
          </p:nvSpPr>
          <p:spPr>
            <a:xfrm>
              <a:off x="3103321" y="266240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t117"/>
            <p:cNvSpPr/>
            <p:nvPr/>
          </p:nvSpPr>
          <p:spPr>
            <a:xfrm>
              <a:off x="6498809" y="228991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t118"/>
            <p:cNvSpPr/>
            <p:nvPr/>
          </p:nvSpPr>
          <p:spPr>
            <a:xfrm>
              <a:off x="3137437" y="215637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t119"/>
            <p:cNvSpPr/>
            <p:nvPr/>
          </p:nvSpPr>
          <p:spPr>
            <a:xfrm>
              <a:off x="6502613" y="307486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t120"/>
            <p:cNvSpPr/>
            <p:nvPr/>
          </p:nvSpPr>
          <p:spPr>
            <a:xfrm>
              <a:off x="3107000" y="246831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t121"/>
            <p:cNvSpPr/>
            <p:nvPr/>
          </p:nvSpPr>
          <p:spPr>
            <a:xfrm>
              <a:off x="6524559" y="366387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t122"/>
            <p:cNvSpPr/>
            <p:nvPr/>
          </p:nvSpPr>
          <p:spPr>
            <a:xfrm>
              <a:off x="3116042" y="267647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t123"/>
            <p:cNvSpPr/>
            <p:nvPr/>
          </p:nvSpPr>
          <p:spPr>
            <a:xfrm>
              <a:off x="6502685" y="387022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t124"/>
            <p:cNvSpPr/>
            <p:nvPr/>
          </p:nvSpPr>
          <p:spPr>
            <a:xfrm>
              <a:off x="3133371" y="188715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t125"/>
            <p:cNvSpPr/>
            <p:nvPr/>
          </p:nvSpPr>
          <p:spPr>
            <a:xfrm>
              <a:off x="6509273" y="288064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t126"/>
            <p:cNvSpPr/>
            <p:nvPr/>
          </p:nvSpPr>
          <p:spPr>
            <a:xfrm>
              <a:off x="3136026" y="287087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t127"/>
            <p:cNvSpPr/>
            <p:nvPr/>
          </p:nvSpPr>
          <p:spPr>
            <a:xfrm>
              <a:off x="6537664" y="345427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t128"/>
            <p:cNvSpPr/>
            <p:nvPr/>
          </p:nvSpPr>
          <p:spPr>
            <a:xfrm>
              <a:off x="3146200" y="486599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t129"/>
            <p:cNvSpPr/>
            <p:nvPr/>
          </p:nvSpPr>
          <p:spPr>
            <a:xfrm>
              <a:off x="6556636" y="328112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t130"/>
            <p:cNvSpPr/>
            <p:nvPr/>
          </p:nvSpPr>
          <p:spPr>
            <a:xfrm>
              <a:off x="3139767" y="169361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t131"/>
            <p:cNvSpPr/>
            <p:nvPr/>
          </p:nvSpPr>
          <p:spPr>
            <a:xfrm>
              <a:off x="6508539" y="207868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t132"/>
            <p:cNvSpPr/>
            <p:nvPr/>
          </p:nvSpPr>
          <p:spPr>
            <a:xfrm>
              <a:off x="3098286" y="424842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t133"/>
            <p:cNvSpPr/>
            <p:nvPr/>
          </p:nvSpPr>
          <p:spPr>
            <a:xfrm>
              <a:off x="6550361" y="406127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t134"/>
            <p:cNvSpPr/>
            <p:nvPr/>
          </p:nvSpPr>
          <p:spPr>
            <a:xfrm>
              <a:off x="3135614" y="228891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t135"/>
            <p:cNvSpPr/>
            <p:nvPr/>
          </p:nvSpPr>
          <p:spPr>
            <a:xfrm>
              <a:off x="6554296" y="267686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t136"/>
            <p:cNvSpPr/>
            <p:nvPr/>
          </p:nvSpPr>
          <p:spPr>
            <a:xfrm>
              <a:off x="3109924" y="228603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t137"/>
            <p:cNvSpPr/>
            <p:nvPr/>
          </p:nvSpPr>
          <p:spPr>
            <a:xfrm>
              <a:off x="6498315" y="209809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t138"/>
            <p:cNvSpPr/>
            <p:nvPr/>
          </p:nvSpPr>
          <p:spPr>
            <a:xfrm>
              <a:off x="3110198" y="169262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t139"/>
            <p:cNvSpPr/>
            <p:nvPr/>
          </p:nvSpPr>
          <p:spPr>
            <a:xfrm>
              <a:off x="6494459" y="308527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t140"/>
            <p:cNvSpPr/>
            <p:nvPr/>
          </p:nvSpPr>
          <p:spPr>
            <a:xfrm>
              <a:off x="3106389" y="404897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t141"/>
            <p:cNvSpPr/>
            <p:nvPr/>
          </p:nvSpPr>
          <p:spPr>
            <a:xfrm>
              <a:off x="6556493" y="406675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t142"/>
            <p:cNvSpPr/>
            <p:nvPr/>
          </p:nvSpPr>
          <p:spPr>
            <a:xfrm>
              <a:off x="3107064" y="186930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t143"/>
            <p:cNvSpPr/>
            <p:nvPr/>
          </p:nvSpPr>
          <p:spPr>
            <a:xfrm>
              <a:off x="6522091" y="445916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t144"/>
            <p:cNvSpPr/>
            <p:nvPr/>
          </p:nvSpPr>
          <p:spPr>
            <a:xfrm>
              <a:off x="3125826" y="328276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t145"/>
            <p:cNvSpPr/>
            <p:nvPr/>
          </p:nvSpPr>
          <p:spPr>
            <a:xfrm>
              <a:off x="6529060" y="285984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t146"/>
            <p:cNvSpPr/>
            <p:nvPr/>
          </p:nvSpPr>
          <p:spPr>
            <a:xfrm>
              <a:off x="3090411" y="169531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t147"/>
            <p:cNvSpPr/>
            <p:nvPr/>
          </p:nvSpPr>
          <p:spPr>
            <a:xfrm>
              <a:off x="6493373" y="447223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t148"/>
            <p:cNvSpPr/>
            <p:nvPr/>
          </p:nvSpPr>
          <p:spPr>
            <a:xfrm>
              <a:off x="3107105" y="248705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t149"/>
            <p:cNvSpPr/>
            <p:nvPr/>
          </p:nvSpPr>
          <p:spPr>
            <a:xfrm>
              <a:off x="6514538" y="366405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t150"/>
            <p:cNvSpPr/>
            <p:nvPr/>
          </p:nvSpPr>
          <p:spPr>
            <a:xfrm>
              <a:off x="3128348" y="287122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t151"/>
            <p:cNvSpPr/>
            <p:nvPr/>
          </p:nvSpPr>
          <p:spPr>
            <a:xfrm>
              <a:off x="6554432" y="387411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t152"/>
            <p:cNvSpPr/>
            <p:nvPr/>
          </p:nvSpPr>
          <p:spPr>
            <a:xfrm>
              <a:off x="3126862" y="167350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t153"/>
            <p:cNvSpPr/>
            <p:nvPr/>
          </p:nvSpPr>
          <p:spPr>
            <a:xfrm>
              <a:off x="6524717" y="268363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t154"/>
            <p:cNvSpPr/>
            <p:nvPr/>
          </p:nvSpPr>
          <p:spPr>
            <a:xfrm>
              <a:off x="3129354" y="212427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t155"/>
            <p:cNvSpPr/>
            <p:nvPr/>
          </p:nvSpPr>
          <p:spPr>
            <a:xfrm>
              <a:off x="6540325" y="212918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t156"/>
            <p:cNvSpPr/>
            <p:nvPr/>
          </p:nvSpPr>
          <p:spPr>
            <a:xfrm>
              <a:off x="3141777" y="367439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t157"/>
            <p:cNvSpPr/>
            <p:nvPr/>
          </p:nvSpPr>
          <p:spPr>
            <a:xfrm>
              <a:off x="6549909" y="365633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t158"/>
            <p:cNvSpPr/>
            <p:nvPr/>
          </p:nvSpPr>
          <p:spPr>
            <a:xfrm>
              <a:off x="3103805" y="209109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t159"/>
            <p:cNvSpPr/>
            <p:nvPr/>
          </p:nvSpPr>
          <p:spPr>
            <a:xfrm>
              <a:off x="6498964" y="328010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t160"/>
            <p:cNvSpPr/>
            <p:nvPr/>
          </p:nvSpPr>
          <p:spPr>
            <a:xfrm>
              <a:off x="3144655" y="226582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t161"/>
            <p:cNvSpPr/>
            <p:nvPr/>
          </p:nvSpPr>
          <p:spPr>
            <a:xfrm>
              <a:off x="6557217" y="366638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t162"/>
            <p:cNvSpPr/>
            <p:nvPr/>
          </p:nvSpPr>
          <p:spPr>
            <a:xfrm>
              <a:off x="3121782" y="266658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t163"/>
            <p:cNvSpPr/>
            <p:nvPr/>
          </p:nvSpPr>
          <p:spPr>
            <a:xfrm>
              <a:off x="6514011" y="327632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t164"/>
            <p:cNvSpPr/>
            <p:nvPr/>
          </p:nvSpPr>
          <p:spPr>
            <a:xfrm>
              <a:off x="3114069" y="186918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t165"/>
            <p:cNvSpPr/>
            <p:nvPr/>
          </p:nvSpPr>
          <p:spPr>
            <a:xfrm>
              <a:off x="6528314" y="208233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t166"/>
            <p:cNvSpPr/>
            <p:nvPr/>
          </p:nvSpPr>
          <p:spPr>
            <a:xfrm>
              <a:off x="3141271" y="288597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t167"/>
            <p:cNvSpPr/>
            <p:nvPr/>
          </p:nvSpPr>
          <p:spPr>
            <a:xfrm>
              <a:off x="6518140" y="248660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t168"/>
            <p:cNvSpPr/>
            <p:nvPr/>
          </p:nvSpPr>
          <p:spPr>
            <a:xfrm>
              <a:off x="3144952" y="209269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t169"/>
            <p:cNvSpPr/>
            <p:nvPr/>
          </p:nvSpPr>
          <p:spPr>
            <a:xfrm>
              <a:off x="6516958" y="365890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t170"/>
            <p:cNvSpPr/>
            <p:nvPr/>
          </p:nvSpPr>
          <p:spPr>
            <a:xfrm>
              <a:off x="3142570" y="238950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t171"/>
            <p:cNvSpPr/>
            <p:nvPr/>
          </p:nvSpPr>
          <p:spPr>
            <a:xfrm>
              <a:off x="6514079" y="426774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t172"/>
            <p:cNvSpPr/>
            <p:nvPr/>
          </p:nvSpPr>
          <p:spPr>
            <a:xfrm>
              <a:off x="3095878" y="227625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t173"/>
            <p:cNvSpPr/>
            <p:nvPr/>
          </p:nvSpPr>
          <p:spPr>
            <a:xfrm>
              <a:off x="6559889" y="268278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t174"/>
            <p:cNvSpPr/>
            <p:nvPr/>
          </p:nvSpPr>
          <p:spPr>
            <a:xfrm>
              <a:off x="3084560" y="365676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t175"/>
            <p:cNvSpPr/>
            <p:nvPr/>
          </p:nvSpPr>
          <p:spPr>
            <a:xfrm>
              <a:off x="6513578" y="367916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t176"/>
            <p:cNvSpPr/>
            <p:nvPr/>
          </p:nvSpPr>
          <p:spPr>
            <a:xfrm>
              <a:off x="3094329" y="220882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t177"/>
            <p:cNvSpPr/>
            <p:nvPr/>
          </p:nvSpPr>
          <p:spPr>
            <a:xfrm>
              <a:off x="6497626" y="300204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t178"/>
            <p:cNvSpPr/>
            <p:nvPr/>
          </p:nvSpPr>
          <p:spPr>
            <a:xfrm>
              <a:off x="3112892" y="248826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t179"/>
            <p:cNvSpPr/>
            <p:nvPr/>
          </p:nvSpPr>
          <p:spPr>
            <a:xfrm>
              <a:off x="6554943" y="207543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t180"/>
            <p:cNvSpPr/>
            <p:nvPr/>
          </p:nvSpPr>
          <p:spPr>
            <a:xfrm>
              <a:off x="3082169" y="274385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t181"/>
            <p:cNvSpPr/>
            <p:nvPr/>
          </p:nvSpPr>
          <p:spPr>
            <a:xfrm>
              <a:off x="6531462" y="418899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t182"/>
            <p:cNvSpPr/>
            <p:nvPr/>
          </p:nvSpPr>
          <p:spPr>
            <a:xfrm>
              <a:off x="3083188" y="208125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t183"/>
            <p:cNvSpPr/>
            <p:nvPr/>
          </p:nvSpPr>
          <p:spPr>
            <a:xfrm>
              <a:off x="6517807" y="446197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t184"/>
            <p:cNvSpPr/>
            <p:nvPr/>
          </p:nvSpPr>
          <p:spPr>
            <a:xfrm>
              <a:off x="3145566" y="366761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t185"/>
            <p:cNvSpPr/>
            <p:nvPr/>
          </p:nvSpPr>
          <p:spPr>
            <a:xfrm>
              <a:off x="6559016" y="465956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t186"/>
            <p:cNvSpPr/>
            <p:nvPr/>
          </p:nvSpPr>
          <p:spPr>
            <a:xfrm>
              <a:off x="3123641" y="228684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t187"/>
            <p:cNvSpPr/>
            <p:nvPr/>
          </p:nvSpPr>
          <p:spPr>
            <a:xfrm>
              <a:off x="6526774" y="347702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t188"/>
            <p:cNvSpPr/>
            <p:nvPr/>
          </p:nvSpPr>
          <p:spPr>
            <a:xfrm>
              <a:off x="3134616" y="208062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t189"/>
            <p:cNvSpPr/>
            <p:nvPr/>
          </p:nvSpPr>
          <p:spPr>
            <a:xfrm>
              <a:off x="6552081" y="503961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t190"/>
            <p:cNvSpPr/>
            <p:nvPr/>
          </p:nvSpPr>
          <p:spPr>
            <a:xfrm>
              <a:off x="3121002" y="226869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t191"/>
            <p:cNvSpPr/>
            <p:nvPr/>
          </p:nvSpPr>
          <p:spPr>
            <a:xfrm>
              <a:off x="6544950" y="186972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t192"/>
            <p:cNvSpPr/>
            <p:nvPr/>
          </p:nvSpPr>
          <p:spPr>
            <a:xfrm>
              <a:off x="3082328" y="306247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t193"/>
            <p:cNvSpPr/>
            <p:nvPr/>
          </p:nvSpPr>
          <p:spPr>
            <a:xfrm>
              <a:off x="6556554" y="246602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t194"/>
            <p:cNvSpPr/>
            <p:nvPr/>
          </p:nvSpPr>
          <p:spPr>
            <a:xfrm>
              <a:off x="3085471" y="446908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t195"/>
            <p:cNvSpPr/>
            <p:nvPr/>
          </p:nvSpPr>
          <p:spPr>
            <a:xfrm>
              <a:off x="6537138" y="286568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t196"/>
            <p:cNvSpPr/>
            <p:nvPr/>
          </p:nvSpPr>
          <p:spPr>
            <a:xfrm>
              <a:off x="3101459" y="446505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t197"/>
            <p:cNvSpPr/>
            <p:nvPr/>
          </p:nvSpPr>
          <p:spPr>
            <a:xfrm>
              <a:off x="6542450" y="406128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t198"/>
            <p:cNvSpPr/>
            <p:nvPr/>
          </p:nvSpPr>
          <p:spPr>
            <a:xfrm>
              <a:off x="3108326" y="268761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t199"/>
            <p:cNvSpPr/>
            <p:nvPr/>
          </p:nvSpPr>
          <p:spPr>
            <a:xfrm>
              <a:off x="6529937" y="367617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t200"/>
            <p:cNvSpPr/>
            <p:nvPr/>
          </p:nvSpPr>
          <p:spPr>
            <a:xfrm>
              <a:off x="3095324" y="227402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t201"/>
            <p:cNvSpPr/>
            <p:nvPr/>
          </p:nvSpPr>
          <p:spPr>
            <a:xfrm>
              <a:off x="6498888" y="387379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t202"/>
            <p:cNvSpPr/>
            <p:nvPr/>
          </p:nvSpPr>
          <p:spPr>
            <a:xfrm>
              <a:off x="3086466" y="188244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t203"/>
            <p:cNvSpPr/>
            <p:nvPr/>
          </p:nvSpPr>
          <p:spPr>
            <a:xfrm>
              <a:off x="6503880" y="306977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t204"/>
            <p:cNvSpPr/>
            <p:nvPr/>
          </p:nvSpPr>
          <p:spPr>
            <a:xfrm>
              <a:off x="3112797" y="287333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t205"/>
            <p:cNvSpPr/>
            <p:nvPr/>
          </p:nvSpPr>
          <p:spPr>
            <a:xfrm>
              <a:off x="6522349" y="446049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t206"/>
            <p:cNvSpPr/>
            <p:nvPr/>
          </p:nvSpPr>
          <p:spPr>
            <a:xfrm>
              <a:off x="3099839" y="208650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t207"/>
            <p:cNvSpPr/>
            <p:nvPr/>
          </p:nvSpPr>
          <p:spPr>
            <a:xfrm>
              <a:off x="6523321" y="207640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t208"/>
            <p:cNvSpPr/>
            <p:nvPr/>
          </p:nvSpPr>
          <p:spPr>
            <a:xfrm>
              <a:off x="3096864" y="266731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t209"/>
            <p:cNvSpPr/>
            <p:nvPr/>
          </p:nvSpPr>
          <p:spPr>
            <a:xfrm>
              <a:off x="6511000" y="327194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t210"/>
            <p:cNvSpPr/>
            <p:nvPr/>
          </p:nvSpPr>
          <p:spPr>
            <a:xfrm>
              <a:off x="3144560" y="328158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t211"/>
            <p:cNvSpPr/>
            <p:nvPr/>
          </p:nvSpPr>
          <p:spPr>
            <a:xfrm>
              <a:off x="6533680" y="367152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t212"/>
            <p:cNvSpPr/>
            <p:nvPr/>
          </p:nvSpPr>
          <p:spPr>
            <a:xfrm>
              <a:off x="3143290" y="209097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t213"/>
            <p:cNvSpPr/>
            <p:nvPr/>
          </p:nvSpPr>
          <p:spPr>
            <a:xfrm>
              <a:off x="6537973" y="327379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t214"/>
            <p:cNvSpPr/>
            <p:nvPr/>
          </p:nvSpPr>
          <p:spPr>
            <a:xfrm>
              <a:off x="3125631" y="286257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t215"/>
            <p:cNvSpPr/>
            <p:nvPr/>
          </p:nvSpPr>
          <p:spPr>
            <a:xfrm>
              <a:off x="6521337" y="249071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t216"/>
            <p:cNvSpPr/>
            <p:nvPr/>
          </p:nvSpPr>
          <p:spPr>
            <a:xfrm>
              <a:off x="3140310" y="367540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t217"/>
            <p:cNvSpPr/>
            <p:nvPr/>
          </p:nvSpPr>
          <p:spPr>
            <a:xfrm>
              <a:off x="6549877" y="288834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t218"/>
            <p:cNvSpPr/>
            <p:nvPr/>
          </p:nvSpPr>
          <p:spPr>
            <a:xfrm>
              <a:off x="6539841" y="326146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t219"/>
            <p:cNvSpPr/>
            <p:nvPr/>
          </p:nvSpPr>
          <p:spPr>
            <a:xfrm>
              <a:off x="3137226" y="287586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t220"/>
            <p:cNvSpPr/>
            <p:nvPr/>
          </p:nvSpPr>
          <p:spPr>
            <a:xfrm>
              <a:off x="6509215" y="247784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t221"/>
            <p:cNvSpPr/>
            <p:nvPr/>
          </p:nvSpPr>
          <p:spPr>
            <a:xfrm>
              <a:off x="3131745" y="168336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t222"/>
            <p:cNvSpPr/>
            <p:nvPr/>
          </p:nvSpPr>
          <p:spPr>
            <a:xfrm>
              <a:off x="6539991" y="285965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t223"/>
            <p:cNvSpPr/>
            <p:nvPr/>
          </p:nvSpPr>
          <p:spPr>
            <a:xfrm>
              <a:off x="3098245" y="286034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t224"/>
            <p:cNvSpPr/>
            <p:nvPr/>
          </p:nvSpPr>
          <p:spPr>
            <a:xfrm>
              <a:off x="6509663" y="255162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t225"/>
            <p:cNvSpPr/>
            <p:nvPr/>
          </p:nvSpPr>
          <p:spPr>
            <a:xfrm>
              <a:off x="3127022" y="188035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t226"/>
            <p:cNvSpPr/>
            <p:nvPr/>
          </p:nvSpPr>
          <p:spPr>
            <a:xfrm>
              <a:off x="6501414" y="246920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t227"/>
            <p:cNvSpPr/>
            <p:nvPr/>
          </p:nvSpPr>
          <p:spPr>
            <a:xfrm>
              <a:off x="3123130" y="208129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t228"/>
            <p:cNvSpPr/>
            <p:nvPr/>
          </p:nvSpPr>
          <p:spPr>
            <a:xfrm>
              <a:off x="6515205" y="287722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t229"/>
            <p:cNvSpPr/>
            <p:nvPr/>
          </p:nvSpPr>
          <p:spPr>
            <a:xfrm>
              <a:off x="3082609" y="176568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t230"/>
            <p:cNvSpPr/>
            <p:nvPr/>
          </p:nvSpPr>
          <p:spPr>
            <a:xfrm>
              <a:off x="6543339" y="173371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t231"/>
            <p:cNvSpPr/>
            <p:nvPr/>
          </p:nvSpPr>
          <p:spPr>
            <a:xfrm>
              <a:off x="3082907" y="407497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t232"/>
            <p:cNvSpPr/>
            <p:nvPr/>
          </p:nvSpPr>
          <p:spPr>
            <a:xfrm>
              <a:off x="6535075" y="287038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t233"/>
            <p:cNvSpPr/>
            <p:nvPr/>
          </p:nvSpPr>
          <p:spPr>
            <a:xfrm>
              <a:off x="3106322" y="247223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t234"/>
            <p:cNvSpPr/>
            <p:nvPr/>
          </p:nvSpPr>
          <p:spPr>
            <a:xfrm>
              <a:off x="6495058" y="287825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t235"/>
            <p:cNvSpPr/>
            <p:nvPr/>
          </p:nvSpPr>
          <p:spPr>
            <a:xfrm>
              <a:off x="3102177" y="326009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t236"/>
            <p:cNvSpPr/>
            <p:nvPr/>
          </p:nvSpPr>
          <p:spPr>
            <a:xfrm>
              <a:off x="6497435" y="286336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t237"/>
            <p:cNvSpPr/>
            <p:nvPr/>
          </p:nvSpPr>
          <p:spPr>
            <a:xfrm>
              <a:off x="3146348" y="226607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t238"/>
            <p:cNvSpPr/>
            <p:nvPr/>
          </p:nvSpPr>
          <p:spPr>
            <a:xfrm>
              <a:off x="6541091" y="447253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t239"/>
            <p:cNvSpPr/>
            <p:nvPr/>
          </p:nvSpPr>
          <p:spPr>
            <a:xfrm>
              <a:off x="3098105" y="249046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t240"/>
            <p:cNvSpPr/>
            <p:nvPr/>
          </p:nvSpPr>
          <p:spPr>
            <a:xfrm>
              <a:off x="6513940" y="325518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t241"/>
            <p:cNvSpPr/>
            <p:nvPr/>
          </p:nvSpPr>
          <p:spPr>
            <a:xfrm>
              <a:off x="3122896" y="246466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t242"/>
            <p:cNvSpPr/>
            <p:nvPr/>
          </p:nvSpPr>
          <p:spPr>
            <a:xfrm>
              <a:off x="6532223" y="525824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t243"/>
            <p:cNvSpPr/>
            <p:nvPr/>
          </p:nvSpPr>
          <p:spPr>
            <a:xfrm>
              <a:off x="3111340" y="327426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t244"/>
            <p:cNvSpPr/>
            <p:nvPr/>
          </p:nvSpPr>
          <p:spPr>
            <a:xfrm>
              <a:off x="6503007" y="444748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t245"/>
            <p:cNvSpPr/>
            <p:nvPr/>
          </p:nvSpPr>
          <p:spPr>
            <a:xfrm>
              <a:off x="3080429" y="207457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t246"/>
            <p:cNvSpPr/>
            <p:nvPr/>
          </p:nvSpPr>
          <p:spPr>
            <a:xfrm>
              <a:off x="6550290" y="486867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t247"/>
            <p:cNvSpPr/>
            <p:nvPr/>
          </p:nvSpPr>
          <p:spPr>
            <a:xfrm>
              <a:off x="3103240" y="207414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t248"/>
            <p:cNvSpPr/>
            <p:nvPr/>
          </p:nvSpPr>
          <p:spPr>
            <a:xfrm>
              <a:off x="6500685" y="176475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t249"/>
            <p:cNvSpPr/>
            <p:nvPr/>
          </p:nvSpPr>
          <p:spPr>
            <a:xfrm>
              <a:off x="3086640" y="171883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t250"/>
            <p:cNvSpPr/>
            <p:nvPr/>
          </p:nvSpPr>
          <p:spPr>
            <a:xfrm>
              <a:off x="6556909" y="187575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t251"/>
            <p:cNvSpPr/>
            <p:nvPr/>
          </p:nvSpPr>
          <p:spPr>
            <a:xfrm>
              <a:off x="3087574" y="207829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t252"/>
            <p:cNvSpPr/>
            <p:nvPr/>
          </p:nvSpPr>
          <p:spPr>
            <a:xfrm>
              <a:off x="6554152" y="247654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t253"/>
            <p:cNvSpPr/>
            <p:nvPr/>
          </p:nvSpPr>
          <p:spPr>
            <a:xfrm>
              <a:off x="3142172" y="227310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t254"/>
            <p:cNvSpPr/>
            <p:nvPr/>
          </p:nvSpPr>
          <p:spPr>
            <a:xfrm>
              <a:off x="6556960" y="227948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t255"/>
            <p:cNvSpPr/>
            <p:nvPr/>
          </p:nvSpPr>
          <p:spPr>
            <a:xfrm>
              <a:off x="3130480" y="209069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t256"/>
            <p:cNvSpPr/>
            <p:nvPr/>
          </p:nvSpPr>
          <p:spPr>
            <a:xfrm>
              <a:off x="6553567" y="249325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t257"/>
            <p:cNvSpPr/>
            <p:nvPr/>
          </p:nvSpPr>
          <p:spPr>
            <a:xfrm>
              <a:off x="3126789" y="525637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t258"/>
            <p:cNvSpPr/>
            <p:nvPr/>
          </p:nvSpPr>
          <p:spPr>
            <a:xfrm>
              <a:off x="6545228" y="525215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t259"/>
            <p:cNvSpPr/>
            <p:nvPr/>
          </p:nvSpPr>
          <p:spPr>
            <a:xfrm>
              <a:off x="3079756" y="229609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t260"/>
            <p:cNvSpPr/>
            <p:nvPr/>
          </p:nvSpPr>
          <p:spPr>
            <a:xfrm>
              <a:off x="6544151" y="285940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t261"/>
            <p:cNvSpPr/>
            <p:nvPr/>
          </p:nvSpPr>
          <p:spPr>
            <a:xfrm>
              <a:off x="3132577" y="556572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t262"/>
            <p:cNvSpPr/>
            <p:nvPr/>
          </p:nvSpPr>
          <p:spPr>
            <a:xfrm>
              <a:off x="6511903" y="557051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t263"/>
            <p:cNvSpPr/>
            <p:nvPr/>
          </p:nvSpPr>
          <p:spPr>
            <a:xfrm>
              <a:off x="3145012" y="505810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t264"/>
            <p:cNvSpPr/>
            <p:nvPr/>
          </p:nvSpPr>
          <p:spPr>
            <a:xfrm>
              <a:off x="6553514" y="445854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t265"/>
            <p:cNvSpPr/>
            <p:nvPr/>
          </p:nvSpPr>
          <p:spPr>
            <a:xfrm>
              <a:off x="3096379" y="307247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t266"/>
            <p:cNvSpPr/>
            <p:nvPr/>
          </p:nvSpPr>
          <p:spPr>
            <a:xfrm>
              <a:off x="6529929" y="368159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t267"/>
            <p:cNvSpPr/>
            <p:nvPr/>
          </p:nvSpPr>
          <p:spPr>
            <a:xfrm>
              <a:off x="3116691" y="248468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t268"/>
            <p:cNvSpPr/>
            <p:nvPr/>
          </p:nvSpPr>
          <p:spPr>
            <a:xfrm>
              <a:off x="6513030" y="444692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t269"/>
            <p:cNvSpPr/>
            <p:nvPr/>
          </p:nvSpPr>
          <p:spPr>
            <a:xfrm>
              <a:off x="3112769" y="207724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t270"/>
            <p:cNvSpPr/>
            <p:nvPr/>
          </p:nvSpPr>
          <p:spPr>
            <a:xfrm>
              <a:off x="6531623" y="247111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t271"/>
            <p:cNvSpPr/>
            <p:nvPr/>
          </p:nvSpPr>
          <p:spPr>
            <a:xfrm>
              <a:off x="3120876" y="249226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t272"/>
            <p:cNvSpPr/>
            <p:nvPr/>
          </p:nvSpPr>
          <p:spPr>
            <a:xfrm>
              <a:off x="6546927" y="326456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t273"/>
            <p:cNvSpPr/>
            <p:nvPr/>
          </p:nvSpPr>
          <p:spPr>
            <a:xfrm>
              <a:off x="3130436" y="229043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" name="pt274"/>
            <p:cNvSpPr/>
            <p:nvPr/>
          </p:nvSpPr>
          <p:spPr>
            <a:xfrm>
              <a:off x="6503909" y="467150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" name="pt275"/>
            <p:cNvSpPr/>
            <p:nvPr/>
          </p:nvSpPr>
          <p:spPr>
            <a:xfrm>
              <a:off x="3106457" y="484551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" name="pt276"/>
            <p:cNvSpPr/>
            <p:nvPr/>
          </p:nvSpPr>
          <p:spPr>
            <a:xfrm>
              <a:off x="6492720" y="249223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" name="pt277"/>
            <p:cNvSpPr/>
            <p:nvPr/>
          </p:nvSpPr>
          <p:spPr>
            <a:xfrm>
              <a:off x="3132905" y="269105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" name="pt278"/>
            <p:cNvSpPr/>
            <p:nvPr/>
          </p:nvSpPr>
          <p:spPr>
            <a:xfrm>
              <a:off x="6542240" y="220646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" name="pt279"/>
            <p:cNvSpPr/>
            <p:nvPr/>
          </p:nvSpPr>
          <p:spPr>
            <a:xfrm>
              <a:off x="3132183" y="188114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" name="pt280"/>
            <p:cNvSpPr/>
            <p:nvPr/>
          </p:nvSpPr>
          <p:spPr>
            <a:xfrm>
              <a:off x="6527268" y="288834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" name="pt281"/>
            <p:cNvSpPr/>
            <p:nvPr/>
          </p:nvSpPr>
          <p:spPr>
            <a:xfrm>
              <a:off x="3113228" y="286316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" name="pt282"/>
            <p:cNvSpPr/>
            <p:nvPr/>
          </p:nvSpPr>
          <p:spPr>
            <a:xfrm>
              <a:off x="6506328" y="288415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" name="pt283"/>
            <p:cNvSpPr/>
            <p:nvPr/>
          </p:nvSpPr>
          <p:spPr>
            <a:xfrm>
              <a:off x="3088483" y="248098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" name="pt284"/>
            <p:cNvSpPr/>
            <p:nvPr/>
          </p:nvSpPr>
          <p:spPr>
            <a:xfrm>
              <a:off x="6533923" y="247527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" name="pt285"/>
            <p:cNvSpPr/>
            <p:nvPr/>
          </p:nvSpPr>
          <p:spPr>
            <a:xfrm>
              <a:off x="3087423" y="326693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" name="pt286"/>
            <p:cNvSpPr/>
            <p:nvPr/>
          </p:nvSpPr>
          <p:spPr>
            <a:xfrm>
              <a:off x="6560092" y="286087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" name="pt287"/>
            <p:cNvSpPr/>
            <p:nvPr/>
          </p:nvSpPr>
          <p:spPr>
            <a:xfrm>
              <a:off x="3099102" y="209669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" name="pt288"/>
            <p:cNvSpPr/>
            <p:nvPr/>
          </p:nvSpPr>
          <p:spPr>
            <a:xfrm>
              <a:off x="6499097" y="198747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" name="pt289"/>
            <p:cNvSpPr/>
            <p:nvPr/>
          </p:nvSpPr>
          <p:spPr>
            <a:xfrm>
              <a:off x="3114576" y="269054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" name="pt290"/>
            <p:cNvSpPr/>
            <p:nvPr/>
          </p:nvSpPr>
          <p:spPr>
            <a:xfrm>
              <a:off x="6529918" y="247378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" name="pt291"/>
            <p:cNvSpPr/>
            <p:nvPr/>
          </p:nvSpPr>
          <p:spPr>
            <a:xfrm>
              <a:off x="3087748" y="169280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" name="pt292"/>
            <p:cNvSpPr/>
            <p:nvPr/>
          </p:nvSpPr>
          <p:spPr>
            <a:xfrm>
              <a:off x="6523391" y="168973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" name="pt293"/>
            <p:cNvSpPr/>
            <p:nvPr/>
          </p:nvSpPr>
          <p:spPr>
            <a:xfrm>
              <a:off x="3097220" y="169717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" name="pt294"/>
            <p:cNvSpPr/>
            <p:nvPr/>
          </p:nvSpPr>
          <p:spPr>
            <a:xfrm>
              <a:off x="6506474" y="228591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" name="pt295"/>
            <p:cNvSpPr/>
            <p:nvPr/>
          </p:nvSpPr>
          <p:spPr>
            <a:xfrm>
              <a:off x="3132545" y="247568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" name="pt296"/>
            <p:cNvSpPr/>
            <p:nvPr/>
          </p:nvSpPr>
          <p:spPr>
            <a:xfrm>
              <a:off x="6497992" y="504760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t297"/>
            <p:cNvSpPr/>
            <p:nvPr/>
          </p:nvSpPr>
          <p:spPr>
            <a:xfrm>
              <a:off x="3131496" y="228556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t298"/>
            <p:cNvSpPr/>
            <p:nvPr/>
          </p:nvSpPr>
          <p:spPr>
            <a:xfrm>
              <a:off x="6523890" y="306161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t299"/>
            <p:cNvSpPr/>
            <p:nvPr/>
          </p:nvSpPr>
          <p:spPr>
            <a:xfrm>
              <a:off x="3112731" y="326272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t300"/>
            <p:cNvSpPr/>
            <p:nvPr/>
          </p:nvSpPr>
          <p:spPr>
            <a:xfrm>
              <a:off x="6494145" y="287564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t301"/>
            <p:cNvSpPr/>
            <p:nvPr/>
          </p:nvSpPr>
          <p:spPr>
            <a:xfrm>
              <a:off x="3142513" y="248423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t302"/>
            <p:cNvSpPr/>
            <p:nvPr/>
          </p:nvSpPr>
          <p:spPr>
            <a:xfrm>
              <a:off x="6522429" y="345855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pl303"/>
            <p:cNvSpPr/>
            <p:nvPr/>
          </p:nvSpPr>
          <p:spPr>
            <a:xfrm>
              <a:off x="1091256" y="1499209"/>
              <a:ext cx="0" cy="4380642"/>
            </a:xfrm>
            <a:custGeom>
              <a:avLst/>
              <a:pathLst>
                <a:path w="0" h="4380642">
                  <a:moveTo>
                    <a:pt x="0" y="4380642"/>
                  </a:moveTo>
                  <a:lnTo>
                    <a:pt x="0" y="0"/>
                  </a:lnTo>
                </a:path>
              </a:pathLst>
            </a:custGeom>
            <a:ln w="13550" cap="sq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tx304"/>
            <p:cNvSpPr/>
            <p:nvPr/>
          </p:nvSpPr>
          <p:spPr>
            <a:xfrm>
              <a:off x="924257" y="5613398"/>
              <a:ext cx="84757" cy="11139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0</a:t>
              </a:r>
            </a:p>
          </p:txBody>
        </p:sp>
        <p:sp>
          <p:nvSpPr>
            <p:cNvPr id="305" name="tx305"/>
            <p:cNvSpPr/>
            <p:nvPr/>
          </p:nvSpPr>
          <p:spPr>
            <a:xfrm>
              <a:off x="839500" y="4623682"/>
              <a:ext cx="169515" cy="11139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25</a:t>
              </a:r>
            </a:p>
          </p:txBody>
        </p:sp>
        <p:sp>
          <p:nvSpPr>
            <p:cNvPr id="306" name="tx306"/>
            <p:cNvSpPr/>
            <p:nvPr/>
          </p:nvSpPr>
          <p:spPr>
            <a:xfrm>
              <a:off x="839500" y="3633965"/>
              <a:ext cx="169515" cy="11139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50</a:t>
              </a:r>
            </a:p>
          </p:txBody>
        </p:sp>
        <p:sp>
          <p:nvSpPr>
            <p:cNvPr id="307" name="tx307"/>
            <p:cNvSpPr/>
            <p:nvPr/>
          </p:nvSpPr>
          <p:spPr>
            <a:xfrm>
              <a:off x="839500" y="2646110"/>
              <a:ext cx="169515" cy="1095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75</a:t>
              </a:r>
            </a:p>
          </p:txBody>
        </p:sp>
        <p:sp>
          <p:nvSpPr>
            <p:cNvPr id="308" name="tx308"/>
            <p:cNvSpPr/>
            <p:nvPr/>
          </p:nvSpPr>
          <p:spPr>
            <a:xfrm>
              <a:off x="754742" y="1654533"/>
              <a:ext cx="254272" cy="11139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100</a:t>
              </a:r>
            </a:p>
          </p:txBody>
        </p:sp>
        <p:sp>
          <p:nvSpPr>
            <p:cNvPr id="309" name="pl309"/>
            <p:cNvSpPr/>
            <p:nvPr/>
          </p:nvSpPr>
          <p:spPr>
            <a:xfrm>
              <a:off x="1046973" y="5670250"/>
              <a:ext cx="44283" cy="0"/>
            </a:xfrm>
            <a:custGeom>
              <a:avLst/>
              <a:pathLst>
                <a:path w="44283" h="0">
                  <a:moveTo>
                    <a:pt x="0" y="0"/>
                  </a:moveTo>
                  <a:lnTo>
                    <a:pt x="44283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" name="pl310"/>
            <p:cNvSpPr/>
            <p:nvPr/>
          </p:nvSpPr>
          <p:spPr>
            <a:xfrm>
              <a:off x="1046973" y="4680534"/>
              <a:ext cx="44283" cy="0"/>
            </a:xfrm>
            <a:custGeom>
              <a:avLst/>
              <a:pathLst>
                <a:path w="44283" h="0">
                  <a:moveTo>
                    <a:pt x="0" y="0"/>
                  </a:moveTo>
                  <a:lnTo>
                    <a:pt x="44283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" name="pl311"/>
            <p:cNvSpPr/>
            <p:nvPr/>
          </p:nvSpPr>
          <p:spPr>
            <a:xfrm>
              <a:off x="1046973" y="3690818"/>
              <a:ext cx="44283" cy="0"/>
            </a:xfrm>
            <a:custGeom>
              <a:avLst/>
              <a:pathLst>
                <a:path w="44283" h="0">
                  <a:moveTo>
                    <a:pt x="0" y="0"/>
                  </a:moveTo>
                  <a:lnTo>
                    <a:pt x="44283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" name="pl312"/>
            <p:cNvSpPr/>
            <p:nvPr/>
          </p:nvSpPr>
          <p:spPr>
            <a:xfrm>
              <a:off x="1046973" y="2701102"/>
              <a:ext cx="44283" cy="0"/>
            </a:xfrm>
            <a:custGeom>
              <a:avLst/>
              <a:pathLst>
                <a:path w="44283" h="0">
                  <a:moveTo>
                    <a:pt x="0" y="0"/>
                  </a:moveTo>
                  <a:lnTo>
                    <a:pt x="44283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" name="pl313"/>
            <p:cNvSpPr/>
            <p:nvPr/>
          </p:nvSpPr>
          <p:spPr>
            <a:xfrm>
              <a:off x="1046973" y="1711386"/>
              <a:ext cx="44283" cy="0"/>
            </a:xfrm>
            <a:custGeom>
              <a:avLst/>
              <a:pathLst>
                <a:path w="44283" h="0">
                  <a:moveTo>
                    <a:pt x="0" y="0"/>
                  </a:moveTo>
                  <a:lnTo>
                    <a:pt x="44283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" name="pl314"/>
            <p:cNvSpPr/>
            <p:nvPr/>
          </p:nvSpPr>
          <p:spPr>
            <a:xfrm>
              <a:off x="1091256" y="5879852"/>
              <a:ext cx="7506975" cy="0"/>
            </a:xfrm>
            <a:custGeom>
              <a:avLst/>
              <a:pathLst>
                <a:path w="7506975" h="0">
                  <a:moveTo>
                    <a:pt x="0" y="0"/>
                  </a:moveTo>
                  <a:lnTo>
                    <a:pt x="7506975" y="0"/>
                  </a:lnTo>
                </a:path>
              </a:pathLst>
            </a:custGeom>
            <a:ln w="13550" cap="sq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" name="pl315"/>
            <p:cNvSpPr/>
            <p:nvPr/>
          </p:nvSpPr>
          <p:spPr>
            <a:xfrm>
              <a:off x="3138613" y="5879852"/>
              <a:ext cx="0" cy="44283"/>
            </a:xfrm>
            <a:custGeom>
              <a:avLst/>
              <a:pathLst>
                <a:path w="0" h="44283">
                  <a:moveTo>
                    <a:pt x="0" y="44283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" name="pl316"/>
            <p:cNvSpPr/>
            <p:nvPr/>
          </p:nvSpPr>
          <p:spPr>
            <a:xfrm>
              <a:off x="6550875" y="5879852"/>
              <a:ext cx="0" cy="44283"/>
            </a:xfrm>
            <a:custGeom>
              <a:avLst/>
              <a:pathLst>
                <a:path w="0" h="44283">
                  <a:moveTo>
                    <a:pt x="0" y="44283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" name="tx317"/>
            <p:cNvSpPr/>
            <p:nvPr/>
          </p:nvSpPr>
          <p:spPr>
            <a:xfrm>
              <a:off x="2109541" y="5928161"/>
              <a:ext cx="2058144" cy="14302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Before onset of first symptoms</a:t>
              </a:r>
            </a:p>
          </p:txBody>
        </p:sp>
        <p:sp>
          <p:nvSpPr>
            <p:cNvPr id="318" name="tx318"/>
            <p:cNvSpPr/>
            <p:nvPr/>
          </p:nvSpPr>
          <p:spPr>
            <a:xfrm>
              <a:off x="6339092" y="5930021"/>
              <a:ext cx="423564" cy="14116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Today</a:t>
              </a:r>
            </a:p>
          </p:txBody>
        </p:sp>
        <p:sp>
          <p:nvSpPr>
            <p:cNvPr id="319" name="tx319"/>
            <p:cNvSpPr/>
            <p:nvPr/>
          </p:nvSpPr>
          <p:spPr>
            <a:xfrm rot="-5400000">
              <a:off x="93324" y="3623724"/>
              <a:ext cx="1027819" cy="13161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Health Score</a:t>
              </a:r>
            </a:p>
          </p:txBody>
        </p:sp>
        <p:sp>
          <p:nvSpPr>
            <p:cNvPr id="320" name="tx320"/>
            <p:cNvSpPr/>
            <p:nvPr/>
          </p:nvSpPr>
          <p:spPr>
            <a:xfrm>
              <a:off x="1091256" y="957724"/>
              <a:ext cx="6684168" cy="19069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00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Changes in general health score of the EQ-5D-5L before onset of first</a:t>
              </a:r>
            </a:p>
          </p:txBody>
        </p:sp>
        <p:sp>
          <p:nvSpPr>
            <p:cNvPr id="321" name="tx321"/>
            <p:cNvSpPr/>
            <p:nvPr/>
          </p:nvSpPr>
          <p:spPr>
            <a:xfrm>
              <a:off x="1091256" y="1177180"/>
              <a:ext cx="2828627" cy="19069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00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symptoms and today (N=168)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/>
  <cp:revision>3</cp:revision>
  <dcterms:created xsi:type="dcterms:W3CDTF">2017-02-13T16:18:36Z</dcterms:created>
  <dcterms:modified xsi:type="dcterms:W3CDTF">2025-09-15T11:14:00Z</dcterms:modified>
  <cp:category/>
</cp:coreProperties>
</file>