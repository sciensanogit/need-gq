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3138613" y="1703037"/>
              <a:ext cx="0" cy="376963"/>
            </a:xfrm>
            <a:custGeom>
              <a:avLst/>
              <a:pathLst>
                <a:path w="0" h="376963">
                  <a:moveTo>
                    <a:pt x="0" y="3769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138613" y="3022409"/>
              <a:ext cx="0" cy="1319372"/>
            </a:xfrm>
            <a:custGeom>
              <a:avLst/>
              <a:pathLst>
                <a:path w="0" h="1319372">
                  <a:moveTo>
                    <a:pt x="0" y="0"/>
                  </a:moveTo>
                  <a:lnTo>
                    <a:pt x="0" y="131937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626774" y="2080000"/>
              <a:ext cx="1023678" cy="942408"/>
            </a:xfrm>
            <a:custGeom>
              <a:avLst/>
              <a:pathLst>
                <a:path w="1023678" h="942408">
                  <a:moveTo>
                    <a:pt x="0" y="0"/>
                  </a:moveTo>
                  <a:lnTo>
                    <a:pt x="0" y="942408"/>
                  </a:lnTo>
                  <a:lnTo>
                    <a:pt x="1023678" y="942408"/>
                  </a:lnTo>
                  <a:lnTo>
                    <a:pt x="1023678" y="0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26774" y="2456964"/>
              <a:ext cx="1023678" cy="0"/>
            </a:xfrm>
            <a:custGeom>
              <a:avLst/>
              <a:pathLst>
                <a:path w="1023678" h="0">
                  <a:moveTo>
                    <a:pt x="0" y="0"/>
                  </a:moveTo>
                  <a:lnTo>
                    <a:pt x="10236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550875" y="1703037"/>
              <a:ext cx="0" cy="942408"/>
            </a:xfrm>
            <a:custGeom>
              <a:avLst/>
              <a:pathLst>
                <a:path w="0" h="942408">
                  <a:moveTo>
                    <a:pt x="0" y="9424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550875" y="3776336"/>
              <a:ext cx="0" cy="1696335"/>
            </a:xfrm>
            <a:custGeom>
              <a:avLst/>
              <a:pathLst>
                <a:path w="0" h="1696335">
                  <a:moveTo>
                    <a:pt x="0" y="0"/>
                  </a:moveTo>
                  <a:lnTo>
                    <a:pt x="0" y="16963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6039036" y="2645445"/>
              <a:ext cx="1023678" cy="1130890"/>
            </a:xfrm>
            <a:custGeom>
              <a:avLst/>
              <a:pathLst>
                <a:path w="1023678" h="1130890">
                  <a:moveTo>
                    <a:pt x="0" y="0"/>
                  </a:moveTo>
                  <a:lnTo>
                    <a:pt x="0" y="1130890"/>
                  </a:lnTo>
                  <a:lnTo>
                    <a:pt x="1023678" y="1130890"/>
                  </a:lnTo>
                  <a:lnTo>
                    <a:pt x="1023678" y="0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39036" y="3210891"/>
              <a:ext cx="1023678" cy="0"/>
            </a:xfrm>
            <a:custGeom>
              <a:avLst/>
              <a:pathLst>
                <a:path w="1023678" h="0">
                  <a:moveTo>
                    <a:pt x="0" y="0"/>
                  </a:moveTo>
                  <a:lnTo>
                    <a:pt x="102367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t12"/>
            <p:cNvSpPr/>
            <p:nvPr/>
          </p:nvSpPr>
          <p:spPr>
            <a:xfrm>
              <a:off x="3089893" y="205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6511370" y="2627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t14"/>
            <p:cNvSpPr/>
            <p:nvPr/>
          </p:nvSpPr>
          <p:spPr>
            <a:xfrm>
              <a:off x="3118884" y="280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t15"/>
            <p:cNvSpPr/>
            <p:nvPr/>
          </p:nvSpPr>
          <p:spPr>
            <a:xfrm>
              <a:off x="6550248" y="3937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6"/>
            <p:cNvSpPr/>
            <p:nvPr/>
          </p:nvSpPr>
          <p:spPr>
            <a:xfrm>
              <a:off x="3117923" y="3947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6530585" y="2985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3107600" y="2430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6557343" y="357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3090980" y="173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6527444" y="1803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112112" y="423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532291" y="3916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115253" y="2805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503718" y="243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103095" y="1935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6543431" y="223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106678" y="206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536893" y="3186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145588" y="470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501160" y="4303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101301" y="4124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6559160" y="4705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111759" y="4114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6525974" y="3361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100281" y="2620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6545578" y="2994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110673" y="2820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531225" y="5435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087585" y="2057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529571" y="4319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143678" y="2814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554403" y="3570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18028" y="1701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550594" y="2045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105558" y="318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552127" y="3200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144568" y="1876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6535608" y="431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145125" y="2434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6539536" y="355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085597" y="2606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534487" y="3192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092017" y="2630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6550925" y="449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109040" y="3567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506499" y="3197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93007" y="2990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6522296" y="2620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086484" y="16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523392" y="3185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125183" y="261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550384" y="357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081834" y="3266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6558434" y="2136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19888" y="2059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6531925" y="4304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085707" y="188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511043" y="3005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143833" y="1863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6504785" y="2985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086272" y="3009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6520865" y="1871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129109" y="319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559781" y="3548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134063" y="2605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6549607" y="2813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118031" y="2043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6520121" y="2808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24124" y="3007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6542758" y="4134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143852" y="2048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522281" y="2823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113972" y="1866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6543359" y="2061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120862" y="2816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521219" y="3186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118549" y="4320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6538628" y="395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107580" y="2121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497911" y="3709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117404" y="3171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526291" y="2242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100358" y="1691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6554042" y="2420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083972" y="223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99937" y="3008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081933" y="3376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6535001" y="279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110989" y="2443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508621" y="3200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095347" y="2426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522213" y="2814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088835" y="2433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518552" y="3927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144919" y="244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6535073" y="5443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105362" y="2048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503246" y="357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145107" y="167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497461" y="431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108538" y="2442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502445" y="2060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131691" y="2249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6523820" y="356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121591" y="244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499717" y="225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132742" y="2424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6524364" y="3931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098034" y="263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6556285" y="2229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117107" y="213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6507614" y="3003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089358" y="2422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6509411" y="3557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3122840" y="2621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6543230" y="3933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134303" y="2429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6509573" y="3192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083830" y="2631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6523693" y="3742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094950" y="2623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6529117" y="2614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131229" y="260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559678" y="3558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139696" y="1863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544902" y="2803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084104" y="2821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6544758" y="337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106488" y="4704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6555372" y="3174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110950" y="412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6497355" y="393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109904" y="2431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6516857" y="2719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091236" y="2241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6533609" y="2611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119657" y="224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6530654" y="2069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140206" y="4311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6553724" y="5075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146523" y="1676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6534600" y="2986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141225" y="393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6500860" y="3938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088326" y="187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6496310" y="4329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129404" y="3178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6525173" y="2815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116486" y="1682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6553598" y="4309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102540" y="2432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512640" y="355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131325" y="2814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6514870" y="3754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080952" y="2422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6559633" y="3389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142450" y="1687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6525453" y="2613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133117" y="2078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517113" y="209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098692" y="3570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522362" y="3559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091814" y="2062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6544114" y="3199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141373" y="2247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520098" y="3573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128924" y="364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539643" y="4125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103421" y="263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6508044" y="3195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108705" y="1864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6557447" y="2048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081950" y="5068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548860" y="336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133430" y="2804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559790" y="2418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129165" y="2042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6528284" y="3563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127803" y="2371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498130" y="4138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126911" y="22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6538145" y="2631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099487" y="3571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6513904" y="3553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129250" y="2179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506870" y="292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083998" y="2805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6551239" y="281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138039" y="269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6534784" y="4054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090837" y="2046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514190" y="4323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086313" y="3565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6494687" y="4505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113072" y="2250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6546045" y="1860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144389" y="3007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6502413" y="2438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138469" y="4308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539333" y="2815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112237" y="4318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498500" y="3927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13852" y="288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536923" y="2887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130873" y="2619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6549836" y="3575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116600" y="2232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532219" y="3762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120816" y="2055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500340" y="2049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104526" y="3188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500575" y="431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128957" y="2612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514396" y="3180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123998" y="3175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550478" y="3568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115662" y="205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499422" y="3177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088705" y="279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513414" y="2422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089743" y="3564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17203" y="2813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558523" y="318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080286" y="2240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543395" y="2253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121436" y="280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557735" y="242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095225" y="1663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497835" y="2815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122084" y="2800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501774" y="250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096151" y="1855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513636" y="2433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134305" y="279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508554" y="2818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147221" y="319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531353" y="355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139272" y="2068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510525" y="282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090167" y="2054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500893" y="2815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126758" y="175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6495320" y="1716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080297" y="3943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504638" y="2822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090705" y="2433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542598" y="2810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081864" y="319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514482" y="2797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086322" y="2253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494607" y="4316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107486" y="2435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513273" y="3187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085934" y="2538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517463" y="295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100680" y="242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540093" y="5069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119388" y="3194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528520" y="4317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83727" y="2065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513159" y="468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118842" y="2058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506451" y="176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104478" y="171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501378" y="1870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099866" y="2066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496864" y="2442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087541" y="2240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6496144" y="2243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086295" y="2043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503893" y="243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130076" y="5059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6507361" y="5082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141880" y="2250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500805" y="2807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129974" y="538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516275" y="5377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089681" y="489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6541237" y="4321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114837" y="2994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539853" y="356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3102575" y="2439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6542002" y="4313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085871" y="2061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527309" y="244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112300" y="2418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6506203" y="3177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129053" y="2235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6552362" y="4498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117268" y="4701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6518294" y="2419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34111" y="2605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535069" y="2177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086513" y="187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493290" y="2804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085844" y="280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6531066" y="2806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092993" y="243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513254" y="243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118966" y="318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6534582" y="2803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116381" y="2045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531387" y="1976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081758" y="261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558420" y="2444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124129" y="1677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6545144" y="167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127860" y="1680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502545" y="2244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092717" y="2418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502136" y="4875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145771" y="2240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6496226" y="2999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134900" y="319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6522152" y="2811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142283" y="2447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6555740" y="337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tx329"/>
            <p:cNvSpPr/>
            <p:nvPr/>
          </p:nvSpPr>
          <p:spPr>
            <a:xfrm>
              <a:off x="3601929" y="2396303"/>
              <a:ext cx="804541" cy="1188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Median: 80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3466238" y="2953094"/>
              <a:ext cx="668850" cy="1275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Q1: 65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3466238" y="2010685"/>
              <a:ext cx="668850" cy="1275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Q3: 90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7014191" y="3150230"/>
              <a:ext cx="804541" cy="1188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Median: 60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6878499" y="3707021"/>
              <a:ext cx="668850" cy="1275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Q1: 45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6878499" y="2576131"/>
              <a:ext cx="668850" cy="1275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   Q3: 75</a:t>
              </a:r>
            </a:p>
          </p:txBody>
        </p:sp>
        <p:sp>
          <p:nvSpPr>
            <p:cNvPr id="335" name="pl335"/>
            <p:cNvSpPr/>
            <p:nvPr/>
          </p:nvSpPr>
          <p:spPr>
            <a:xfrm>
              <a:off x="1091256" y="1499209"/>
              <a:ext cx="0" cy="4162674"/>
            </a:xfrm>
            <a:custGeom>
              <a:avLst/>
              <a:pathLst>
                <a:path w="0" h="4162674">
                  <a:moveTo>
                    <a:pt x="0" y="4162674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tx336"/>
            <p:cNvSpPr/>
            <p:nvPr/>
          </p:nvSpPr>
          <p:spPr>
            <a:xfrm>
              <a:off x="924257" y="5415819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839500" y="4473411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839500" y="3531002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839500" y="2590453"/>
              <a:ext cx="169515" cy="109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754742" y="1646184"/>
              <a:ext cx="254272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341" name="pl341"/>
            <p:cNvSpPr/>
            <p:nvPr/>
          </p:nvSpPr>
          <p:spPr>
            <a:xfrm>
              <a:off x="1046973" y="54726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1046973" y="453026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1046973" y="358785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1046973" y="264544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1046973" y="170303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1091256" y="5661884"/>
              <a:ext cx="7506975" cy="0"/>
            </a:xfrm>
            <a:custGeom>
              <a:avLst/>
              <a:pathLst>
                <a:path w="7506975" h="0">
                  <a:moveTo>
                    <a:pt x="0" y="0"/>
                  </a:moveTo>
                  <a:lnTo>
                    <a:pt x="750697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3138613" y="5661884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6550875" y="5661884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9"/>
            <p:cNvSpPr/>
            <p:nvPr/>
          </p:nvSpPr>
          <p:spPr>
            <a:xfrm>
              <a:off x="2109541" y="5710193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6339092" y="5712053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51" name="tx351"/>
            <p:cNvSpPr/>
            <p:nvPr/>
          </p:nvSpPr>
          <p:spPr>
            <a:xfrm rot="-5400000">
              <a:off x="93324" y="3514740"/>
              <a:ext cx="1027819" cy="131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Health Score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1091256" y="957724"/>
              <a:ext cx="6684168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general health score of the EQ-5D-5L before onset of first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1091256" y="1177180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(N=159)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6412281" y="6153023"/>
              <a:ext cx="2185950" cy="1298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Wilcoxon signed-rank test: p&lt;0.001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2025-09-22T13:45:34Z</dcterms:modified>
  <cp:category/>
</cp:coreProperties>
</file>